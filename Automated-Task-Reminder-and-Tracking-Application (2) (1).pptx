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notesSlides/notesSlide3.xml" ContentType="application/vnd.openxmlformats-officedocument.presentationml.notesSlide+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notesSlides/notesSlide4.xml" ContentType="application/vnd.openxmlformats-officedocument.presentationml.notesSlide+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notesSlides/notesSlide5.xml" ContentType="application/vnd.openxmlformats-officedocument.presentationml.notesSlide+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notesSlides/notesSlide6.xml" ContentType="application/vnd.openxmlformats-officedocument.presentationml.notesSlide+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notesSlides/notesSlide7.xml" ContentType="application/vnd.openxmlformats-officedocument.presentationml.notesSlide+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notesSlides/notesSlide8.xml" ContentType="application/vnd.openxmlformats-officedocument.presentationml.notesSlide+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notesSlides/notesSlide9.xml" ContentType="application/vnd.openxmlformats-officedocument.presentationml.notesSlide+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notesSlides/notesSlide10.xml" ContentType="application/vnd.openxmlformats-officedocument.presentationml.notesSlide+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ter Light" panose="020B0604020202020204" charset="0"/>
      <p:regular r:id="rId13"/>
    </p:embeddedFont>
    <p:embeddedFont>
      <p:font typeface="Montserrat Medium" panose="000006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37.556"/>
    </inkml:context>
    <inkml:brush xml:id="br0">
      <inkml:brushProperty name="width" value="0.35" units="cm"/>
      <inkml:brushProperty name="height" value="0.35" units="cm"/>
      <inkml:brushProperty name="color" value="#FFFFFF"/>
    </inkml:brush>
  </inkml:definitions>
  <inkml:trace contextRef="#ctx0" brushRef="#br0">381 191 24370,'-380'-190'0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38.73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39.163"/>
    </inkml:context>
    <inkml:brush xml:id="br0">
      <inkml:brushProperty name="width" value="0.35" units="cm"/>
      <inkml:brushProperty name="height" value="0.35" units="cm"/>
      <inkml:brushProperty name="color" value="#FFFFFF"/>
    </inkml:brush>
  </inkml:definitions>
  <inkml:trace contextRef="#ctx0" brushRef="#br0">0 0 24575,'959'0'-1365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0.022"/>
    </inkml:context>
    <inkml:brush xml:id="br0">
      <inkml:brushProperty name="width" value="0.35" units="cm"/>
      <inkml:brushProperty name="height" value="0.35" units="cm"/>
      <inkml:brushProperty name="color" value="#FFFFFF"/>
    </inkml:brush>
  </inkml:definitions>
  <inkml:trace contextRef="#ctx0" brushRef="#br0">1 35 24575,'0'-5'0,"5"-3"0,8 1 0,6 1 0,6 2 0,4 2 0,2 0 0,2 2 0,0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0.356"/>
    </inkml:context>
    <inkml:brush xml:id="br0">
      <inkml:brushProperty name="width" value="0.35" units="cm"/>
      <inkml:brushProperty name="height" value="0.35" units="cm"/>
      <inkml:brushProperty name="color" value="#FFFFFF"/>
    </inkml:brush>
  </inkml:definitions>
  <inkml:trace contextRef="#ctx0" brushRef="#br0">0 0 24575,'6'0'0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0.531"/>
    </inkml:context>
    <inkml:brush xml:id="br0">
      <inkml:brushProperty name="width" value="0.35" units="cm"/>
      <inkml:brushProperty name="height" value="0.35" units="cm"/>
      <inkml:brushProperty name="color" value="#FFFFFF"/>
    </inkml:brush>
  </inkml:definitions>
  <inkml:trace contextRef="#ctx0" brushRef="#br0">0 0 24575,'6'0'0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0.722"/>
    </inkml:context>
    <inkml:brush xml:id="br0">
      <inkml:brushProperty name="width" value="0.35" units="cm"/>
      <inkml:brushProperty name="height" value="0.35" units="cm"/>
      <inkml:brushProperty name="color" value="#FFFFFF"/>
    </inkml:brush>
  </inkml:definitions>
  <inkml:trace contextRef="#ctx0" brushRef="#br0">0 0 24575,'6'0'0,"6"0"0,8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0.92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1.200"/>
    </inkml:context>
    <inkml:brush xml:id="br0">
      <inkml:brushProperty name="width" value="0.35" units="cm"/>
      <inkml:brushProperty name="height" value="0.35" units="cm"/>
      <inkml:brushProperty name="color" value="#FFFFFF"/>
    </inkml:brush>
  </inkml:definitions>
  <inkml:trace contextRef="#ctx0" brushRef="#br0">18 0 24575,'-5'0'0,"-8"0"0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1.422"/>
    </inkml:context>
    <inkml:brush xml:id="br0">
      <inkml:brushProperty name="width" value="0.35" units="cm"/>
      <inkml:brushProperty name="height" value="0.35" units="cm"/>
      <inkml:brushProperty name="color" value="#FFFFFF"/>
    </inkml:brush>
  </inkml:definitions>
  <inkml:trace contextRef="#ctx0" brushRef="#br0">19 0 24575,'-6'0'0,"-7"0"0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1.62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1.88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2.138"/>
    </inkml:context>
    <inkml:brush xml:id="br0">
      <inkml:brushProperty name="width" value="0.35" units="cm"/>
      <inkml:brushProperty name="height" value="0.35" units="cm"/>
      <inkml:brushProperty name="color" value="#FFFFFF"/>
    </inkml:brush>
  </inkml:definitions>
  <inkml:trace contextRef="#ctx0" brushRef="#br0">0 44 24575,'6'0'0,"1"-5"0,5-2 0,6 0 0,5 2 0,-1-5 0,1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2.393"/>
    </inkml:context>
    <inkml:brush xml:id="br0">
      <inkml:brushProperty name="width" value="0.35" units="cm"/>
      <inkml:brushProperty name="height" value="0.35" units="cm"/>
      <inkml:brushProperty name="color" value="#FFFFFF"/>
    </inkml:brush>
  </inkml:definitions>
  <inkml:trace contextRef="#ctx0" brushRef="#br0">1 0 24575,'5'0'0,"8"0"0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2.585"/>
    </inkml:context>
    <inkml:brush xml:id="br0">
      <inkml:brushProperty name="width" value="0.35" units="cm"/>
      <inkml:brushProperty name="height" value="0.35" units="cm"/>
      <inkml:brushProperty name="color" value="#FFFFFF"/>
    </inkml:brush>
  </inkml:definitions>
  <inkml:trace contextRef="#ctx0" brushRef="#br0">1 0 24575,'5'0'0,"8"0"0,6 0 0,6 0 0,3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2.74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2.90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3.094"/>
    </inkml:context>
    <inkml:brush xml:id="br0">
      <inkml:brushProperty name="width" value="0.35" units="cm"/>
      <inkml:brushProperty name="height" value="0.35" units="cm"/>
      <inkml:brushProperty name="color" value="#FFFFFF"/>
    </inkml:brush>
  </inkml:definitions>
  <inkml:trace contextRef="#ctx0" brushRef="#br0">1 0 24575,'5'0'0,"8"0"0,6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3.28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3.493"/>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3.763"/>
    </inkml:context>
    <inkml:brush xml:id="br0">
      <inkml:brushProperty name="width" value="0.35" units="cm"/>
      <inkml:brushProperty name="height" value="0.35" units="cm"/>
      <inkml:brushProperty name="color" value="#FFFFFF"/>
    </inkml:brush>
  </inkml:definitions>
  <inkml:trace contextRef="#ctx0" brushRef="#br0">43 0 24575,'-5'0'0,"-2"6"0,-5 1 0,-6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3.970"/>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4.19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4.41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4.63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4.846"/>
    </inkml:context>
    <inkml:brush xml:id="br0">
      <inkml:brushProperty name="width" value="0.35" units="cm"/>
      <inkml:brushProperty name="height" value="0.35" units="cm"/>
      <inkml:brushProperty name="color" value="#FFFFFF"/>
    </inkml:brush>
  </inkml:definitions>
  <inkml:trace contextRef="#ctx0" brushRef="#br0">1 0 24575,'5'0'0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5.052"/>
    </inkml:context>
    <inkml:brush xml:id="br0">
      <inkml:brushProperty name="width" value="0.35" units="cm"/>
      <inkml:brushProperty name="height" value="0.35" units="cm"/>
      <inkml:brushProperty name="color" value="#FFFFFF"/>
    </inkml:brush>
  </inkml:definitions>
  <inkml:trace contextRef="#ctx0" brushRef="#br0">0 0 24575,'6'0'0,"6"0"0,8 0 0,10 0 0,6 0 0,8 0 0,1 0 0,-1 0 0,-3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5.24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5.41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5.60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5.785"/>
    </inkml:context>
    <inkml:brush xml:id="br0">
      <inkml:brushProperty name="width" value="0.35" units="cm"/>
      <inkml:brushProperty name="height" value="0.35" units="cm"/>
      <inkml:brushProperty name="color" value="#FFFFFF"/>
    </inkml:brush>
  </inkml:definitions>
  <inkml:trace contextRef="#ctx0" brushRef="#br0">1 1 24575,'5'0'0,"8"0"0,6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5.976"/>
    </inkml:context>
    <inkml:brush xml:id="br0">
      <inkml:brushProperty name="width" value="0.35" units="cm"/>
      <inkml:brushProperty name="height" value="0.35" units="cm"/>
      <inkml:brushProperty name="color" value="#FFFFFF"/>
    </inkml:brush>
  </inkml:definitions>
  <inkml:trace contextRef="#ctx0" brushRef="#br0">1 0 24575,'5'0'0,"8"0"0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6.151"/>
    </inkml:context>
    <inkml:brush xml:id="br0">
      <inkml:brushProperty name="width" value="0.35" units="cm"/>
      <inkml:brushProperty name="height" value="0.35" units="cm"/>
      <inkml:brushProperty name="color" value="#FFFFFF"/>
    </inkml:brush>
  </inkml:definitions>
  <inkml:trace contextRef="#ctx0" brushRef="#br0">0 0 24575,'6'0'0,"6"0"0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6.34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6.56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6.757"/>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7.011"/>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7.20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7.410"/>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7.632"/>
    </inkml:context>
    <inkml:brush xml:id="br0">
      <inkml:brushProperty name="width" value="0.35" units="cm"/>
      <inkml:brushProperty name="height" value="0.35" units="cm"/>
      <inkml:brushProperty name="color" value="#FFFFFF"/>
    </inkml:brush>
  </inkml:definitions>
  <inkml:trace contextRef="#ctx0" brushRef="#br0">1 34 24575,'5'0'0,"8"0"0,6 0 0,12 0 0,5 0 0,2 0 0,5 0 0,2-6 0,3-1 0,-2 0 0,-2 2 0,-3 1 0,-4 2 0,-3 0 0,-1 2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7.79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7.99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8.205"/>
    </inkml:context>
    <inkml:brush xml:id="br0">
      <inkml:brushProperty name="width" value="0.35" units="cm"/>
      <inkml:brushProperty name="height" value="0.35" units="cm"/>
      <inkml:brushProperty name="color" value="#FFFFFF"/>
    </inkml:brush>
  </inkml:definitions>
  <inkml:trace contextRef="#ctx0" brushRef="#br0">1 0 24575,'5'0'0,"8"0"0,6 0 0,6 0 0,3 0 0,4 0 0,0 0 0,1 0 0,1 0 0,-2 0 0,1 0 0,-6 6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8.380"/>
    </inkml:context>
    <inkml:brush xml:id="br0">
      <inkml:brushProperty name="width" value="0.35" units="cm"/>
      <inkml:brushProperty name="height" value="0.35" units="cm"/>
      <inkml:brushProperty name="color" value="#FFFFFF"/>
    </inkml:brush>
  </inkml:definitions>
  <inkml:trace contextRef="#ctx0" brushRef="#br0">1 1 24575,'5'0'0,"8"0"0,6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8.587"/>
    </inkml:context>
    <inkml:brush xml:id="br0">
      <inkml:brushProperty name="width" value="0.35" units="cm"/>
      <inkml:brushProperty name="height" value="0.35" units="cm"/>
      <inkml:brushProperty name="color" value="#FFFFFF"/>
    </inkml:brush>
  </inkml:definitions>
  <inkml:trace contextRef="#ctx0" brushRef="#br0">1 1 24575,'5'0'0,"8"0"0,6 0 0,6 0 0,3 0 0,4 0 0,1 0 0,0 0 0,0 0 0,-6 5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8.810"/>
    </inkml:context>
    <inkml:brush xml:id="br0">
      <inkml:brushProperty name="width" value="0.35" units="cm"/>
      <inkml:brushProperty name="height" value="0.35" units="cm"/>
      <inkml:brushProperty name="color" value="#FFFFFF"/>
    </inkml:brush>
  </inkml:definitions>
  <inkml:trace contextRef="#ctx0" brushRef="#br0">0 0 24575,'6'0'0,"6"0"0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9.017"/>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9.209"/>
    </inkml:context>
    <inkml:brush xml:id="br0">
      <inkml:brushProperty name="width" value="0.35" units="cm"/>
      <inkml:brushProperty name="height" value="0.35" units="cm"/>
      <inkml:brushProperty name="color" value="#FFFFFF"/>
    </inkml:brush>
  </inkml:definitions>
  <inkml:trace contextRef="#ctx0" brushRef="#br0">0 29 24575,'0'-6'0,"6"-1"0,6 0 0,7 2 0,6 1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9.417"/>
    </inkml:context>
    <inkml:brush xml:id="br0">
      <inkml:brushProperty name="width" value="0.35" units="cm"/>
      <inkml:brushProperty name="height" value="0.35" units="cm"/>
      <inkml:brushProperty name="color" value="#FFFFFF"/>
    </inkml:brush>
  </inkml:definitions>
  <inkml:trace contextRef="#ctx0" brushRef="#br0">0 1 24575,'6'0'0,"7"0"0,6 0 0,6 0 0,4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9.705"/>
    </inkml:context>
    <inkml:brush xml:id="br0">
      <inkml:brushProperty name="width" value="0.35" units="cm"/>
      <inkml:brushProperty name="height" value="0.35" units="cm"/>
      <inkml:brushProperty name="color" value="#FFFFFF"/>
    </inkml:brush>
  </inkml:definitions>
  <inkml:trace contextRef="#ctx0" brushRef="#br0">1 1 24575,'5'0'0,"3"5"0,4 2 0,1 5 0,3 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49.993"/>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0.43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0.676"/>
    </inkml:context>
    <inkml:brush xml:id="br0">
      <inkml:brushProperty name="width" value="0.35" units="cm"/>
      <inkml:brushProperty name="height" value="0.35" units="cm"/>
      <inkml:brushProperty name="color" value="#FFFFFF"/>
    </inkml:brush>
  </inkml:definitions>
  <inkml:trace contextRef="#ctx0" brushRef="#br0">20 0 24575,'0'6'0,"-6"1"0,-1 5 0,0 6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0.914"/>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1.472"/>
    </inkml:context>
    <inkml:brush xml:id="br0">
      <inkml:brushProperty name="width" value="0.35" units="cm"/>
      <inkml:brushProperty name="height" value="0.35" units="cm"/>
      <inkml:brushProperty name="color" value="#FFFFFF"/>
    </inkml:brush>
  </inkml:definitions>
  <inkml:trace contextRef="#ctx0" brushRef="#br0">0 13 24575,'0'-6'0,"6"-1"0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1.712"/>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1.951"/>
    </inkml:context>
    <inkml:brush xml:id="br0">
      <inkml:brushProperty name="width" value="0.35" units="cm"/>
      <inkml:brushProperty name="height" value="0.35" units="cm"/>
      <inkml:brushProperty name="color" value="#FFFFFF"/>
    </inkml:brush>
  </inkml:definitions>
  <inkml:trace contextRef="#ctx0" brushRef="#br0">71 1 24575,'-5'0'0,"-8"0"0,0 5 0,-5 3 0,-4 4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2.143"/>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2.34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2.58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2.79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3.001"/>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3.208"/>
    </inkml:context>
    <inkml:brush xml:id="br0">
      <inkml:brushProperty name="width" value="0.35" units="cm"/>
      <inkml:brushProperty name="height" value="0.35" units="cm"/>
      <inkml:brushProperty name="color" value="#FFFFFF"/>
    </inkml:brush>
  </inkml:definitions>
  <inkml:trace contextRef="#ctx0" brushRef="#br0">37 0 24575,'-5'0'0,"-8"0"0,-6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3.415"/>
    </inkml:context>
    <inkml:brush xml:id="br0">
      <inkml:brushProperty name="width" value="0.35" units="cm"/>
      <inkml:brushProperty name="height" value="0.35" units="cm"/>
      <inkml:brushProperty name="color" value="#FFFFFF"/>
    </inkml:brush>
  </inkml:definitions>
  <inkml:trace contextRef="#ctx0" brushRef="#br0">50 0 24575,'-5'0'0,"-8"0"0,0 6 0,-5 1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3.623"/>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3.815"/>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4.45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4.945"/>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6.39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6.60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6.855"/>
    </inkml:context>
    <inkml:brush xml:id="br0">
      <inkml:brushProperty name="width" value="0.35" units="cm"/>
      <inkml:brushProperty name="height" value="0.35" units="cm"/>
      <inkml:brushProperty name="color" value="#FFFFFF"/>
    </inkml:brush>
  </inkml:definitions>
  <inkml:trace contextRef="#ctx0" brushRef="#br0">0 1 24575,'6'0'0,"6"0"0,8 0 0,5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7.063"/>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7.269"/>
    </inkml:context>
    <inkml:brush xml:id="br0">
      <inkml:brushProperty name="width" value="0.35" units="cm"/>
      <inkml:brushProperty name="height" value="0.35" units="cm"/>
      <inkml:brushProperty name="color" value="#FFFFFF"/>
    </inkml:brush>
  </inkml:definitions>
  <inkml:trace contextRef="#ctx0" brushRef="#br0">0 1 24575,'6'0'0,"7"0"0,6 0 0,6 0 0,4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7.459"/>
    </inkml:context>
    <inkml:brush xml:id="br0">
      <inkml:brushProperty name="width" value="0.35" units="cm"/>
      <inkml:brushProperty name="height" value="0.35" units="cm"/>
      <inkml:brushProperty name="color" value="#FFFFFF"/>
    </inkml:brush>
  </inkml:definitions>
  <inkml:trace contextRef="#ctx0" brushRef="#br0">0 0 24575,'6'0'0,"7"0"0,6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7.667"/>
    </inkml:context>
    <inkml:brush xml:id="br0">
      <inkml:brushProperty name="width" value="0.35" units="cm"/>
      <inkml:brushProperty name="height" value="0.35" units="cm"/>
      <inkml:brushProperty name="color" value="#FFFFFF"/>
    </inkml:brush>
  </inkml:definitions>
  <inkml:trace contextRef="#ctx0" brushRef="#br0">1 1 24575,'5'0'0,"8"0"0,6 0 0,6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7.858"/>
    </inkml:context>
    <inkml:brush xml:id="br0">
      <inkml:brushProperty name="width" value="0.35" units="cm"/>
      <inkml:brushProperty name="height" value="0.35" units="cm"/>
      <inkml:brushProperty name="color" value="#FFFFFF"/>
    </inkml:brush>
  </inkml:definitions>
  <inkml:trace contextRef="#ctx0" brushRef="#br0">0 1 24575,'6'0'0,"6"0"0,8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8.081"/>
    </inkml:context>
    <inkml:brush xml:id="br0">
      <inkml:brushProperty name="width" value="0.35" units="cm"/>
      <inkml:brushProperty name="height" value="0.35" units="cm"/>
      <inkml:brushProperty name="color" value="#FFFFFF"/>
    </inkml:brush>
  </inkml:definitions>
  <inkml:trace contextRef="#ctx0" brushRef="#br0">1 6 24575,'5'0'0,"8"0"0,6 0 0,1-6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8.320"/>
    </inkml:context>
    <inkml:brush xml:id="br0">
      <inkml:brushProperty name="width" value="0.35" units="cm"/>
      <inkml:brushProperty name="height" value="0.35" units="cm"/>
      <inkml:brushProperty name="color" value="#FFFFFF"/>
    </inkml:brush>
  </inkml:definitions>
  <inkml:trace contextRef="#ctx0" brushRef="#br0">1 1 24575,'5'0'0,"8"0"0,6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58.526"/>
    </inkml:context>
    <inkml:brush xml:id="br0">
      <inkml:brushProperty name="width" value="0.35" units="cm"/>
      <inkml:brushProperty name="height" value="0.35" units="cm"/>
      <inkml:brushProperty name="color" value="#FFFFFF"/>
    </inkml:brush>
  </inkml:definitions>
  <inkml:trace contextRef="#ctx0" brushRef="#br0">0 0 24575,'6'0'0,"7"0"0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0.08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0.29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1.45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1.64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1.977"/>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2.183"/>
    </inkml:context>
    <inkml:brush xml:id="br0">
      <inkml:brushProperty name="width" value="0.35" units="cm"/>
      <inkml:brushProperty name="height" value="0.35" units="cm"/>
      <inkml:brushProperty name="color" value="#FFFFFF"/>
    </inkml:brush>
  </inkml:definitions>
  <inkml:trace contextRef="#ctx0" brushRef="#br0">19 1 24575,'-6'0'0,"-6"0"0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2.422"/>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2.612"/>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2.81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3.01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3.232"/>
    </inkml:context>
    <inkml:brush xml:id="br0">
      <inkml:brushProperty name="width" value="0.35" units="cm"/>
      <inkml:brushProperty name="height" value="0.35" units="cm"/>
      <inkml:brushProperty name="color" value="#FFFFFF"/>
    </inkml:brush>
  </inkml:definitions>
  <inkml:trace contextRef="#ctx0" brushRef="#br0">13 1 24575,'-6'0'0,"-1"5"0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3.42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3.693"/>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3.88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4.63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4.82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5.04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5.25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6.720"/>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6.879"/>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7.166"/>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7.81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8.006"/>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8.65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8.83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09.025"/>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2.16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2.35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2.91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3.10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4.488"/>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4.63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4.85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5.03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5.19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5.36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5.55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6.78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6.97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7.13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7.324"/>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7.48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7.65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8.86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19.024"/>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2.783"/>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2.97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6.479"/>
    </inkml:context>
    <inkml:brush xml:id="br0">
      <inkml:brushProperty name="width" value="0.35" units="cm"/>
      <inkml:brushProperty name="height" value="0.35" units="cm"/>
      <inkml:brushProperty name="color" value="#FFFFFF"/>
    </inkml:brush>
  </inkml:definitions>
  <inkml:trace contextRef="#ctx0" brushRef="#br0">0 0 24575,'6'0'0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6.686"/>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6.87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7.06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7.25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7.465"/>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7.624"/>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7.81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7.97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28.16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5:28.116"/>
    </inkml:context>
    <inkml:brush xml:id="br0">
      <inkml:brushProperty name="width" value="0.35" units="cm"/>
      <inkml:brushProperty name="height" value="0.35" units="cm"/>
      <inkml:brushProperty name="color" value="#FFFFFF"/>
    </inkml:brush>
  </inkml:definitions>
  <inkml:trace contextRef="#ctx0" brushRef="#br0">2059 1120 24575,'-4'-1'0,"-1"0"0,1 0 0,0-1 0,0 0 0,0 1 0,0-1 0,0 0 0,0-1 0,0 1 0,1-1 0,-7-5 0,-4-3 0,-91-65 0,44 30 0,-2 2 0,-2 3 0,-93-43 0,129 72 0,8 4 0,1-1 0,0 0 0,-31-21 0,51 29 0,-1 1 0,0 0 0,1-1 0,-1 1 0,0 0 0,1-1 0,-1 1 0,0 0 0,1 0 0,-1 0 0,0-1 0,0 1 0,1 0 0,-1 0 0,0 0 0,1 0 0,-1 0 0,0 0 0,0 1 0,1-1 0,-1 0 0,0 0 0,1 0 0,-1 1 0,-1 0 0,-16 16 0,-12 36 0,25-41 0,-5 8 0,-2 0 0,0-1 0,-20 25 0,28-38 0,-1-1 0,0 0 0,0 0 0,-1 0 0,0-1 0,0 0 0,0 0 0,0 0 0,0-1 0,-1 0 0,1 0 0,-1 0 0,0-1 0,-13 2 0,7-2 0,-1-1 0,0-1 0,0-1 0,0 0 0,-22-4 0,-68-23 0,66 16 0,10 3 0,-38-18 0,50 18 0,-1 2 0,0 0 0,0 1 0,0 1 0,-1 0 0,-33-3 0,13 7 0,8 0 0,-57-9 0,65 5 0,6 2 0,0-1 0,0 2 0,-24-1 0,36 3 0,1 0 0,-1 0 0,1 0 0,-1 1 0,1-1 0,-1 1 0,1 0 0,0 0 0,-1 0 0,1 1 0,0-1 0,0 1 0,0-1 0,0 1 0,0 0 0,0 0 0,1 1 0,-1-1 0,1 1 0,-1-1 0,-3 6 0,-71 101 0,76-107 0,0 0 0,0 0 0,0-1 0,0 1 0,-1 0 0,1-1 0,-1 1 0,1-1 0,-1 0 0,1 1 0,-1-1 0,0 0 0,1 0 0,-1 0 0,0 0 0,0 0 0,0-1 0,0 1 0,0 0 0,0-1 0,0 0 0,0 1 0,0-1 0,0 0 0,0 0 0,0 0 0,0 0 0,0 0 0,0-1 0,0 1 0,-3-2 0,1 0 0,-1-1 0,1 0 0,0 0 0,0 0 0,0-1 0,0 0 0,1 1 0,-1-1 0,1 0 0,0-1 0,-4-7 0,-8-13 0,-76-138 0,79 134 0,-11-45 0,22 71 0,1 1 0,0-1 0,0 0 0,0 1 0,0-1 0,0 0 0,0 1 0,1-1 0,-1 1 0,1-1 0,0 1 0,0-1 0,0 1 0,0-1 0,0 1 0,0 0 0,1-1 0,-1 1 0,1 0 0,0 0 0,-1 0 0,1 0 0,0 1 0,0-1 0,0 0 0,1 1 0,3-3 0,8-4 0,0 0 0,1 1 0,22-7 0,-18 6 0,11-6 0,-2-1 0,0-2 0,27-20 0,-2 0 0,-38 29 0,1 1 0,0 0 0,0 0 0,1 2 0,24-6 0,21-6 0,-29 9 0,0 0 0,1 2 0,0 2 0,0 1 0,63 3 0,43-3 0,-127 1 0,0 0 0,-1-2 0,1 1 0,0-2 0,17-8 0,-17 7 0,1 1 0,-1 0 0,1 1 0,24-5 0,47 3 0,24-4 0,-31 2 0,134 2 0,-24 2 0,-160 1 0,37-9 0,-41 7 0,1 0 0,28 0 0,88 6 0,57-2 0,-69-26 0,-87 20 0,-1-1 0,0-2 0,-1-2 0,0-1 0,74-37 0,-77 33 202,-10 5-985,34-21-1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5:37.940"/>
    </inkml:context>
    <inkml:brush xml:id="br0">
      <inkml:brushProperty name="width" value="0.35" units="cm"/>
      <inkml:brushProperty name="height" value="0.35" units="cm"/>
      <inkml:brushProperty name="color" value="#FFFFFF"/>
    </inkml:brush>
  </inkml:definitions>
  <inkml:trace contextRef="#ctx0" brushRef="#br0">2407 344 24575,'-61'0'0,"-108"3"0,144-1 0,1 2 0,0 0 0,0 2 0,-43 15 0,40-12 0,-1-1 0,-40 6 0,15-3 0,19-5 0,0-2 0,0-1 0,0-1 0,-66-7 0,95 5 0,-1-1 0,1 0 0,0-1 0,0 1 0,0-1 0,0 0 0,0 0 0,0-1 0,0 1 0,-8-7 0,2 0 0,1-1 0,-16-19 0,11 13 0,10 11 0,-1 0 0,0 0 0,0 0 0,-9-4 0,-20-17 0,30 21 0,-1 1 0,1 0 0,0 0 0,-1 1 0,0-1 0,0 1 0,0 0 0,0 1 0,0-1 0,-1 2 0,-12-4 0,-3 3 0,0 0 0,-28 1 0,31 1 0,0 0 0,0-1 0,-32-6 0,14-1 0,0 2 0,-1 1 0,0 2 0,0 2 0,-65 6 0,78-1 0,-38 10 0,24-4 0,-84 22 0,117-30 0,0 0 0,0 0 0,1 1 0,-1 0 0,0 0 0,1 0 0,-8 7 0,7-5 0,0-1 0,0 0 0,-1 0 0,0-1 0,-8 4 0,-12-1 0,-1-2 0,1-1 0,-1-1 0,0-1 0,1-1 0,-46-7 0,65 6 0,-1-1 0,1 0 0,0 0 0,0-1 0,-1 0 0,2 0 0,-1-1 0,0 0 0,1-1 0,0 1 0,-9-9 0,5 4 0,1-1 0,1 0 0,-1 0 0,2-1 0,-1-1 0,-6-13 0,11 20 0,1 0 0,-1 1 0,1-1 0,-1 1 0,-1 0 0,1 0 0,0 0 0,-1 1 0,0-1 0,0 1 0,0 0 0,-7-2 0,69-22 0,-26 14 0,1 1 0,0 1 0,1 2 0,0 2 0,1 1 0,-1 1 0,46 0 0,-48 3 0,-1-2 0,37-8 0,-9 1 0,4-3 0,-42 9 0,1 0 0,31-2 0,320 5 0,-186 4 0,-167-1 0,1 1 0,-1 1 0,1 1 0,-1 1 0,36 13 0,-9-2 0,-15-10 0,0 0 0,0-2 0,0-2 0,1-1 0,56-5 0,-4 2 0,20 3 0,101-3 0,-130-13 0,-56 10 0,1 1 0,22-2 0,-10 3 0,36-9 0,-40 6 0,0 1 0,32-1 0,-33 5 0,76 2 0,-91 0 0,1 1 0,-1 0 0,-1 0 0,1 2 0,0-1 0,15 8 0,22 11 0,-25-12 0,-1 1 0,0 1 0,38 27 0,-13-6 0,-38-27 0,0 0 0,0 1 0,-1 0 0,0 0 0,-1 1 0,1 1 0,-1-1 0,8 12 0,28 28-1365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6:08.127"/>
    </inkml:context>
    <inkml:brush xml:id="br0">
      <inkml:brushProperty name="width" value="0.05" units="cm"/>
      <inkml:brushProperty name="height" value="0.05" units="cm"/>
      <inkml:brushProperty name="color" value="#FFFFFF"/>
    </inkml:brush>
  </inkml:definitions>
  <inkml:trace contextRef="#ctx0" brushRef="#br0">2056 261 24575,'0'-1'0,"0"0"0,-1-1 0,1 1 0,0 0 0,-1 0 0,1 0 0,-1 0 0,0 0 0,1 0 0,-1 0 0,0 1 0,1-1 0,-1 0 0,0 0 0,0 0 0,0 1 0,0-1 0,0 0 0,0 1 0,0-1 0,0 1 0,0-1 0,0 1 0,0-1 0,0 1 0,-2 0 0,-34-7 0,34 6 0,-63-1 0,61 2 0,0 0 0,0 1 0,0 0 0,0 0 0,0 0 0,0 0 0,0 1 0,0 0 0,0 0 0,-6 4 0,10 0 0,9-3 0,13 1 0,5-4 0,0 0 0,0-2 0,0-1 0,0-1 0,36-11 0,-59 14 0,0 0 0,0 0 0,-1 0 0,1 0 0,0-1 0,0 1 0,-1-1 0,1 0 0,0 1 0,-1-1 0,0 0 0,4-4 0,-6 5 0,1 1 0,-1-1 0,0 1 0,1-1 0,-1 1 0,0-1 0,0 0 0,0 1 0,1-1 0,-1 1 0,0-1 0,0 1 0,0-1 0,0 0 0,0 1 0,0-1 0,0 1 0,0-1 0,0 1 0,0-1 0,0 0 0,-1 1 0,1-1 0,0 1 0,0-1 0,-1 0 0,0-1 0,-1 1 0,1 0 0,0 0 0,-1 0 0,1 0 0,-1 0 0,1 0 0,-1 0 0,0 0 0,1 0 0,-1 1 0,0-1 0,-2 0 0,-22-4 0,1 1 0,-45-2 0,39 4 0,-846-30-3846,-6 30 1520,854 3 2286,-4-2 584,20 0-194,0 0 0,0 2 0,1-1 0,-1 1 1,0 1-1,1 0 0,-23 8 0,35-10-328,0 0 0,0 0 0,0 0 0,-1 0 0,1 0-1,0 0 1,0 0 0,0 0 0,0 0 0,-1 0 0,1 0 0,0 0 0,0 0-1,0 0 1,0 0 0,0 0 0,-1 0 0,1 1 0,0-1 0,0 0 0,0 0-1,0 0 1,0 0 0,0 0 0,0 0 0,0 1 0,-1-1 0,1 0-1,0 0 1,0 0 0,0 0 0,0 1 0,0-1 0,0 0 0,0 0 0,0 0-1,0 0 1,0 1 0,0-1 0,0 0 0,0 0 0,0 0 0,0 0 0,0 1-1,0-1 1,0 0 0,0 0 0,1 0 0,-1 1 0,10 4 722,16 0-285,0-3-307,1-2-1,-1 0 1,49-7 0,80-25-204,-20 4 67,-1 13-15,252 5 0,-110 7 0,-119-12 0,26-1 0,104 17 0,-339 2-18,1 3-1,0 2 1,-75 22-1,66-14-189,0-2-377,-587 123-825,605-130 1307,-113 20 88,148-24 102,10-1 145,20 0 487,34-1 510,28-1-1092,73-4-146,-153 3 9,-1 0 0,1 0 0,-1 0 0,1-1 0,-1 0 0,1 0 0,3-2 0,-7 4 0,-1-1 0,1 1 0,-1 0 0,1 0 0,0-1 0,-1 1 0,1 0 0,-1-1 0,1 1 0,-1 0 0,1-1 0,-1 1 0,1-1 0,-1 1 0,0-1 0,1 1 0,-1-1 0,0 1 0,1-1 0,-1 1 0,0-1 0,0 0 0,1 1 0,-1-1 0,0 1 0,0-1 0,0 0 0,0 1 0,0-1 0,0 1 0,0-1 0,0 0 0,0 1 0,0-1 0,0 0 0,0 1 0,-1-1 0,1 1 0,0-1 0,0 1 0,-1-1 0,1 0 0,0 1 0,-1-1 0,1 1 0,0-1 0,-1 1 0,1 0 0,-1-1 0,1 1 0,-1-1 0,1 1 0,-1 0 0,1-1 0,-1 1 0,1 0 0,-1 0 0,0-1 0,1 1 0,-1 0 0,0 0 0,-9-4 0,1 0 0,-1 1 0,0 0 0,0 1 0,-15-1 0,-15-5 0,-108-31 0,-46-11 0,160 39 0,25 3 0,10 7 0,-1 0 0,0 1 0,1-1 0,-1 1 0,1-1 0,-1 1 0,1 0 0,-1-1 0,1 1 0,-1-1 0,1 1 0,0 0 0,-1-1 0,1 1 0,-1 0 0,1 0 0,0 0 0,-1-1 0,1 1 0,0 0 0,-1 0 0,2 0 0,21-6 0,-14 3 0,0 0 0,1 1 0,18-2 0,-26 3 0,-1 1 0,1 0 0,0 0 0,0 0 0,-1 0 0,1 1 0,0-1 0,0 0 0,-1 1 0,1-1 0,0 1 0,-1 0 0,1 0 0,-1-1 0,1 1 0,-1 0 0,1 0 0,-1 0 0,0 1 0,1-1 0,-1 0 0,0 0 0,0 1 0,0-1 0,0 1 0,0-1 0,1 2 0,5 14 0,-6-13 0,0-1 0,1 1 0,-1 0 0,1-1 0,-1 1 0,1-1 0,0 0 0,0 1 0,1-1 0,-1 0 0,1 0 0,0 0 0,-1-1 0,1 1 0,0-1 0,1 0 0,-1 1 0,0-1 0,1-1 0,-1 1 0,1 0 0,-1-1 0,5 1 0,7 2 0,0-2 0,1 0 0,-1 0 0,25-2 0,-34 0 0,1-1 0,-1 1 0,1-1 0,0 0 0,-1-1 0,0 0 0,1 0 0,-1 0 0,0-1 0,0 0 0,0 0 0,-1 0 0,7-5 0,-10 6 0,-1 1 0,0 0 0,1-1 0,-1 1 0,0-1 0,0 1 0,0-1 0,0 0 0,0 0 0,0 1 0,0-1 0,0 0 0,-1 0 0,1 0 0,-1 0 0,0 0 0,1 0 0,-1 0 0,0 0 0,0 0 0,0-2 0,-1 1 0,0-1 0,0 1 0,0-1 0,-1 1 0,1 0 0,-1-1 0,1 1 0,-1 0 0,0 0 0,-5-5 0,-1-1 0,-1 1 0,0 0 0,-1 0 0,1 1 0,-1 0 0,-13-6 0,5 7 0,1 0 0,0 1 0,-1 1 0,0 1 0,0 0 0,0 1 0,0 1 0,-37 3 0,85-3 0,0 2 0,0 0 0,0 2 0,-1 2 0,43 11 0,-69-15-124,1 0 0,-1 1 0,0 0 0,0 0 0,0 0 0,0 0-1,0 0 1,0 1 0,0-1 0,4 6 0,4 8-6702</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6:26.043"/>
    </inkml:context>
    <inkml:brush xml:id="br0">
      <inkml:brushProperty name="width" value="0.1" units="cm"/>
      <inkml:brushProperty name="height" value="0.1" units="cm"/>
    </inkml:brush>
  </inkml:definitions>
  <inkml:trace contextRef="#ctx0" brushRef="#br0">1 33 24575,'0'-5'0,"5"-2"0,8 0 0,7 2 0,5 1 0,4 1 0,2 2 0,-4 0-8191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6:26.999"/>
    </inkml:context>
    <inkml:brush xml:id="br0">
      <inkml:brushProperty name="width" value="0.1" units="cm"/>
      <inkml:brushProperty name="height" value="0.1" units="cm"/>
    </inkml:brush>
  </inkml:definitions>
  <inkml:trace contextRef="#ctx0" brushRef="#br0">60 98 24575,'10'-7'0,"1"0"0,0 0 0,1 1 0,0 0 0,-1 1 0,26-7 0,103-32 0,-216 41 0,-124 4-1365,172-1-5461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6:49.482"/>
    </inkml:context>
    <inkml:brush xml:id="br0">
      <inkml:brushProperty name="width" value="0.1" units="cm"/>
      <inkml:brushProperty name="height" value="0.1" units="cm"/>
      <inkml:brushProperty name="color" value="#FFFFFF"/>
    </inkml:brush>
  </inkml:definitions>
  <inkml:trace contextRef="#ctx0" brushRef="#br0">749 120 24575,'-81'-1'0,"-91"3"0,166-2 0,1 1 0,-1 0 0,0 0 0,1 0 0,-1 0 0,1 1 0,-1 0 0,1 0 0,0 1 0,-5 2 0,10-5 0,0 0 0,0 0 0,-1 0 0,1 1 0,0-1 0,0 0 0,0 0 0,0 0 0,0 0 0,0 0 0,0 0 0,0 0 0,-1 0 0,1 1 0,0-1 0,0 0 0,0 0 0,0 0 0,0 0 0,0 0 0,0 0 0,0 1 0,0-1 0,0 0 0,0 0 0,0 0 0,0 0 0,0 0 0,0 0 0,0 1 0,0-1 0,0 0 0,0 0 0,0 0 0,0 0 0,0 0 0,0 0 0,0 1 0,0-1 0,1 0 0,-1 0 0,0 0 0,0 0 0,0 0 0,0 0 0,0 0 0,0 1 0,10 2 0,10 1 0,75-2 0,-1-3 0,112-16 0,-63 3 0,-128 14 0,0-1 0,0-1 0,0-1 0,-1 0 0,1-1 0,-1 0 0,16-7 0,-36 7 0,-10 2 0,-174-1 0,-356 40 0,314-8 0,229-28 0,0-1 0,-1 0 0,1 1 0,0-1 0,0 1 0,0 0 0,0 0 0,0 0 0,0 0 0,0 1 0,0-1 0,-5 4 0,8-4 0,0-1 0,0 0 0,0 0 0,0 0 0,0 1 0,0-1 0,0 0 0,-1 0 0,1 1 0,0-1 0,0 0 0,0 0 0,1 1 0,-1-1 0,0 0 0,0 0 0,0 1 0,0-1 0,0 0 0,0 0 0,0 1 0,0-1 0,0 0 0,0 0 0,1 1 0,-1-1 0,0 0 0,0 0 0,0 0 0,1 0 0,-1 1 0,0-1 0,0 0 0,0 0 0,1 0 0,-1 0 0,0 0 0,0 0 0,0 1 0,1-1 0,-1 0 0,0 0 0,0 0 0,1 0 0,-1 0 0,0 0 0,1 0 0,14 3 0,-15-3 0,53 6 0,0-2 0,77-5 0,-47-1 0,374 1 0,-1350 1 0,1004 0 0,348-9 0,-370 2 0,0-4 0,0-3 0,94-29 0,-165 34 0,-28 5 0,-38 2 0,41 2 0,-28 0 0,-279 4 0,241 0 0,0 4 0,-89 20 0,125-15 0,37-13 0,-1 0 0,1 0 0,0 0 0,0 0 0,0 0 0,-1 0 0,1 1 0,0-1 0,0 0 0,0 0 0,-1 0 0,1 0 0,0 0 0,0 0 0,0 0 0,0 1 0,0-1 0,-1 0 0,1 0 0,0 0 0,0 0 0,0 1 0,0-1 0,0 0 0,0 0 0,0 0 0,0 1 0,0-1 0,-1 0 0,1 0 0,0 0 0,0 1 0,0-1 0,0 0 0,0 0 0,0 0 0,0 1 0,1-1 0,-1 0 0,0 0 0,0 1 0,18 3 0,25-2 0,1-2 0,-1-2 0,47-8 0,129-33 0,-128 24 0,33-4 0,0 6 0,203-2 0,27 2-1365,-312 12-5461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10.422"/>
    </inkml:context>
    <inkml:brush xml:id="br0">
      <inkml:brushProperty name="width" value="0.1" units="cm"/>
      <inkml:brushProperty name="height" value="0.1" units="cm"/>
      <inkml:brushProperty name="color" value="#FFFFFF"/>
    </inkml:brush>
  </inkml:definitions>
  <inkml:trace contextRef="#ctx0" brushRef="#br0">1581 723 24575,'3'-1'0,"-1"1"0,1-1 0,-1 0 0,1 1 0,-1-1 0,0 0 0,0-1 0,4-1 0,13-6 0,7 3 0,0 2 0,0 0 0,0 2 0,52 2 0,-55 2 0,-1-2 0,1 0 0,-1-2 0,0 0 0,1-1 0,-1-2 0,37-12 0,32-15 0,-62 24 0,-1-2 0,37-18 0,-51 19 0,-1 0 0,0-1 0,-1-1 0,0 0 0,13-16 0,-17 17 0,1 1 0,0 0 0,0 0 0,1 1 0,0 0 0,0 1 0,1 0 0,0 0 0,17-6 0,-9 7 0,-1-1 0,-1 0 0,1-1 0,-2-1 0,20-13 0,-31 18 0,1 0 0,-1-1 0,0 0 0,0 0 0,-1 0 0,1 0 0,-1-1 0,0 0 0,-1 0 0,0 0 0,0 0 0,0 0 0,0-1 0,-1 0 0,0 1 0,-1-1 0,2-11 0,12-73 0,-8 54 0,3-44 0,-7 75 0,3 14 0,4 14 0,-4 12 0,-1 1 0,-2 0 0,-1 0 0,-4 50 0,0-39 0,2-121 0,0 36 0,0 31 0,0 13 0,0 94 0,0-93 0,0-14 0,0 2 0,0-11 0,0 1 0,5-27 0,-5 39 0,1 0 0,0 0 0,0 0 0,0 1 0,1-1 0,-1 1 0,1-1 0,0 1 0,0-1 0,0 1 0,0 0 0,0 0 0,1 0 0,0 0 0,-1 1 0,1-1 0,4-3 0,-6 6 0,0-1 0,0 1 0,0-1 0,0 1 0,0-1 0,0 1 0,0-1 0,0 1 0,0 0 0,0 0 0,0-1 0,0 1 0,0 0 0,0 0 0,0 0 0,0 0 0,0 0 0,0 0 0,0 1 0,0-1 0,0 0 0,0 0 0,0 1 0,0-1 0,0 1 0,0-1 0,0 1 0,2 0 0,-2 1 0,1 0 0,0 0 0,-1 0 0,1 0 0,-1 1 0,0-1 0,1 0 0,-1 1 0,0-1 0,-1 1 0,2 3 0,1 8 0,-1 1 0,0-1 0,-1 17 0,-1-31 0,-3 199 0,3-196 0,-1 0 0,1 0 0,0-1 0,-1 1 0,0 0 0,0 0 0,0-1 0,0 1 0,0-1 0,0 1 0,-1-1 0,1 1 0,-1-1 0,0 0 0,1 0 0,-1 1 0,0-2 0,0 1 0,-1 0 0,1 0 0,0 0 0,-1-1 0,1 0 0,-1 1 0,1-1 0,-3 1 0,-6 1 0,0-1 0,0 0 0,0-1 0,0 0 0,-16-1 0,-29 3 0,0 7 0,-1-3 0,-93 0 0,126-5 0,-1 1 0,1 0 0,0 2 0,-28 10 0,130-11 0,-29-4 0,-26 2 0,-1-2 0,1-1 0,-1 0 0,0-2 0,1 0 0,38-12 0,-58 14 0,0-1 0,0 1 0,0-1 0,-1 1 0,1-1 0,0 0 0,-1 0 0,0 0 0,1-1 0,-1 1 0,0 0 0,0-1 0,0 1 0,0-1 0,-1 0 0,1 0 0,-1 1 0,0-1 0,2-4 0,-1-3 0,1-1 0,-1 0 0,-1 0 0,0-13 0,4-24 0,-3 37 0,1 0 0,0 0 0,0 1 0,8-16 0,-10 24 0,0 0 0,0 0 0,0 0 0,0 0 0,0 1 0,0-1 0,1 0 0,-1 1 0,1-1 0,-1 1 0,1-1 0,-1 1 0,1 0 0,0 0 0,0 0 0,0 0 0,-1 0 0,1 0 0,0 0 0,0 1 0,0-1 0,1 1 0,-1-1 0,0 1 0,0 0 0,0 0 0,0 0 0,0 0 0,0 0 0,0 0 0,4 1 0,-5-1 0,0 1 0,1-1 0,-1 1 0,0-1 0,0 1 0,1-1 0,-1 1 0,0 0 0,0-1 0,0 1 0,0 0 0,0 0 0,0 0 0,0 0 0,0 0 0,0 0 0,0 0 0,0 0 0,0 0 0,-1 0 0,1 1 0,-1-1 0,1 0 0,-1 1 0,1-1 0,-1 0 0,0 1 0,1-1 0,-1 0 0,0 1 0,0-1 0,0 0 0,0 1 0,0-1 0,-1 1 0,1-1 0,0 0 0,0 1 0,-1-1 0,1 0 0,-1 0 0,0 1 0,1-1 0,-1 0 0,-1 2 0,0 2 0,-1 0 0,0-1 0,0 1 0,-1 0 0,1-1 0,-1 0 0,0 0 0,0 0 0,0-1 0,-6 5 0,-36 8 0,41-14 0,-1-1 0,0 1 0,1 0 0,-1 0 0,1 0 0,0 1 0,0 0 0,0 0 0,-6 4 0,11-7 0,-1 1 0,0-1 0,1 1 0,-1-1 0,1 1 0,-1 0 0,0-1 0,1 1 0,0-1 0,-1 1 0,1 0 0,-1-1 0,1 1 0,0 0 0,-1 0 0,1-1 0,0 1 0,0 0 0,0 0 0,0 0 0,-1-1 0,1 1 0,0 0 0,0 0 0,0 0 0,1-1 0,-1 2 0,1-1 0,-1 0 0,1 0 0,0 0 0,0 0 0,0-1 0,-1 1 0,1 0 0,0 0 0,0-1 0,0 1 0,0-1 0,0 1 0,0-1 0,1 1 0,-1-1 0,1 1 0,4 0 0,-1 0 0,1 0 0,-1 0 0,1-1 0,0 1 0,9-2 0,-9 0 0,-1-1 0,1 0 0,0 0 0,0-1 0,-1 0 0,0 0 0,1 0 0,-1 0 0,7-7 0,-9 8 0,-1-1 0,1 1 0,-1 0 0,1-1 0,-1 1 0,0-1 0,0 0 0,0 0 0,0 0 0,-1 0 0,1 0 0,-1 0 0,1-1 0,-1 1 0,-1 0 0,1-1 0,0 1 0,0-5 0,-1 7 0,0 0 0,0 1 0,0-1 0,0 0 0,0 1 0,0-1 0,0 0 0,-1 0 0,1 1 0,0-1 0,0 0 0,-1 1 0,1-1 0,0 0 0,-1 1 0,1-1 0,-1 0 0,1 1 0,0-1 0,-1 1 0,0-1 0,1 1 0,-1-1 0,1 1 0,-1 0 0,1-1 0,-1 1 0,0-1 0,1 1 0,-1 0 0,-1-1 0,0 1 0,0 0 0,0 0 0,0 1 0,0-1 0,0 0 0,0 1 0,0-1 0,0 1 0,1 0 0,-1-1 0,-3 3 0,-4 2 0,0 1 0,0 0 0,-10 9 0,-1 4 0,15-13 0,-1-1 0,0 1 0,1-1 0,-2-1 0,1 1 0,0-1 0,-1 0 0,0 0 0,0-1 0,-9 3 0,-2-1 0,1-1 0,1 0 0,1 1 0,-1 0 0,1 1 0,0 1 0,0 1 0,-18 11 0,24-13 0,0 0 0,-1-1 0,1-1 0,-1 0 0,0 0 0,0-1 0,0 0 0,-1-1 0,1 0 0,-1 0 0,-11-1 0,-48 10 0,37-4 0,-1-2 0,1-2 0,-1-1 0,-38-3 0,-53 3 0,105 1 0,1 0 0,0 0 0,0 2 0,0 0 0,1 2 0,0 0 0,0 1 0,-24 14 0,37-18 0,0 0 0,1 0 0,-1 1 0,1 0 0,0-1 0,1 1 0,-1 1 0,1-1 0,0 0 0,0 1 0,1 0 0,-1-1 0,-1 8 0,-13 27 0,13-35 0,1 0 0,-1-1 0,0 0 0,0 1 0,-1-2 0,1 1 0,-1 0 0,0-1 0,0 0 0,0 0 0,0-1 0,-1 1 0,1-1 0,0 0 0,-9 1 0,-6 3 0,0-2 0,-42 4 0,-172-7 0,119-2 0,101 0 0,-1 0 0,1-1 0,0 0 0,0-1 0,0 0 0,0-1 0,1-1 0,-1-1 0,1 1 0,1-2 0,-1 0 0,-12-10 0,24 17 0,0 0 0,1 0 0,-1-1 0,1 1 0,-1-1 0,1 1 0,-1 0 0,1-1 0,-1 1 0,1-1 0,0 1 0,-1-1 0,1 1 0,0-1 0,-1 0 0,1 1 0,0-1 0,0 1 0,-1-1 0,1 0 0,0 1 0,0-1 0,0 1 0,0-1 0,0 0 0,0 1 0,0-1 0,0 0 0,0 1 0,0-2 0,1 1 0,0 0 0,0 0 0,0 1 0,-1-1 0,1 0 0,0 0 0,0 1 0,1-1 0,-1 1 0,0-1 0,0 1 0,0-1 0,0 1 0,2-1 0,45-5 0,-48 6 0,106 0 0,-69 1 0,0-2 0,0 0 0,42-9 0,-1-1 0,0 3 0,1 3 0,94 8 0,-42-1 0,-91-1 0,-25 0 0,0 0 0,0-2 0,0 1 0,-1-2 0,24-4 0,-28-1 0,-16 1 0,-25-1 0,-260-2 0,217 9 0,36 0 0,1 1 0,-1 2 0,0 2 0,1 1 0,-61 19 0,72-18 0,1 0 0,0-1 0,-1-2 0,-38 2 0,-105-7 0,71-2 0,-54 3 0,144-1 0,8-1 0,16-5 0,37-7 0,-50 13 0,65-12 0,2 2 0,102-1 0,-69 5 0,-9-6 0,-61 7 0,44-2 0,-26 3 0,-1-3 0,1-1 0,-2-3 0,50-18 0,-92 27 0,33-6 0,-31 8 0,0-1 0,-1 0 0,0 0 0,1-1 0,13-6 0,-22 9 0,0 0 0,1 0 0,-1 0 0,0 0 0,0-1 0,0 1 0,0 0 0,1 0 0,-1 0 0,0 0 0,0 0 0,0-1 0,0 1 0,0 0 0,1 0 0,-1 0 0,0 0 0,0-1 0,0 1 0,0 0 0,0 0 0,0 0 0,0-1 0,0 1 0,0 0 0,0 0 0,0-1 0,0 1 0,0 0 0,0 0 0,0 0 0,0-1 0,0 1 0,0 0 0,0 0 0,0 0 0,0-1 0,0 1 0,0 0 0,0 0 0,0 0 0,-1-1 0,1 1 0,0 0 0,0 0 0,0 0 0,0 0 0,0-1 0,-1 1 0,1 0 0,0 0 0,0 0 0,0 0 0,0 0 0,-1 0 0,1 0 0,0 0 0,0-1 0,0 1 0,-1 0 0,1 0 0,-18-6 0,-38-2 0,-1 1 0,0 4 0,-67 3 0,43 1 0,-556 0 0,562 3 0,-80 13 0,62-5 0,86-11 0,0 0 0,1 0 0,-1 1 0,1 0 0,-10 4 0,16-6 0,0 0 0,0 0 0,1 0 0,-1 0 0,0 0 0,0 0 0,1 0 0,-1 0 0,0 0 0,0 0 0,1 0 0,-1 0 0,0 0 0,0 1 0,0-1 0,1 0 0,-1 0 0,0 0 0,0 0 0,0 1 0,1-1 0,-1 0 0,0 0 0,0 0 0,0 1 0,0-1 0,0 0 0,0 0 0,0 0 0,1 1 0,-1-1 0,0 0 0,0 0 0,0 1 0,0-1 0,0 0 0,0 0 0,0 1 0,0-1 0,0 0 0,0 0 0,0 1 0,-1-1 0,1 0 0,0 0 0,0 1 0,0-1 0,0 0 0,0 0 0,0 1 0,0-1 0,-1 0 0,1 0 0,0 0 0,0 0 0,0 1 0,-1-1 0,1 0 0,0 0 0,0 0 0,0 0 0,-1 1 0,26 3 0,79 1 0,121-8 0,105-25 0,-316 27 0,195-31 0,-137 18 0,0 3 0,89-1 0,-217 12 0,-326 3 0,223 14 0,99-9 0,-72 1 0,-156 6 0,77-1 0,-3-13 0,236-3 0,1-1 0,43-13 0,16-2 0,772-85-163,-626 85-143,401-15-328,-619 33 624,-4 1 34,-1-1 1,1 0 0,0-1 0,-1 1-1,1-1 1,9-3 0,-14 4-7,-1 0-1,0 0 1,0 0 0,1 0-1,-1 0 1,0 0 0,0 0-1,1 0 1,-1-1 0,0 1 0,0 0-1,0 0 1,1 0 0,-1 0-1,0-1 1,0 1 0,0 0-1,0 0 1,1 0 0,-1-1 0,0 1-1,0 0 1,0 0 0,0-1-1,0 1 1,0 0 0,0 0 0,0 0-1,0-1 1,1 1 0,-1 0-1,0-1 1,0 1 0,0 0-1,-1 0 1,1-1 0,0 1 0,0 0-1,0 0 1,0-1 0,-10-8 150,-15-5-143,25 14-25,-30-13 3,0 2 1,-1 2-1,0 1 0,-1 1 1,1 1-1,-40-1 0,-201 7-6,125 3 4,56-4-1,-100 3 0,181-1 0,0 0 0,0 1 0,-1 0 0,1 1 0,1 0 0,-1 1 0,-11 5 0,21-9 0,-1 0 0,1 0 0,-1 0 0,1 0 0,-1 1 0,1-1 0,0 0 0,-1 1 0,1-1 0,-1 0 0,1 0 0,0 1 0,-1-1 0,1 1 0,0-1 0,-1 0 0,1 1 0,0-1 0,0 1 0,0-1 0,-1 0 0,1 1 0,0-1 0,0 1 0,0-1 0,0 1 0,0-1 0,0 1 0,0-1 0,0 1 0,0-1 0,0 1 0,0-1 0,0 1 0,0-1 0,0 1 0,0-1 0,0 1 0,1-1 0,-1 0 0,0 1 0,0-1 0,0 1 0,1-1 0,-1 0 0,0 1 0,1-1 0,-1 1 0,0-1 0,1 0 0,-1 0 0,1 1 0,-1-1 0,0 0 0,1 1 0,0-1 0,29 12 0,20-6 0,1-2 0,0-2 0,55-5 0,-11 0 0,-73 3 0,10 0 0,0-1 0,0-1 0,39-8 0,132-31 0,-176 37 0,52-2 0,-62 6 0,0 0 0,1-1 0,-1-2 0,0 1 0,0-2 0,0 0 0,-1-1 0,17-7 0,-19 5 0,0 1 0,1 1 0,0 1 0,0 0 0,0 1 0,1 0 0,15 0 0,112 3 0,-76 2 0,-64-2 0,-1 0 0,1 0 0,0 0 0,0 1 0,0-1 0,-1 1 0,1 0 0,4 1 0,-3 6 0,-15 4 0,-96 64 0,97-71 0,0 0 0,-1-1 0,1-1 0,-1 1 0,0-2 0,0 0 0,0 0 0,0-1 0,0 0 0,0-1 0,0 0 0,-13-2 0,9 1 0,0 1 0,-1 0 0,1 1 0,-29 6 0,44-8 0,-1 1 0,1 0 0,-1 0 0,0 0 0,1 0 0,-1 1 0,1-1 0,-1 0 0,1 0 0,-1 0 0,1 0 0,-1 0 0,1 1 0,-1-1 0,1 0 0,-1 1 0,1-1 0,-1 0 0,1 1 0,-1-1 0,1 0 0,0 1 0,-1-1 0,1 1 0,0-1 0,-1 1 0,1-1 0,0 1 0,-1-1 0,1 1 0,0 0 0,16 6 0,29 0 0,23-3 0,97-7 0,-149 1 0,-1 0 0,1-1 0,-1-1 0,0 0 0,0-1 0,17-9 0,-31 14 0,0-1 0,-1 1 0,1-1 0,0 1 0,-1 0 0,1-1 0,0 1 0,-1-1 0,1 0 0,-1 1 0,1-1 0,-1 1 0,1-1 0,-1 0 0,1 1 0,-1-1 0,0 0 0,1 0 0,-7-8 0,3 8 0,1 0 0,-1 0 0,0 0 0,1 0 0,-1 0 0,0 1 0,0-1 0,-5 1 0,-11 1 0,-1 1 0,0 2 0,1 0 0,-1 0 0,1 2 0,0 1 0,-24 11 0,21-8 0,-2-1 0,1-1 0,-1-1 0,-28 5 0,40-11 0,4-1 0,0 1 0,0 0 0,0 0 0,0 1 0,0 0 0,0 1 0,1 0 0,-12 5 0,19-4 0,9 0 0,11-2 0,258 0 0,-138-4 0,-124 2 0,0-1 0,0-1 0,0 0 0,-1-1 0,1-1 0,-1-1 0,30-12 0,-45 17 0,1 0 0,-1 0 0,1 0 0,-1 0 0,1-1 0,-1 1 0,1 0 0,-1 0 0,1-1 0,-1 1 0,1 0 0,-1-1 0,1 1 0,-1-1 0,1 1 0,-1 0 0,0-1 0,1 1 0,-1-1 0,0 1 0,0-1 0,1 1 0,-1-1 0,0 1 0,0-1 0,0 1 0,1-1 0,-1 1 0,0-1 0,0 0 0,0 1 0,0-1 0,0 0 0,-1 0 0,0 0 0,0 0 0,0 1 0,0-1 0,0 0 0,0 1 0,0-1 0,0 1 0,0-1 0,0 1 0,0-1 0,-1 1 0,1 0 0,-1-1 0,-45-5 0,-316 4 0,176 4 0,141 0 0,26-1 0,1-1 0,-1 0 0,-21-4 0,41 4 0,0 0 0,0 0 0,0 0 0,-1 0 0,1 0 0,0 0 0,0 0 0,-1 0 0,1 0 0,0 0 0,0 0 0,0 0 0,-1 0 0,1 0 0,0 0 0,0 0 0,0-1 0,-1 1 0,1 0 0,0 0 0,0 0 0,0 0 0,0-1 0,-1 1 0,1 0 0,0 0 0,0 0 0,0-1 0,0 1 0,0 0 0,0 0 0,0 0 0,0-1 0,0 1 0,-1 0 0,1 0 0,0-1 0,0 1 0,0 0 0,0 0 0,0 0 0,0-1 0,1 1 0,-1 0 0,0 0 0,0-1 0,0 1 0,0 0 0,0 0 0,0 0 0,0-1 0,0 1 0,0 0 0,1 0 0,-1 0 0,0-1 0,0 1 0,0 0 0,0 0 0,1 0 0,-1 0 0,0 0 0,0-1 0,0 1 0,1 0 0,16-12 0,-14 9 0,39-24 0,2 1 0,60-25 0,100-31 0,-92 39 0,-40 18 0,106-22 0,-112 31 0,-65 16 0,4-1 0,0 0 0,-1 0 0,1 0 0,-1-1 0,0 0 0,1 0 0,-1 0 0,0 0 0,4-3 0,-8 4 0,0 1 0,0 0 0,0 0 0,1 0 0,-1 0 0,0 0 0,0 0 0,0 0 0,0 0 0,0 0 0,0 0 0,0 0 0,0-1 0,1 1 0,-1 0 0,0 0 0,0 0 0,0 0 0,0 0 0,0 0 0,0-1 0,0 1 0,0 0 0,0 0 0,0 0 0,0 0 0,0 0 0,0 0 0,0-1 0,0 1 0,0 0 0,0 0 0,0 0 0,0 0 0,0 0 0,0-1 0,0 1 0,0 0 0,0 0 0,0 0 0,0 0 0,-1 0 0,1 0 0,0 0 0,0-1 0,0 1 0,0 0 0,0 0 0,0 0 0,0 0 0,0 0 0,-1 0 0,1 0 0,0 0 0,0 0 0,-12-2 0,-16 5 0,-37 13 0,-89 35 0,-8 3 0,131-46 0,1-2 0,-1-1 0,-46 3 0,58-8 0,1 2 0,-1 0 0,-24 7 0,34-7 0,0 1 0,1 0 0,0 1 0,-1-1 0,1 2 0,1-1 0,-1 1 0,-14 11 0,22-15 0,-1-1 0,1 0 0,-1 1 0,1-1 0,-1 1 0,1-1 0,-1 1 0,1-1 0,0 1 0,-1-1 0,1 1 0,0-1 0,-1 1 0,1-1 0,0 1 0,-1 0 0,1-1 0,0 1 0,0 0 0,0-1 0,0 1 0,0-1 0,0 1 0,0 0 0,0-1 0,0 1 0,0 0 0,0-1 0,0 1 0,0 0 0,1 0 0,0 0 0,0 0 0,0 0 0,0 0 0,0 0 0,0 0 0,0-1 0,0 1 0,1-1 0,-1 1 0,0-1 0,0 1 0,0-1 0,2 1 0,45 5 0,-47-6 0,81 3 0,99-8 0,-175 4 0,-1 0 0,1-1 0,-1 0 0,1 0 0,-1 0 0,1 0 0,-1-1 0,0 0 0,0 0 0,0-1 0,-1 1 0,1-1 0,-1 0 0,0 0 0,0 0 0,5-9 0,6-8 0,-1 0 0,17-36 0,-14 25 0,-7 16 0,11-20 0,-20 35 0,-1 0 0,1-1 0,-1 1 0,1 0 0,-1 0 0,1-1 0,-1 1 0,0 0 0,0-1 0,0 1 0,0 0 0,0-1 0,0 1 0,0-1 0,0 1 0,0 0 0,0-1 0,-1 1 0,1 0 0,-1 0 0,1-1 0,-2-1 0,1 2 0,0 1 0,0-1 0,0 1 0,0-1 0,0 1 0,0-1 0,0 1 0,0 0 0,0-1 0,0 1 0,0 0 0,0 0 0,-1 0 0,1 0 0,0 0 0,0 0 0,0 0 0,0 0 0,0 0 0,-1 0 0,1 1 0,0-1 0,0 1 0,0-1 0,0 1 0,0-1 0,0 1 0,0-1 0,0 1 0,-1 1 0,-29 22 0,-26 53 0,41-52 0,-34 37 0,29-41-85,7-7-341,1 0-1,-19 26 0,19-17-6399</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5:59.629"/>
    </inkml:context>
    <inkml:brush xml:id="br0">
      <inkml:brushProperty name="width" value="0.05" units="cm"/>
      <inkml:brushProperty name="height" value="0.05" units="cm"/>
      <inkml:brushProperty name="color" value="#FFFFFF"/>
    </inkml:brush>
  </inkml:definitions>
  <inkml:trace contextRef="#ctx0" brushRef="#br0">2830 569 24575,'75'1'0,"-29"1"0,-1-2 0,1-2 0,60-11 0,-47 4 0,1 2 0,0 3 0,69 4 0,-87 0 0,-41 0 0,47-3 0,-46 3 0,-1 0 0,1-1 0,-1 1 0,1 0 0,-1-1 0,1 1 0,-1 0 0,0-1 0,1 0 0,-1 1 0,0-1 0,0 0 0,1 0 0,-1 0 0,0 0 0,0 0 0,0 0 0,0 0 0,0 0 0,0 0 0,0 0 0,0 0 0,-1-1 0,1 1 0,0 0 0,-1-1 0,1 1 0,-1-1 0,1-1 0,-1 2 0,0 0 0,-1 0 0,1 0 0,0 0 0,-1 0 0,1 0 0,-1 0 0,1 1 0,-1-1 0,1 0 0,-1 0 0,0 0 0,1 0 0,-1 1 0,0-1 0,0 0 0,0 1 0,1-1 0,-1 1 0,0-1 0,0 0 0,0 1 0,0 0 0,0-1 0,0 1 0,0 0 0,-1-1 0,-32-6 0,30 7 0,-34-4 0,-39 1 0,45 3 0,-1-2 0,-38-7 0,-137-30 0,166 34 0,-1 1 0,-50 3 0,-28-2 0,109 2 0,1-1 0,0 0 0,-1-1 0,1 0 0,-21-9 0,31 8 0,9 2 0,10 0 0,25-2 0,0-2 0,57-15 0,-60 10 0,1 3 0,77-6 0,-70 15 0,-19 0 0,34-4 0,-55 2 0,-1 0 0,1 0 0,-1-1 0,0 0 0,0 0 0,0-1 0,0 0 0,0 0 0,10-6 0,-17 8 0,1 1 0,-1 0 0,1 0 0,-1-1 0,1 1 0,-1 0 0,1-1 0,-1 1 0,1-1 0,-1 1 0,0 0 0,1-1 0,-1 1 0,0-1 0,1 1 0,-1-1 0,0 1 0,0-1 0,1 1 0,-1-1 0,0 0 0,0 1 0,0-1 0,0 1 0,0-1 0,0 1 0,0-1 0,0 0 0,0 1 0,0-1 0,0 1 0,0-1 0,0 1 0,0-1 0,-1 0 0,1 1 0,0-1 0,0 1 0,-1-1 0,1 1 0,0-1 0,-1 1 0,1-1 0,0 1 0,-1 0 0,1-1 0,-1 1 0,1 0 0,-1-1 0,1 1 0,-1 0 0,1-1 0,-1 1 0,1 0 0,-2-1 0,-37-14 0,-17 3 0,-93-8 0,-536-24-3756,-5 32-550,619 12 4247,-85-2-58,-984 3-2893,1125-1 2925,-53 1 1354,-123 18 1,155-8 1401,36-11-2615,0 0 0,-1 0 0,1 0 0,-1 0-1,1 1 1,-1-1 0,1 0 0,0 0 0,-1 0 0,1 1 0,0-1 0,-1 0 0,1 1 0,0-1 0,-1 0 0,1 0 0,0 1-1,0-1 1,-1 1 0,1-1 0,0 0 0,0 1 0,-1-1 0,1 1 0,0-1 0,0 0 0,0 1 0,0-1 0,0 1-1,0-1 1,0 1 0,11 7 1595,23 1-488,8-7-674,-1-1 0,81-9-1,-44 2-434,1661-135-3430,-1236 110 3419,-166 29 3087,-234 2-2917,-61 0-227,-101 0 18,-1694 0-1927,1329 0 3630,523 2-1483,121-5-232,-131-11 114,-38 5-1577,-24 5-5355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6:00.379"/>
    </inkml:context>
    <inkml:brush xml:id="br0">
      <inkml:brushProperty name="width" value="0.05" units="cm"/>
      <inkml:brushProperty name="height" value="0.05" units="cm"/>
      <inkml:brushProperty name="color" value="#FFFFFF"/>
    </inkml:brush>
  </inkml:definitions>
  <inkml:trace contextRef="#ctx0" brushRef="#br0">0 1 24575,'1235'0'-1365,"-1201"0"-5461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6:45.336"/>
    </inkml:context>
    <inkml:brush xml:id="br0">
      <inkml:brushProperty name="width" value="0.1" units="cm"/>
      <inkml:brushProperty name="height" value="0.1" units="cm"/>
      <inkml:brushProperty name="color" value="#FFFFFF"/>
    </inkml:brush>
  </inkml:definitions>
  <inkml:trace contextRef="#ctx0" brushRef="#br0">1012 358 24575,'15'-1'0,"-1"-1"0,0 0 0,0-1 0,0-1 0,0 0 0,25-11 0,-23 8 0,1 1 0,-1 0 0,1 2 0,19-3 0,59-8 0,-51 7 0,70-4 0,-68 13 0,-32 0 0,1 0 0,-1-1 0,0-1 0,1 0 0,18-5 0,-32 6 0,-1 0 0,1 0 0,-1 0 0,1 0 0,0 0 0,-1 0 0,1 0 0,-1-1 0,1 1 0,-1 0 0,1 0 0,-1 0 0,1-1 0,-1 1 0,1 0 0,-1 0 0,1-1 0,-1 1 0,1 0 0,-1-1 0,0 1 0,1-1 0,-1 1 0,0-1 0,1 1 0,-1-1 0,0 1 0,0-1 0,1 1 0,-1-1 0,0 1 0,0-1 0,-16-7 0,-30 0 0,-326 5 0,192 5 0,98-2 0,125 1 0,-1-3 0,0-1 0,55-12 0,-54 6 0,-121 5 0,-77 5 0,155-1 0,-1 0 0,1 0 0,0 0 0,0 0 0,0 0 0,0 0 0,0 0 0,0 0 0,-1 0 0,1 0 0,0 0 0,0 1 0,0-1 0,0 0 0,0 0 0,0 0 0,-1 0 0,1 0 0,0 0 0,0 0 0,0 0 0,0-1 0,0 1 0,-1 0 0,1 0 0,0 0 0,0 0 0,0 0 0,0 0 0,0 0 0,0 0 0,0 0 0,-1 0 0,1 0 0,0 0 0,0 0 0,0-1 0,0 1 0,0 0 0,0 0 0,0 0 0,0 0 0,0 0 0,0 0 0,0-1 0,-1 1 0,1 0 0,0 0 0,0 0 0,0 0 0,0 0 0,0 0 0,0-1 0,0 1 0,0 0 0,0 0 0,0 0 0,0 0 0,10-8 0,22-9 0,-27 15 0,42-17 0,-38 17 0,-1-1 0,1 0 0,-1-1 0,0 1 0,0-2 0,13-8 0,-13 7 0,1 0 0,0 1 0,0 0 0,1 0 0,-1 1 0,17-5 0,26-12 0,-50 20 0,0 0 0,0 0 0,0 0 0,0-1 0,0 1 0,0-1 0,-1 1 0,1-1 0,0 0 0,-1 0 0,2-2 0,-2 3 0,-1 0 0,0 1 0,0-1 0,0 0 0,0 1 0,0-1 0,0 0 0,1 1 0,-2-1 0,1 0 0,0 1 0,0-1 0,0 0 0,0 1 0,0-1 0,0 1 0,-1-1 0,1 0 0,0 1 0,-1-1 0,1 1 0,0-1 0,-1 1 0,1-1 0,0 1 0,-1-1 0,1 1 0,-1-1 0,1 1 0,-1-1 0,1 1 0,-1 0 0,0-1 0,1 1 0,-1 0 0,1 0 0,-1-1 0,0 1 0,1 0 0,-1 0 0,0 0 0,1 0 0,-1 0 0,0 0 0,-22-5 0,-1 1 0,1 1 0,0 2 0,-1 0 0,-45 5 0,4-1 0,-37-5 0,-81 5 0,106 12 0,57-10 0,0-1 0,-24 2 0,15-4 0,-1 2 0,1 1 0,-1 1 0,2 2 0,-35 13 0,46-16 0,0 0 0,0-1 0,-1 0 0,1-2 0,-21 1 0,-93-4 0,56-1 0,44 1-1365,4 1-5461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6:46.119"/>
    </inkml:context>
    <inkml:brush xml:id="br0">
      <inkml:brushProperty name="width" value="0.1" units="cm"/>
      <inkml:brushProperty name="height" value="0.1" units="cm"/>
      <inkml:brushProperty name="color" value="#FFFFFF"/>
    </inkml:brush>
  </inkml:definitions>
  <inkml:trace contextRef="#ctx0" brushRef="#br0">217 0 24575,'-5'0'0,"-8"0"0,-6 0 0,-1 6 0,-2 1 0,-2 0 0,-3 3 0,-2 1 0,-2 4 0,5-1-8191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0.474"/>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1.49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2.70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3.195"/>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3.99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4.56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5.39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7.621"/>
    </inkml:context>
    <inkml:brush xml:id="br0">
      <inkml:brushProperty name="width" value="0.35" units="cm"/>
      <inkml:brushProperty name="height" value="0.35" units="cm"/>
      <inkml:brushProperty name="color" value="#FFFFFF"/>
    </inkml:brush>
  </inkml:definitions>
  <inkml:trace contextRef="#ctx0" brushRef="#br0">0 13 24575,'0'-5'0,"6"-2"0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8.132"/>
    </inkml:context>
    <inkml:brush xml:id="br0">
      <inkml:brushProperty name="width" value="0.35" units="cm"/>
      <inkml:brushProperty name="height" value="0.35" units="cm"/>
      <inkml:brushProperty name="color" value="#FFFFFF"/>
    </inkml:brush>
  </inkml:definitions>
  <inkml:trace contextRef="#ctx0" brushRef="#br0">0 1 24575,'6'0'0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8.50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8.96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9.46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49.67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52.690"/>
    </inkml:context>
    <inkml:brush xml:id="br0">
      <inkml:brushProperty name="width" value="0.35" units="cm"/>
      <inkml:brushProperty name="height" value="0.35" units="cm"/>
      <inkml:brushProperty name="color" value="#FFFFFF"/>
    </inkml:brush>
  </inkml:definitions>
  <inkml:trace contextRef="#ctx0" brushRef="#br0">0 18 24575,'0'-5'0,"0"-8"0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6.90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7.11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7.28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7.941"/>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8.117"/>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8.29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8.45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54.249"/>
    </inkml:context>
    <inkml:brush xml:id="br0">
      <inkml:brushProperty name="width" value="0.35" units="cm"/>
      <inkml:brushProperty name="height" value="0.35" units="cm"/>
      <inkml:brushProperty name="color" value="#FFFFFF"/>
    </inkml:brush>
  </inkml:definitions>
  <inkml:trace contextRef="#ctx0" brushRef="#br0">1 0 24575,'5'0'0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54.76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57.292"/>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58.98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7:59.52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3.22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3.60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4.512"/>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5.16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5.84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6.454"/>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6.866"/>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7.074"/>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09.128"/>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1.790"/>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2.14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2.34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12.53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2.531"/>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2.75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3.71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3.91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4.09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6.893"/>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7.08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7.339"/>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9.75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8:29.94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3.014"/>
    </inkml:context>
    <inkml:brush xml:id="br0">
      <inkml:brushProperty name="width" value="0.35" units="cm"/>
      <inkml:brushProperty name="height" value="0.35" units="cm"/>
      <inkml:brushProperty name="color" value="#FFFFFF"/>
    </inkml:brush>
  </inkml:definitions>
  <inkml:trace contextRef="#ctx0" brushRef="#br0">13 6 24575,'-5'0'0,"-2"-6"0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3.20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3.39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3.61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3.872"/>
    </inkml:context>
    <inkml:brush xml:id="br0">
      <inkml:brushProperty name="width" value="0.35" units="cm"/>
      <inkml:brushProperty name="height" value="0.35" units="cm"/>
      <inkml:brushProperty name="color" value="#FFFFFF"/>
    </inkml:brush>
  </inkml:definitions>
  <inkml:trace contextRef="#ctx0" brushRef="#br0">1 13 24575,'5'0'0,"2"-5"0,5-3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4.06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4.237"/>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4.44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4.620"/>
    </inkml:context>
    <inkml:brush xml:id="br0">
      <inkml:brushProperty name="width" value="0.35" units="cm"/>
      <inkml:brushProperty name="height" value="0.35" units="cm"/>
      <inkml:brushProperty name="color" value="#FFFFFF"/>
    </inkml:brush>
  </inkml:definitions>
  <inkml:trace contextRef="#ctx0" brushRef="#br0">0 25 24575,'0'-5'0,"6"-2"0,7 0 0,6 2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4.82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5.034"/>
    </inkml:context>
    <inkml:brush xml:id="br0">
      <inkml:brushProperty name="width" value="0.35" units="cm"/>
      <inkml:brushProperty name="height" value="0.35" units="cm"/>
      <inkml:brushProperty name="color" value="#FFFFFF"/>
    </inkml:brush>
  </inkml:definitions>
  <inkml:trace contextRef="#ctx0" brushRef="#br0">0 20 24575,'0'-6'0,"6"-1"0,6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5.21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5.417"/>
    </inkml:context>
    <inkml:brush xml:id="br0">
      <inkml:brushProperty name="width" value="0.35" units="cm"/>
      <inkml:brushProperty name="height" value="0.35" units="cm"/>
      <inkml:brushProperty name="color" value="#FFFFFF"/>
    </inkml:brush>
  </inkml:definitions>
  <inkml:trace contextRef="#ctx0" brushRef="#br0">0 0 24575,'6'0'0,"7"0"0,6 0 0,6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5.625"/>
    </inkml:context>
    <inkml:brush xml:id="br0">
      <inkml:brushProperty name="width" value="0.35" units="cm"/>
      <inkml:brushProperty name="height" value="0.35" units="cm"/>
      <inkml:brushProperty name="color" value="#FFFFFF"/>
    </inkml:brush>
  </inkml:definitions>
  <inkml:trace contextRef="#ctx0" brushRef="#br0">1 0 24575,'5'0'0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5.816"/>
    </inkml:context>
    <inkml:brush xml:id="br0">
      <inkml:brushProperty name="width" value="0.35" units="cm"/>
      <inkml:brushProperty name="height" value="0.35" units="cm"/>
      <inkml:brushProperty name="color" value="#FFFFFF"/>
    </inkml:brush>
  </inkml:definitions>
  <inkml:trace contextRef="#ctx0" brushRef="#br0">0 0 24575,'6'0'0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5.991"/>
    </inkml:context>
    <inkml:brush xml:id="br0">
      <inkml:brushProperty name="width" value="0.35" units="cm"/>
      <inkml:brushProperty name="height" value="0.35" units="cm"/>
      <inkml:brushProperty name="color" value="#FFFFFF"/>
    </inkml:brush>
  </inkml:definitions>
  <inkml:trace contextRef="#ctx0" brushRef="#br0">1 6 24575,'5'0'0,"8"0"0,6 0 0,0-5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6.214"/>
    </inkml:context>
    <inkml:brush xml:id="br0">
      <inkml:brushProperty name="width" value="0.35" units="cm"/>
      <inkml:brushProperty name="height" value="0.35" units="cm"/>
      <inkml:brushProperty name="color" value="#FFFFFF"/>
    </inkml:brush>
  </inkml:definitions>
  <inkml:trace contextRef="#ctx0" brushRef="#br0">0 0 24575,'6'0'0,"7"0"0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6.406"/>
    </inkml:context>
    <inkml:brush xml:id="br0">
      <inkml:brushProperty name="width" value="0.35" units="cm"/>
      <inkml:brushProperty name="height" value="0.35" units="cm"/>
      <inkml:brushProperty name="color" value="#FFFFFF"/>
    </inkml:brush>
  </inkml:definitions>
  <inkml:trace contextRef="#ctx0" brushRef="#br0">0 13 24575,'6'0'0,"1"-5"0,5-2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6.613"/>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6.804"/>
    </inkml:context>
    <inkml:brush xml:id="br0">
      <inkml:brushProperty name="width" value="0.35" units="cm"/>
      <inkml:brushProperty name="height" value="0.35" units="cm"/>
      <inkml:brushProperty name="color" value="#FFFFFF"/>
    </inkml:brush>
  </inkml:definitions>
  <inkml:trace contextRef="#ctx0" brushRef="#br0">1 1 24575,'5'0'0,"8"0"0,6 0 0,7 0 0,2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7.014"/>
    </inkml:context>
    <inkml:brush xml:id="br0">
      <inkml:brushProperty name="width" value="0.35" units="cm"/>
      <inkml:brushProperty name="height" value="0.35" units="cm"/>
      <inkml:brushProperty name="color" value="#FFFFFF"/>
    </inkml:brush>
  </inkml:definitions>
  <inkml:trace contextRef="#ctx0" brushRef="#br0">1 1 24575,'5'0'0,"8"0"0,6 0 0,6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7.237"/>
    </inkml:context>
    <inkml:brush xml:id="br0">
      <inkml:brushProperty name="width" value="0.35" units="cm"/>
      <inkml:brushProperty name="height" value="0.35" units="cm"/>
      <inkml:brushProperty name="color" value="#FFFFFF"/>
    </inkml:brush>
  </inkml:definitions>
  <inkml:trace contextRef="#ctx0" brushRef="#br0">0 1 24575,'6'0'0,"7"5"0,6 2 0,6 0 0,-1 4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7.412"/>
    </inkml:context>
    <inkml:brush xml:id="br0">
      <inkml:brushProperty name="width" value="0.35" units="cm"/>
      <inkml:brushProperty name="height" value="0.35" units="cm"/>
      <inkml:brushProperty name="color" value="#FFFFFF"/>
    </inkml:brush>
  </inkml:definitions>
  <inkml:trace contextRef="#ctx0" brushRef="#br0">1 0 24575,'5'0'0,"8"0"0,7 6 0,5 1 0,4 5 0,2 6 0,1 0 0,2-4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7.636"/>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7.844"/>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8.035"/>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8.226"/>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8.400"/>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8.607"/>
    </inkml:context>
    <inkml:brush xml:id="br0">
      <inkml:brushProperty name="width" value="0.35" units="cm"/>
      <inkml:brushProperty name="height" value="0.35" units="cm"/>
      <inkml:brushProperty name="color" value="#FFFFFF"/>
    </inkml:brush>
  </inkml:definitions>
  <inkml:trace contextRef="#ctx0" brushRef="#br0">1 13 24575,'0'-5'0,"5"-2"0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8.799"/>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9.022"/>
    </inkml:context>
    <inkml:brush xml:id="br0">
      <inkml:brushProperty name="width" value="0.35" units="cm"/>
      <inkml:brushProperty name="height" value="0.35" units="cm"/>
      <inkml:brushProperty name="color" value="#FFFFFF"/>
    </inkml:brush>
  </inkml:definitions>
  <inkml:trace contextRef="#ctx0" brushRef="#br0">0 1 24575,'6'0'0,"6"0"0,7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9.229"/>
    </inkml:context>
    <inkml:brush xml:id="br0">
      <inkml:brushProperty name="width" value="0.35" units="cm"/>
      <inkml:brushProperty name="height" value="0.35" units="cm"/>
      <inkml:brushProperty name="color" value="#FFFFFF"/>
    </inkml:brush>
  </inkml:definitions>
  <inkml:trace contextRef="#ctx0" brushRef="#br0">1 1 24575,'5'0'0,"8"0"0,6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9.436"/>
    </inkml:context>
    <inkml:brush xml:id="br0">
      <inkml:brushProperty name="width" value="0.35" units="cm"/>
      <inkml:brushProperty name="height" value="0.35" units="cm"/>
      <inkml:brushProperty name="color" value="#FFFFFF"/>
    </inkml:brush>
  </inkml:definitions>
  <inkml:trace contextRef="#ctx0" brushRef="#br0">0 1 24575,'6'0'0,"6"0"0,8 0 0,5 0 0,4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9.658"/>
    </inkml:context>
    <inkml:brush xml:id="br0">
      <inkml:brushProperty name="width" value="0.35" units="cm"/>
      <inkml:brushProperty name="height" value="0.35" units="cm"/>
      <inkml:brushProperty name="color" value="#FFFFFF"/>
    </inkml:brush>
  </inkml:definitions>
  <inkml:trace contextRef="#ctx0" brushRef="#br0">0 0 24575,'6'0'0,"6"0"0,7 0 0,1 6 0,2 1 0,2 0 0,-2 3 0,0 1 0,-3 4 0,-1-1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19:59.882"/>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0.088"/>
    </inkml:context>
    <inkml:brush xml:id="br0">
      <inkml:brushProperty name="width" value="0.35" units="cm"/>
      <inkml:brushProperty name="height" value="0.35" units="cm"/>
      <inkml:brushProperty name="color" value="#FFFFFF"/>
    </inkml:brush>
  </inkml:definitions>
  <inkml:trace contextRef="#ctx0" brushRef="#br0">0 1 24575,'6'0'0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0.296"/>
    </inkml:context>
    <inkml:brush xml:id="br0">
      <inkml:brushProperty name="width" value="0.35" units="cm"/>
      <inkml:brushProperty name="height" value="0.35" units="cm"/>
      <inkml:brushProperty name="color" value="#FFFFFF"/>
    </inkml:brush>
  </inkml:definitions>
  <inkml:trace contextRef="#ctx0" brushRef="#br0">1 0 24575,'0'6'0,"0"6"0,5 2 0,2 4 0,6-2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0.502"/>
    </inkml:context>
    <inkml:brush xml:id="br0">
      <inkml:brushProperty name="width" value="0.35" units="cm"/>
      <inkml:brushProperty name="height" value="0.35" units="cm"/>
      <inkml:brushProperty name="color" value="#FFFFFF"/>
    </inkml:brush>
  </inkml:definitions>
  <inkml:trace contextRef="#ctx0" brushRef="#br0">0 1 24575,'0'5'0,"0"8"0,0 7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0.709"/>
    </inkml:context>
    <inkml:brush xml:id="br0">
      <inkml:brushProperty name="width" value="0.35" units="cm"/>
      <inkml:brushProperty name="height" value="0.35" units="cm"/>
      <inkml:brushProperty name="color" value="#FFFFFF"/>
    </inkml:brush>
  </inkml:definitions>
  <inkml:trace contextRef="#ctx0" brushRef="#br0">0 0 24575,'0'6'0,"0"6"0,0 8 0,6-1 0,1 3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0.915"/>
    </inkml:context>
    <inkml:brush xml:id="br0">
      <inkml:brushProperty name="width" value="0.35" units="cm"/>
      <inkml:brushProperty name="height" value="0.35" units="cm"/>
      <inkml:brushProperty name="color" value="#FFFFFF"/>
    </inkml:brush>
  </inkml:definitions>
  <inkml:trace contextRef="#ctx0" brushRef="#br0">1 0 24575,'0'6'0,"0"6"0,0 7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1.170"/>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1.376"/>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1.599"/>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1.822"/>
    </inkml:context>
    <inkml:brush xml:id="br0">
      <inkml:brushProperty name="width" value="0.35" units="cm"/>
      <inkml:brushProperty name="height" value="0.35" units="cm"/>
      <inkml:brushProperty name="color" value="#FFFFFF"/>
    </inkml:brush>
  </inkml:definitions>
  <inkml:trace contextRef="#ctx0" brushRef="#br0">25 14 24575,'-6'0'0,"-1"-6"0,-5-1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2.079"/>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2.301"/>
    </inkml:context>
    <inkml:brush xml:id="br0">
      <inkml:brushProperty name="width" value="0.35" units="cm"/>
      <inkml:brushProperty name="height" value="0.35" units="cm"/>
      <inkml:brushProperty name="color" value="#FFFFFF"/>
    </inkml:brush>
  </inkml:definitions>
  <inkml:trace contextRef="#ctx0" brushRef="#br0">13 6 24575,'-5'0'0,"-2"-5"0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2.571"/>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2.890"/>
    </inkml:context>
    <inkml:brush xml:id="br0">
      <inkml:brushProperty name="width" value="0.35" units="cm"/>
      <inkml:brushProperty name="height" value="0.35" units="cm"/>
      <inkml:brushProperty name="color" value="#FFFFFF"/>
    </inkml:brush>
  </inkml:definitions>
  <inkml:trace contextRef="#ctx0" brushRef="#br0">1 0 24575,'0'6'0,"0"7"0,0 6 0,5 1 0,2 2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3.112"/>
    </inkml:context>
    <inkml:brush xml:id="br0">
      <inkml:brushProperty name="width" value="0.35" units="cm"/>
      <inkml:brushProperty name="height" value="0.35" units="cm"/>
      <inkml:brushProperty name="color" value="#FFFFFF"/>
    </inkml:brush>
  </inkml:definitions>
  <inkml:trace contextRef="#ctx0" brushRef="#br0">0 1 24575,'0'5'0,"0"8"0,6 1 0,7-2 0,1 3 0,-2 4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3.414"/>
    </inkml:context>
    <inkml:brush xml:id="br0">
      <inkml:brushProperty name="width" value="0.35" units="cm"/>
      <inkml:brushProperty name="height" value="0.35" units="cm"/>
      <inkml:brushProperty name="color" value="#FFFFFF"/>
    </inkml:brush>
  </inkml:definitions>
  <inkml:trace contextRef="#ctx0" brushRef="#br0">0 0 24575,'6'0'0,"6"0"0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3.652"/>
    </inkml:context>
    <inkml:brush xml:id="br0">
      <inkml:brushProperty name="width" value="0.35" units="cm"/>
      <inkml:brushProperty name="height" value="0.35" units="cm"/>
      <inkml:brushProperty name="color" value="#FFFFFF"/>
    </inkml:brush>
  </inkml:definitions>
  <inkml:trace contextRef="#ctx0" brushRef="#br0">25 1 24575,'0'5'0,"-5"2"0,-2 5 0,-5 1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3.87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4.08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4.304"/>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4.52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4.750"/>
    </inkml:context>
    <inkml:brush xml:id="br0">
      <inkml:brushProperty name="width" value="0.35" units="cm"/>
      <inkml:brushProperty name="height" value="0.35" units="cm"/>
      <inkml:brushProperty name="color" value="#FFFFFF"/>
    </inkml:brush>
  </inkml:definitions>
  <inkml:trace contextRef="#ctx0" brushRef="#br0">13 6 24575,'-6'0'0,"-1"-5"0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4.974"/>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5.229"/>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5.484"/>
    </inkml:context>
    <inkml:brush xml:id="br0">
      <inkml:brushProperty name="width" value="0.35" units="cm"/>
      <inkml:brushProperty name="height" value="0.35" units="cm"/>
      <inkml:brushProperty name="color" value="#FFFFFF"/>
    </inkml:brush>
  </inkml:definitions>
  <inkml:trace contextRef="#ctx0" brushRef="#br0">1 1 24575,'0'5'0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5.770"/>
    </inkml:context>
    <inkml:brush xml:id="br0">
      <inkml:brushProperty name="width" value="0.35" units="cm"/>
      <inkml:brushProperty name="height" value="0.35" units="cm"/>
      <inkml:brushProperty name="color" value="#FFFFFF"/>
    </inkml:brush>
  </inkml:definitions>
  <inkml:trace contextRef="#ctx0" brushRef="#br0">1 0 24575,'0'6'0,"0"6"0,0 7 0,0 6 0,0 4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5.992"/>
    </inkml:context>
    <inkml:brush xml:id="br0">
      <inkml:brushProperty name="width" value="0.35" units="cm"/>
      <inkml:brushProperty name="height" value="0.35" units="cm"/>
      <inkml:brushProperty name="color" value="#FFFFFF"/>
    </inkml:brush>
  </inkml:definitions>
  <inkml:trace contextRef="#ctx0" brushRef="#br0">1 1 24575,'0'5'0,"0"8"0,0 6 0,0 6 0,0 3 0,0 4 0,0 1 0,0 0 0,0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6.232"/>
    </inkml:context>
    <inkml:brush xml:id="br0">
      <inkml:brushProperty name="width" value="0.35" units="cm"/>
      <inkml:brushProperty name="height" value="0.35" units="cm"/>
      <inkml:brushProperty name="color" value="#FFFFFF"/>
    </inkml:brush>
  </inkml:definitions>
  <inkml:trace contextRef="#ctx0" brushRef="#br0">1 0 24575,'0'6'0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6.45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6.677"/>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6.91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7.155"/>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7.378"/>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7.665"/>
    </inkml:context>
    <inkml:brush xml:id="br0">
      <inkml:brushProperty name="width" value="0.35" units="cm"/>
      <inkml:brushProperty name="height" value="0.35" units="cm"/>
      <inkml:brushProperty name="color" value="#FFFFFF"/>
    </inkml:brush>
  </inkml:definitions>
  <inkml:trace contextRef="#ctx0" brushRef="#br0">1 0 24575,'0'6'0,"0"7"0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7.967"/>
    </inkml:context>
    <inkml:brush xml:id="br0">
      <inkml:brushProperty name="width" value="0.35" units="cm"/>
      <inkml:brushProperty name="height" value="0.35" units="cm"/>
      <inkml:brushProperty name="color" value="#FFFFFF"/>
    </inkml:brush>
  </inkml:definitions>
  <inkml:trace contextRef="#ctx0" brushRef="#br0">1 1 24575,'0'5'0,"0"8"0,0 6 0,0 6 0,0 4 0,0 2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8.191"/>
    </inkml:context>
    <inkml:brush xml:id="br0">
      <inkml:brushProperty name="width" value="0.35" units="cm"/>
      <inkml:brushProperty name="height" value="0.35" units="cm"/>
      <inkml:brushProperty name="color" value="#FFFFFF"/>
    </inkml:brush>
  </inkml:definitions>
  <inkml:trace contextRef="#ctx0" brushRef="#br0">1 1 24575,'0'5'0,"0"8"0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8.43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8.65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8.908"/>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9.115"/>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9.37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9.577"/>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09.76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0.03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0.327"/>
    </inkml:context>
    <inkml:brush xml:id="br0">
      <inkml:brushProperty name="width" value="0.35" units="cm"/>
      <inkml:brushProperty name="height" value="0.35" units="cm"/>
      <inkml:brushProperty name="color" value="#FFFFFF"/>
    </inkml:brush>
  </inkml:definitions>
  <inkml:trace contextRef="#ctx0" brushRef="#br0">0 0 24575,'0'6'0,"0"7"0,0 6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0.614"/>
    </inkml:context>
    <inkml:brush xml:id="br0">
      <inkml:brushProperty name="width" value="0.35" units="cm"/>
      <inkml:brushProperty name="height" value="0.35" units="cm"/>
      <inkml:brushProperty name="color" value="#FFFFFF"/>
    </inkml:brush>
  </inkml:definitions>
  <inkml:trace contextRef="#ctx0" brushRef="#br0">0 0 24575,'0'6'0,"0"6"0,0 7 0,0 6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0.868"/>
    </inkml:context>
    <inkml:brush xml:id="br0">
      <inkml:brushProperty name="width" value="0.35" units="cm"/>
      <inkml:brushProperty name="height" value="0.35" units="cm"/>
      <inkml:brushProperty name="color" value="#FFFFFF"/>
    </inkml:brush>
  </inkml:definitions>
  <inkml:trace contextRef="#ctx0" brushRef="#br0">0 0 24575,'0'6'0,"0"6"0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1.107"/>
    </inkml:context>
    <inkml:brush xml:id="br0">
      <inkml:brushProperty name="width" value="0.35" units="cm"/>
      <inkml:brushProperty name="height" value="0.35" units="cm"/>
      <inkml:brushProperty name="color" value="#FFFFFF"/>
    </inkml:brush>
  </inkml:definitions>
  <inkml:trace contextRef="#ctx0" brushRef="#br0">45 1 24575,'0'5'0,"0"8"0,0 6 0,-5 1 0,-3 2 0,1 2 0,1 3 0,-3-3 0,-1-1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1.314"/>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1.586"/>
    </inkml:context>
    <inkml:brush xml:id="br0">
      <inkml:brushProperty name="width" value="0.35" units="cm"/>
      <inkml:brushProperty name="height" value="0.35" units="cm"/>
      <inkml:brushProperty name="color" value="#FFFFFF"/>
    </inkml:brush>
  </inkml:definitions>
  <inkml:trace contextRef="#ctx0" brushRef="#br0">13 6 24575,'-6'0'0,"-1"-6"0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1.792"/>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2.030"/>
    </inkml:context>
    <inkml:brush xml:id="br0">
      <inkml:brushProperty name="width" value="0.35" units="cm"/>
      <inkml:brushProperty name="height" value="0.35" units="cm"/>
      <inkml:brushProperty name="color" value="#FFFFFF"/>
    </inkml:brush>
  </inkml:definitions>
  <inkml:trace contextRef="#ctx0" brushRef="#br0">20 18 24575,'-6'0'0,"-1"-5"0,0-8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2.253"/>
    </inkml:context>
    <inkml:brush xml:id="br0">
      <inkml:brushProperty name="width" value="0.35" units="cm"/>
      <inkml:brushProperty name="height" value="0.35" units="cm"/>
      <inkml:brushProperty name="color" value="#FFFFFF"/>
    </inkml:brush>
  </inkml:definitions>
  <inkml:trace contextRef="#ctx0" brushRef="#br0">13 6 24575,'-5'0'0,"-2"-6"0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2.460"/>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2.74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3.081"/>
    </inkml:context>
    <inkml:brush xml:id="br0">
      <inkml:brushProperty name="width" value="0.35" units="cm"/>
      <inkml:brushProperty name="height" value="0.35" units="cm"/>
      <inkml:brushProperty name="color" value="#FFFFFF"/>
    </inkml:brush>
  </inkml:definitions>
  <inkml:trace contextRef="#ctx0" brushRef="#br0">93 1 24575,'0'5'0,"-5"2"0,-2 5 0,0 6 0,-4 0 0,0 2 0,-3-2 0,-6-4 0,2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3.27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3.52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4.03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4.307"/>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4.498"/>
    </inkml:context>
    <inkml:brush xml:id="br0">
      <inkml:brushProperty name="width" value="0.35" units="cm"/>
      <inkml:brushProperty name="height" value="0.35" units="cm"/>
      <inkml:brushProperty name="color" value="#FFFFFF"/>
    </inkml:brush>
  </inkml:definitions>
  <inkml:trace contextRef="#ctx0" brushRef="#br0">6 13 24575,'0'-6'0,"-6"-1"0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4.721"/>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5.00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5.310"/>
    </inkml:context>
    <inkml:brush xml:id="br0">
      <inkml:brushProperty name="width" value="0.35" units="cm"/>
      <inkml:brushProperty name="height" value="0.35" units="cm"/>
      <inkml:brushProperty name="color" value="#FFFFFF"/>
    </inkml:brush>
  </inkml:definitions>
  <inkml:trace contextRef="#ctx0" brushRef="#br0">1 25 24575,'0'-6'0,"5"-1"0,8 0 0,6 2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5.581"/>
    </inkml:context>
    <inkml:brush xml:id="br0">
      <inkml:brushProperty name="width" value="0.35" units="cm"/>
      <inkml:brushProperty name="height" value="0.35" units="cm"/>
      <inkml:brushProperty name="color" value="#FFFFFF"/>
    </inkml:brush>
  </inkml:definitions>
  <inkml:trace contextRef="#ctx0" brushRef="#br0">0 0 24575,'6'0'0,"7"0"0,6 0 0,6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5.819"/>
    </inkml:context>
    <inkml:brush xml:id="br0">
      <inkml:brushProperty name="width" value="0.35" units="cm"/>
      <inkml:brushProperty name="height" value="0.35" units="cm"/>
      <inkml:brushProperty name="color" value="#FFFFFF"/>
    </inkml:brush>
  </inkml:definitions>
  <inkml:trace contextRef="#ctx0" brushRef="#br0">19 0 24575,'-6'0'0,"-6"0"0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6.057"/>
    </inkml:context>
    <inkml:brush xml:id="br0">
      <inkml:brushProperty name="width" value="0.35" units="cm"/>
      <inkml:brushProperty name="height" value="0.35" units="cm"/>
      <inkml:brushProperty name="color" value="#FFFFFF"/>
    </inkml:brush>
  </inkml:definitions>
  <inkml:trace contextRef="#ctx0" brushRef="#br0">19 0 24575,'-6'0'0,"-6"0"0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6.279"/>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6.502"/>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6.70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6.933"/>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7.108"/>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7.314"/>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7.473"/>
    </inkml:context>
    <inkml:brush xml:id="br0">
      <inkml:brushProperty name="width" value="0.35" units="cm"/>
      <inkml:brushProperty name="height" value="0.35" units="cm"/>
      <inkml:brushProperty name="color" value="#FFFFFF"/>
    </inkml:brush>
  </inkml:definitions>
  <inkml:trace contextRef="#ctx0" brushRef="#br0">6 13 24575,'0'-5'0,"-5"-3"0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7.68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7.839"/>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8.09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8.26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8.477"/>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8.699"/>
    </inkml:context>
    <inkml:brush xml:id="br0">
      <inkml:brushProperty name="width" value="0.35" units="cm"/>
      <inkml:brushProperty name="height" value="0.35" units="cm"/>
      <inkml:brushProperty name="color" value="#FFFFFF"/>
    </inkml:brush>
  </inkml:definitions>
  <inkml:trace contextRef="#ctx0" brushRef="#br0">38 0 24575,'-6'0'0,"-6"0"0,-7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8.906"/>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9.129"/>
    </inkml:context>
    <inkml:brush xml:id="br0">
      <inkml:brushProperty name="width" value="0.35" units="cm"/>
      <inkml:brushProperty name="height" value="0.35" units="cm"/>
      <inkml:brushProperty name="color" value="#FFFFFF"/>
    </inkml:brush>
  </inkml:definitions>
  <inkml:trace contextRef="#ctx0" brushRef="#br0">6 13 24575,'0'-5'0,"-5"-2"0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9.383"/>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19.621"/>
    </inkml:context>
    <inkml:brush xml:id="br0">
      <inkml:brushProperty name="width" value="0.35" units="cm"/>
      <inkml:brushProperty name="height" value="0.35" units="cm"/>
      <inkml:brushProperty name="color" value="#FFFFFF"/>
    </inkml:brush>
  </inkml:definitions>
  <inkml:trace contextRef="#ctx0" brushRef="#br0">13 1 24575,'-6'0'0,"-1"5"0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0.003"/>
    </inkml:context>
    <inkml:brush xml:id="br0">
      <inkml:brushProperty name="width" value="0.35" units="cm"/>
      <inkml:brushProperty name="height" value="0.35" units="cm"/>
      <inkml:brushProperty name="color" value="#FFFFFF"/>
    </inkml:brush>
  </inkml:definitions>
  <inkml:trace contextRef="#ctx0" brushRef="#br0">1 1 24575,'0'5'0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0.227"/>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0.480"/>
    </inkml:context>
    <inkml:brush xml:id="br0">
      <inkml:brushProperty name="width" value="0.35" units="cm"/>
      <inkml:brushProperty name="height" value="0.35" units="cm"/>
      <inkml:brushProperty name="color" value="#FFFFFF"/>
    </inkml:brush>
  </inkml:definitions>
  <inkml:trace contextRef="#ctx0" brushRef="#br0">19 0 24575,'-6'0'0,"-6"0"0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0.703"/>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0.990"/>
    </inkml:context>
    <inkml:brush xml:id="br0">
      <inkml:brushProperty name="width" value="0.35" units="cm"/>
      <inkml:brushProperty name="height" value="0.35" units="cm"/>
      <inkml:brushProperty name="color" value="#FFFFFF"/>
    </inkml:brush>
  </inkml:definitions>
  <inkml:trace contextRef="#ctx0" brushRef="#br0">1 0 24575,'0'6'0,"0"6"0,0 7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1.26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1.64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1.976"/>
    </inkml:context>
    <inkml:brush xml:id="br0">
      <inkml:brushProperty name="width" value="0.35" units="cm"/>
      <inkml:brushProperty name="height" value="0.35" units="cm"/>
      <inkml:brushProperty name="color" value="#FFFFFF"/>
    </inkml:brush>
  </inkml:definitions>
  <inkml:trace contextRef="#ctx0" brushRef="#br0">0 1 24575,'0'5'0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2.248"/>
    </inkml:context>
    <inkml:brush xml:id="br0">
      <inkml:brushProperty name="width" value="0.35" units="cm"/>
      <inkml:brushProperty name="height" value="0.35" units="cm"/>
      <inkml:brushProperty name="color" value="#FFFFFF"/>
    </inkml:brush>
  </inkml:definitions>
  <inkml:trace contextRef="#ctx0" brushRef="#br0">0 1 24575,'0'5'0,"0"8"0,6 1 0,6-2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2.503"/>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2.741"/>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2.949"/>
    </inkml:context>
    <inkml:brush xml:id="br0">
      <inkml:brushProperty name="width" value="0.35" units="cm"/>
      <inkml:brushProperty name="height" value="0.35" units="cm"/>
      <inkml:brushProperty name="color" value="#FFFFFF"/>
    </inkml:brush>
  </inkml:definitions>
  <inkml:trace contextRef="#ctx0" brushRef="#br0">0 1 24575,'6'0'0,"6"0"0,8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3.205"/>
    </inkml:context>
    <inkml:brush xml:id="br0">
      <inkml:brushProperty name="width" value="0.35" units="cm"/>
      <inkml:brushProperty name="height" value="0.35" units="cm"/>
      <inkml:brushProperty name="color" value="#FFFFFF"/>
    </inkml:brush>
  </inkml:definitions>
  <inkml:trace contextRef="#ctx0" brushRef="#br0">1 33 24575,'5'0'0,"2"-5"0,5-2 0,7 0 0,4 1 0,5 3 0,2 0 0,2 2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3.427"/>
    </inkml:context>
    <inkml:brush xml:id="br0">
      <inkml:brushProperty name="width" value="0.35" units="cm"/>
      <inkml:brushProperty name="height" value="0.35" units="cm"/>
      <inkml:brushProperty name="color" value="#FFFFFF"/>
    </inkml:brush>
  </inkml:definitions>
  <inkml:trace contextRef="#ctx0" brushRef="#br0">1 1 24575,'5'0'0,"8"0"0,7 0 0,5 0 0,4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3.635"/>
    </inkml:context>
    <inkml:brush xml:id="br0">
      <inkml:brushProperty name="width" value="0.35" units="cm"/>
      <inkml:brushProperty name="height" value="0.35" units="cm"/>
      <inkml:brushProperty name="color" value="#FFFFFF"/>
    </inkml:brush>
  </inkml:definitions>
  <inkml:trace contextRef="#ctx0" brushRef="#br0">1 1 24575,'5'0'0,"8"0"0,6 0 0,6 0 0,4 0 0,2 0 0,2 0 0,0 0 0,0 0 0,-5 5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3.954"/>
    </inkml:context>
    <inkml:brush xml:id="br0">
      <inkml:brushProperty name="width" value="0.35" units="cm"/>
      <inkml:brushProperty name="height" value="0.35" units="cm"/>
      <inkml:brushProperty name="color" value="#FFFFFF"/>
    </inkml:brush>
  </inkml:definitions>
  <inkml:trace contextRef="#ctx0" brushRef="#br0">0 0 24575,'6'0'0,"6"0"0,3 6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4.274"/>
    </inkml:context>
    <inkml:brush xml:id="br0">
      <inkml:brushProperty name="width" value="0.35" units="cm"/>
      <inkml:brushProperty name="height" value="0.35" units="cm"/>
      <inkml:brushProperty name="color" value="#FFFFFF"/>
    </inkml:brush>
  </inkml:definitions>
  <inkml:trace contextRef="#ctx0" brushRef="#br0">1 1 24575,'5'5'0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4.52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4.75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4.990"/>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5.213"/>
    </inkml:context>
    <inkml:brush xml:id="br0">
      <inkml:brushProperty name="width" value="0.35" units="cm"/>
      <inkml:brushProperty name="height" value="0.35" units="cm"/>
      <inkml:brushProperty name="color" value="#FFFFFF"/>
    </inkml:brush>
  </inkml:definitions>
  <inkml:trace contextRef="#ctx0" brushRef="#br0">39 0 24575,'-6'0'0,"-7"0"0,-6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5.420"/>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5.660"/>
    </inkml:context>
    <inkml:brush xml:id="br0">
      <inkml:brushProperty name="width" value="0.35" units="cm"/>
      <inkml:brushProperty name="height" value="0.35" units="cm"/>
      <inkml:brushProperty name="color" value="#FFFFFF"/>
    </inkml:brush>
  </inkml:definitions>
  <inkml:trace contextRef="#ctx0" brushRef="#br0">19 0 24575,'-6'0'0,"-7"0"0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5.883"/>
    </inkml:context>
    <inkml:brush xml:id="br0">
      <inkml:brushProperty name="width" value="0.35" units="cm"/>
      <inkml:brushProperty name="height" value="0.35" units="cm"/>
      <inkml:brushProperty name="color" value="#FFFFFF"/>
    </inkml:brush>
  </inkml:definitions>
  <inkml:trace contextRef="#ctx0" brushRef="#br0">19 0 24575,'-6'0'0,"-6"0"0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6.091"/>
    </inkml:context>
    <inkml:brush xml:id="br0">
      <inkml:brushProperty name="width" value="0.35" units="cm"/>
      <inkml:brushProperty name="height" value="0.35" units="cm"/>
      <inkml:brushProperty name="color" value="#FFFFFF"/>
    </inkml:brush>
  </inkml:definitions>
  <inkml:trace contextRef="#ctx0" brushRef="#br0">58 0 24575,'-6'0'0,"-6"0"0,-8 0 0,1 6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6.57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6.794"/>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7.09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8.64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8.85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29.07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0.569"/>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0.74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0.951"/>
    </inkml:context>
    <inkml:brush xml:id="br0">
      <inkml:brushProperty name="width" value="0.35" units="cm"/>
      <inkml:brushProperty name="height" value="0.35" units="cm"/>
      <inkml:brushProperty name="color" value="#FFFFFF"/>
    </inkml:brush>
  </inkml:definitions>
  <inkml:trace contextRef="#ctx0" brushRef="#br0">0 0 24575,'6'0'0,"6"0"0,7 0 0,6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1.204"/>
    </inkml:context>
    <inkml:brush xml:id="br0">
      <inkml:brushProperty name="width" value="0.35" units="cm"/>
      <inkml:brushProperty name="height" value="0.35" units="cm"/>
      <inkml:brushProperty name="color" value="#FFFFFF"/>
    </inkml:brush>
  </inkml:definitions>
  <inkml:trace contextRef="#ctx0" brushRef="#br0">0 1 24575,'6'0'0,"6"0"0,7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1.396"/>
    </inkml:context>
    <inkml:brush xml:id="br0">
      <inkml:brushProperty name="width" value="0.35" units="cm"/>
      <inkml:brushProperty name="height" value="0.35" units="cm"/>
      <inkml:brushProperty name="color" value="#FFFFFF"/>
    </inkml:brush>
  </inkml:definitions>
  <inkml:trace contextRef="#ctx0" brushRef="#br0">1 1 24575,'5'0'0,"8"0"0,6 0 0,6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1.603"/>
    </inkml:context>
    <inkml:brush xml:id="br0">
      <inkml:brushProperty name="width" value="0.35" units="cm"/>
      <inkml:brushProperty name="height" value="0.35" units="cm"/>
      <inkml:brushProperty name="color" value="#FFFFFF"/>
    </inkml:brush>
  </inkml:definitions>
  <inkml:trace contextRef="#ctx0" brushRef="#br0">0 1 24575,'6'0'0,"6"0"0,7 0 0,6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1.779"/>
    </inkml:context>
    <inkml:brush xml:id="br0">
      <inkml:brushProperty name="width" value="0.35" units="cm"/>
      <inkml:brushProperty name="height" value="0.35" units="cm"/>
      <inkml:brushProperty name="color" value="#FFFFFF"/>
    </inkml:brush>
  </inkml:definitions>
  <inkml:trace contextRef="#ctx0" brushRef="#br0">1 0 24575,'5'0'0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2.032"/>
    </inkml:context>
    <inkml:brush xml:id="br0">
      <inkml:brushProperty name="width" value="0.35" units="cm"/>
      <inkml:brushProperty name="height" value="0.35" units="cm"/>
      <inkml:brushProperty name="color" value="#FFFFFF"/>
    </inkml:brush>
  </inkml:definitions>
  <inkml:trace contextRef="#ctx0" brushRef="#br0">0 0 24575,'6'0'0,"6"0"0,7 0 0,6 0 0,4 0 0,3 0 0,0 0 0,-4 6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2.238"/>
    </inkml:context>
    <inkml:brush xml:id="br0">
      <inkml:brushProperty name="width" value="0.35" units="cm"/>
      <inkml:brushProperty name="height" value="0.35" units="cm"/>
      <inkml:brushProperty name="color" value="#FFFFFF"/>
    </inkml:brush>
  </inkml:definitions>
  <inkml:trace contextRef="#ctx0" brushRef="#br0">1 1 24575,'5'0'0,"8"0"0,6 0 0,7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2.445"/>
    </inkml:context>
    <inkml:brush xml:id="br0">
      <inkml:brushProperty name="width" value="0.35" units="cm"/>
      <inkml:brushProperty name="height" value="0.35" units="cm"/>
      <inkml:brushProperty name="color" value="#FFFFFF"/>
    </inkml:brush>
  </inkml:definitions>
  <inkml:trace contextRef="#ctx0" brushRef="#br0">1 1 24575,'5'0'0,"8"0"0,7 0 0,5 0 0,4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2.652"/>
    </inkml:context>
    <inkml:brush xml:id="br0">
      <inkml:brushProperty name="width" value="0.35" units="cm"/>
      <inkml:brushProperty name="height" value="0.35" units="cm"/>
      <inkml:brushProperty name="color" value="#FFFFFF"/>
    </inkml:brush>
  </inkml:definitions>
  <inkml:trace contextRef="#ctx0" brushRef="#br0">0 1 24575,'6'0'0,"6"0"0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2.844"/>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3.03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3.321"/>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3.68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4.180"/>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4.35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4.56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4.771"/>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34.91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3.849"/>
    </inkml:context>
    <inkml:brush xml:id="br0">
      <inkml:brushProperty name="width" value="0.35" units="cm"/>
      <inkml:brushProperty name="height" value="0.35" units="cm"/>
      <inkml:brushProperty name="color" value="#FFFFFF"/>
    </inkml:brush>
  </inkml:definitions>
  <inkml:trace contextRef="#ctx0" brushRef="#br0">6 32 24575,'0'-5'0,"0"-8"0,-5-1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4.05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4.24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4.422"/>
    </inkml:context>
    <inkml:brush xml:id="br0">
      <inkml:brushProperty name="width" value="0.35" units="cm"/>
      <inkml:brushProperty name="height" value="0.35" units="cm"/>
      <inkml:brushProperty name="color" value="#FFFFFF"/>
    </inkml:brush>
  </inkml:definitions>
  <inkml:trace contextRef="#ctx0" brushRef="#br0">0 24 24575,'0'-5'0,"5"-2"0,2-5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4.645"/>
    </inkml:context>
    <inkml:brush xml:id="br0">
      <inkml:brushProperty name="width" value="0.35" units="cm"/>
      <inkml:brushProperty name="height" value="0.35" units="cm"/>
      <inkml:brushProperty name="color" value="#FFFFFF"/>
    </inkml:brush>
  </inkml:definitions>
  <inkml:trace contextRef="#ctx0" brushRef="#br0">1 1 24575,'0'5'0,"0"7"0,5 2 0,2 3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4.91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5.12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5.33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5.554"/>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5.729"/>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5.903"/>
    </inkml:context>
    <inkml:brush xml:id="br0">
      <inkml:brushProperty name="width" value="0.35" units="cm"/>
      <inkml:brushProperty name="height" value="0.35" units="cm"/>
      <inkml:brushProperty name="color" value="#FFFFFF"/>
    </inkml:brush>
  </inkml:definitions>
  <inkml:trace contextRef="#ctx0" brushRef="#br0">0 6 24575,'5'0'0,"2"-5"0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6.126"/>
    </inkml:context>
    <inkml:brush xml:id="br0">
      <inkml:brushProperty name="width" value="0.35" units="cm"/>
      <inkml:brushProperty name="height" value="0.35" units="cm"/>
      <inkml:brushProperty name="color" value="#FFFFFF"/>
    </inkml:brush>
  </inkml:definitions>
  <inkml:trace contextRef="#ctx0" brushRef="#br0">1 18 24575,'0'-5'0,"0"-7"0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6.350"/>
    </inkml:context>
    <inkml:brush xml:id="br0">
      <inkml:brushProperty name="width" value="0.35" units="cm"/>
      <inkml:brushProperty name="height" value="0.35" units="cm"/>
      <inkml:brushProperty name="color" value="#FFFFFF"/>
    </inkml:brush>
  </inkml:definitions>
  <inkml:trace contextRef="#ctx0" brushRef="#br0">1 1 24575,'0'5'0,"0"7"0,5 2 0,2 3 0,5-1 0,0 2 0,-1 4 0,-4 2 0,4-1 0,-2-1 0,-1 2 0,-2 1 0,-3 3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6.541"/>
    </inkml:context>
    <inkml:brush xml:id="br0">
      <inkml:brushProperty name="width" value="0.35" units="cm"/>
      <inkml:brushProperty name="height" value="0.35" units="cm"/>
      <inkml:brushProperty name="color" value="#FFFFFF"/>
    </inkml:brush>
  </inkml:definitions>
  <inkml:trace contextRef="#ctx0" brushRef="#br0">1 1 24575,'0'5'0,"0"7"0,0 7 0,0 5 0,0 4 0,0 3 0,0 1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6.763"/>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7.016"/>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7.238"/>
    </inkml:context>
    <inkml:brush xml:id="br0">
      <inkml:brushProperty name="width" value="0.35" units="cm"/>
      <inkml:brushProperty name="height" value="0.35" units="cm"/>
      <inkml:brushProperty name="color" value="#FFFFFF"/>
    </inkml:brush>
  </inkml:definitions>
  <inkml:trace contextRef="#ctx0" brushRef="#br0">1 18 24575,'5'0'0,"2"-5"0,0-7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7.447"/>
    </inkml:context>
    <inkml:brush xml:id="br0">
      <inkml:brushProperty name="width" value="0.35" units="cm"/>
      <inkml:brushProperty name="height" value="0.35" units="cm"/>
      <inkml:brushProperty name="color" value="#FFFFFF"/>
    </inkml:brush>
  </inkml:definitions>
  <inkml:trace contextRef="#ctx0" brushRef="#br0">1 6 24575,'5'0'0,"2"-6"0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7.701"/>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7.908"/>
    </inkml:context>
    <inkml:brush xml:id="br0">
      <inkml:brushProperty name="width" value="0.35" units="cm"/>
      <inkml:brushProperty name="height" value="0.35" units="cm"/>
      <inkml:brushProperty name="color" value="#FFFFFF"/>
    </inkml:brush>
  </inkml:definitions>
  <inkml:trace contextRef="#ctx0" brushRef="#br0">1 1 24575,'0'5'0,"0"7"0,5 7 0,2 5 0,0 5 0,3-4 0,1 0 0,3 1 0,0 0 0,-3 3 0,-4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8.130"/>
    </inkml:context>
    <inkml:brush xml:id="br0">
      <inkml:brushProperty name="width" value="0.35" units="cm"/>
      <inkml:brushProperty name="height" value="0.35" units="cm"/>
      <inkml:brushProperty name="color" value="#FFFFFF"/>
    </inkml:brush>
  </inkml:definitions>
  <inkml:trace contextRef="#ctx0" brushRef="#br0">1 1 24575,'0'5'0,"0"7"0,0 7 0,0 5 0,0 4 0,0 3 0,0 1 0,0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8.337"/>
    </inkml:context>
    <inkml:brush xml:id="br0">
      <inkml:brushProperty name="width" value="0.35" units="cm"/>
      <inkml:brushProperty name="height" value="0.35" units="cm"/>
      <inkml:brushProperty name="color" value="#FFFFFF"/>
    </inkml:brush>
  </inkml:definitions>
  <inkml:trace contextRef="#ctx0" brushRef="#br0">1 1 24575,'0'5'0,"0"7"0,0 7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8.592"/>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8.78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9.00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9.19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9.436"/>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9.661"/>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49.868"/>
    </inkml:context>
    <inkml:brush xml:id="br0">
      <inkml:brushProperty name="width" value="0.35" units="cm"/>
      <inkml:brushProperty name="height" value="0.35" units="cm"/>
      <inkml:brushProperty name="color" value="#FFFFFF"/>
    </inkml:brush>
  </inkml:definitions>
  <inkml:trace contextRef="#ctx0" brushRef="#br0">1 18 24575,'0'-5'0,"0"-7"0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0.20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0.378"/>
    </inkml:context>
    <inkml:brush xml:id="br0">
      <inkml:brushProperty name="width" value="0.35" units="cm"/>
      <inkml:brushProperty name="height" value="0.35" units="cm"/>
      <inkml:brushProperty name="color" value="#FFFFFF"/>
    </inkml:brush>
  </inkml:definitions>
  <inkml:trace contextRef="#ctx0" brushRef="#br0">0 0 24575,'6'0'0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0.634"/>
    </inkml:context>
    <inkml:brush xml:id="br0">
      <inkml:brushProperty name="width" value="0.35" units="cm"/>
      <inkml:brushProperty name="height" value="0.35" units="cm"/>
      <inkml:brushProperty name="color" value="#FFFFFF"/>
    </inkml:brush>
  </inkml:definitions>
  <inkml:trace contextRef="#ctx0" brushRef="#br0">1 0 24575,'5'0'0,"7"0"0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0.825"/>
    </inkml:context>
    <inkml:brush xml:id="br0">
      <inkml:brushProperty name="width" value="0.35" units="cm"/>
      <inkml:brushProperty name="height" value="0.35" units="cm"/>
      <inkml:brushProperty name="color" value="#FFFFFF"/>
    </inkml:brush>
  </inkml:definitions>
  <inkml:trace contextRef="#ctx0" brushRef="#br0">0 1 24575,'5'0'0,"2"5"0,5 2 0,6 0 0,-1 3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1.065"/>
    </inkml:context>
    <inkml:brush xml:id="br0">
      <inkml:brushProperty name="width" value="0.35" units="cm"/>
      <inkml:brushProperty name="height" value="0.35" units="cm"/>
      <inkml:brushProperty name="color" value="#FFFFFF"/>
    </inkml:brush>
  </inkml:definitions>
  <inkml:trace contextRef="#ctx0" brushRef="#br0">0 0 24575,'0'6'0,"6"6"0,1 7 0,5 0 0,0 2 0,-1 3 0,-3 3 0,2-4 0,0 0 0,-2 1 0,-2 2 0,-3 1 0,5 3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1.305"/>
    </inkml:context>
    <inkml:brush xml:id="br0">
      <inkml:brushProperty name="width" value="0.35" units="cm"/>
      <inkml:brushProperty name="height" value="0.35" units="cm"/>
      <inkml:brushProperty name="color" value="#FFFFFF"/>
    </inkml:brush>
  </inkml:definitions>
  <inkml:trace contextRef="#ctx0" brushRef="#br0">1 0 24575,'0'6'0,"0"6"0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1.59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1.81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2.103"/>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2.34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2.66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2.932"/>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3.122"/>
    </inkml:context>
    <inkml:brush xml:id="br0">
      <inkml:brushProperty name="width" value="0.35" units="cm"/>
      <inkml:brushProperty name="height" value="0.35" units="cm"/>
      <inkml:brushProperty name="color" value="#FFFFFF"/>
    </inkml:brush>
  </inkml:definitions>
  <inkml:trace contextRef="#ctx0" brushRef="#br0">0 0 24575,'6'0'0,"1"5"0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3.362"/>
    </inkml:context>
    <inkml:brush xml:id="br0">
      <inkml:brushProperty name="width" value="0.35" units="cm"/>
      <inkml:brushProperty name="height" value="0.35" units="cm"/>
      <inkml:brushProperty name="color" value="#FFFFFF"/>
    </inkml:brush>
  </inkml:definitions>
  <inkml:trace contextRef="#ctx0" brushRef="#br0">0 1 24575,'0'5'0,"0"8"0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3.600"/>
    </inkml:context>
    <inkml:brush xml:id="br0">
      <inkml:brushProperty name="width" value="0.35" units="cm"/>
      <inkml:brushProperty name="height" value="0.35" units="cm"/>
      <inkml:brushProperty name="color" value="#FFFFFF"/>
    </inkml:brush>
  </inkml:definitions>
  <inkml:trace contextRef="#ctx0" brushRef="#br0">0 1 24575,'0'5'0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3.98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4.23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4.52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4.72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4.98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5.251"/>
    </inkml:context>
    <inkml:brush xml:id="br0">
      <inkml:brushProperty name="width" value="0.35" units="cm"/>
      <inkml:brushProperty name="height" value="0.35" units="cm"/>
      <inkml:brushProperty name="color" value="#FFFFFF"/>
    </inkml:brush>
  </inkml:definitions>
  <inkml:trace contextRef="#ctx0" brushRef="#br0">1 0 24575,'5'0'0,"7"0"0,7 0 0,5 0 0,5 0 0,-4 5 0,0 2 0,0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5.505"/>
    </inkml:context>
    <inkml:brush xml:id="br0">
      <inkml:brushProperty name="width" value="0.35" units="cm"/>
      <inkml:brushProperty name="height" value="0.35" units="cm"/>
      <inkml:brushProperty name="color" value="#FFFFFF"/>
    </inkml:brush>
  </inkml:definitions>
  <inkml:trace contextRef="#ctx0" brushRef="#br0">0 1 24575,'5'0'0,"8"0"0,6 0 0,0 5 0,2 2 0,3 5 0,3 5 0,1 6 0,2 4 0,1 2 0,-5 2 0,-2-4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5.808"/>
    </inkml:context>
    <inkml:brush xml:id="br0">
      <inkml:brushProperty name="width" value="0.35" units="cm"/>
      <inkml:brushProperty name="height" value="0.35" units="cm"/>
      <inkml:brushProperty name="color" value="#FFFFFF"/>
    </inkml:brush>
  </inkml:definitions>
  <inkml:trace contextRef="#ctx0" brushRef="#br0">0 0 24575,'0'5'0,"0"8"0,6 11 0,6 2 0,1 2 0,-1 6 0,3 4 0,-2-1 0,2 0 0,5-7 0,-2-3 0,-3-2 0,-5 2 0,-4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6.191"/>
    </inkml:context>
    <inkml:brush xml:id="br0">
      <inkml:brushProperty name="width" value="0.35" units="cm"/>
      <inkml:brushProperty name="height" value="0.35" units="cm"/>
      <inkml:brushProperty name="color" value="#FFFFFF"/>
    </inkml:brush>
  </inkml:definitions>
  <inkml:trace contextRef="#ctx0" brushRef="#br0">6 13 24575,'0'-6'0,"-5"0"0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6.46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7.002"/>
    </inkml:context>
    <inkml:brush xml:id="br0">
      <inkml:brushProperty name="width" value="0.35" units="cm"/>
      <inkml:brushProperty name="height" value="0.35" units="cm"/>
      <inkml:brushProperty name="color" value="#FFFFFF"/>
    </inkml:brush>
  </inkml:definitions>
  <inkml:trace contextRef="#ctx0" brushRef="#br0">0 6 24575,'6'0'0,"1"-5"0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7.22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7.448"/>
    </inkml:context>
    <inkml:brush xml:id="br0">
      <inkml:brushProperty name="width" value="0.35" units="cm"/>
      <inkml:brushProperty name="height" value="0.35" units="cm"/>
      <inkml:brushProperty name="color" value="#FFFFFF"/>
    </inkml:brush>
  </inkml:definitions>
  <inkml:trace contextRef="#ctx0" brushRef="#br0">19 0 24575,'-6'0'0,"-6"0"0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7.670"/>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7.972"/>
    </inkml:context>
    <inkml:brush xml:id="br0">
      <inkml:brushProperty name="width" value="0.35" units="cm"/>
      <inkml:brushProperty name="height" value="0.35" units="cm"/>
      <inkml:brushProperty name="color" value="#FFFFFF"/>
    </inkml:brush>
  </inkml:definitions>
  <inkml:trace contextRef="#ctx0" brushRef="#br0">36 25 24575,'0'-5'0,"-5"-2"0,-7 0 0,-7 2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9.43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9.628"/>
    </inkml:context>
    <inkml:brush xml:id="br0">
      <inkml:brushProperty name="width" value="0.35" units="cm"/>
      <inkml:brushProperty name="height" value="0.35" units="cm"/>
      <inkml:brushProperty name="color" value="#FFFFFF"/>
    </inkml:brush>
  </inkml:definitions>
  <inkml:trace contextRef="#ctx0" brushRef="#br0">0 0 24575,'0'6'0,"0"6"0,6 2 0,6-2 0,1 3 0,-1 3 0,3-1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0:59.85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0.059"/>
    </inkml:context>
    <inkml:brush xml:id="br0">
      <inkml:brushProperty name="width" value="0.35" units="cm"/>
      <inkml:brushProperty name="height" value="0.35" units="cm"/>
      <inkml:brushProperty name="color" value="#FFFFFF"/>
    </inkml:brush>
  </inkml:definitions>
  <inkml:trace contextRef="#ctx0" brushRef="#br0">0 0 24575,'6'0'0,"6"0"0,6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0.267"/>
    </inkml:context>
    <inkml:brush xml:id="br0">
      <inkml:brushProperty name="width" value="0.35" units="cm"/>
      <inkml:brushProperty name="height" value="0.35" units="cm"/>
      <inkml:brushProperty name="color" value="#FFFFFF"/>
    </inkml:brush>
  </inkml:definitions>
  <inkml:trace contextRef="#ctx0" brushRef="#br0">0 0 24575,'6'0'0,"6"0"0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0.58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0.869"/>
    </inkml:context>
    <inkml:brush xml:id="br0">
      <inkml:brushProperty name="width" value="0.35" units="cm"/>
      <inkml:brushProperty name="height" value="0.35" units="cm"/>
      <inkml:brushProperty name="color" value="#FFFFFF"/>
    </inkml:brush>
  </inkml:definitions>
  <inkml:trace contextRef="#ctx0" brushRef="#br0">62 1 24575,'-5'0'0,"-8"0"0,-6 0 0,-5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1.125"/>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1.363"/>
    </inkml:context>
    <inkml:brush xml:id="br0">
      <inkml:brushProperty name="width" value="0.35" units="cm"/>
      <inkml:brushProperty name="height" value="0.35" units="cm"/>
      <inkml:brushProperty name="color" value="#FFFFFF"/>
    </inkml:brush>
  </inkml:definitions>
  <inkml:trace contextRef="#ctx0" brushRef="#br0">0 1 24575,'5'0'0,"7"0"0,7 0 0,6 0 0,3 0 0,3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1.634"/>
    </inkml:context>
    <inkml:brush xml:id="br0">
      <inkml:brushProperty name="width" value="0.35" units="cm"/>
      <inkml:brushProperty name="height" value="0.35" units="cm"/>
      <inkml:brushProperty name="color" value="#FFFFFF"/>
    </inkml:brush>
  </inkml:definitions>
  <inkml:trace contextRef="#ctx0" brushRef="#br0">1 1 24575,'5'0'0,"7"0"0,7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1.857"/>
    </inkml:context>
    <inkml:brush xml:id="br0">
      <inkml:brushProperty name="width" value="0.35" units="cm"/>
      <inkml:brushProperty name="height" value="0.35" units="cm"/>
      <inkml:brushProperty name="color" value="#FFFFFF"/>
    </inkml:brush>
  </inkml:definitions>
  <inkml:trace contextRef="#ctx0" brushRef="#br0">0 1 24575,'5'0'0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2.078"/>
    </inkml:context>
    <inkml:brush xml:id="br0">
      <inkml:brushProperty name="width" value="0.35" units="cm"/>
      <inkml:brushProperty name="height" value="0.35" units="cm"/>
      <inkml:brushProperty name="color" value="#FFFFFF"/>
    </inkml:brush>
  </inkml:definitions>
  <inkml:trace contextRef="#ctx0" brushRef="#br0">0 1 24575,'6'0'0,"1"5"0,-1 7 0,5 7 0,0 5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2.332"/>
    </inkml:context>
    <inkml:brush xml:id="br0">
      <inkml:brushProperty name="width" value="0.35" units="cm"/>
      <inkml:brushProperty name="height" value="0.35" units="cm"/>
      <inkml:brushProperty name="color" value="#FFFFFF"/>
    </inkml:brush>
  </inkml:definitions>
  <inkml:trace contextRef="#ctx0" brushRef="#br0">1 1 24575,'0'5'0,"0"8"0,0 6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2.570"/>
    </inkml:context>
    <inkml:brush xml:id="br0">
      <inkml:brushProperty name="width" value="0.35" units="cm"/>
      <inkml:brushProperty name="height" value="0.35" units="cm"/>
      <inkml:brushProperty name="color" value="#FFFFFF"/>
    </inkml:brush>
  </inkml:definitions>
  <inkml:trace contextRef="#ctx0" brushRef="#br0">1 0 24575,'0'6'0,"0"6"0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2.873"/>
    </inkml:context>
    <inkml:brush xml:id="br0">
      <inkml:brushProperty name="width" value="0.35" units="cm"/>
      <inkml:brushProperty name="height" value="0.35" units="cm"/>
      <inkml:brushProperty name="color" value="#FFFFFF"/>
    </inkml:brush>
  </inkml:definitions>
  <inkml:trace contextRef="#ctx0" brushRef="#br0">1 1 24575,'0'5'0,"0"7"0,0 7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3.175"/>
    </inkml:context>
    <inkml:brush xml:id="br0">
      <inkml:brushProperty name="width" value="0.35" units="cm"/>
      <inkml:brushProperty name="height" value="0.35" units="cm"/>
      <inkml:brushProperty name="color" value="#FFFFFF"/>
    </inkml:brush>
  </inkml:definitions>
  <inkml:trace contextRef="#ctx0" brushRef="#br0">1 6 24575,'5'0'0,"8"-5"0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3.557"/>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3.780"/>
    </inkml:context>
    <inkml:brush xml:id="br0">
      <inkml:brushProperty name="width" value="0.35" units="cm"/>
      <inkml:brushProperty name="height" value="0.35" units="cm"/>
      <inkml:brushProperty name="color" value="#FFFFFF"/>
    </inkml:brush>
  </inkml:definitions>
  <inkml:trace contextRef="#ctx0" brushRef="#br0">1 18 24575,'0'-5'0,"0"-7"0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4.115"/>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4.33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4.52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4.73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5.038"/>
    </inkml:context>
    <inkml:brush xml:id="br0">
      <inkml:brushProperty name="width" value="0.35" units="cm"/>
      <inkml:brushProperty name="height" value="0.35" units="cm"/>
      <inkml:brushProperty name="color" value="#FFFFFF"/>
    </inkml:brush>
  </inkml:definitions>
  <inkml:trace contextRef="#ctx0" brushRef="#br0">0 18 24575,'0'-5'0,"0"-7"0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5.262"/>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5.598"/>
    </inkml:context>
    <inkml:brush xml:id="br0">
      <inkml:brushProperty name="width" value="0.35" units="cm"/>
      <inkml:brushProperty name="height" value="0.35" units="cm"/>
      <inkml:brushProperty name="color" value="#FFFFFF"/>
    </inkml:brush>
  </inkml:definitions>
  <inkml:trace contextRef="#ctx0" brushRef="#br0">0 1 24575,'5'0'0,"8"0"0,6 0 0,5 0 0,4 0 0,3 0 0,1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5.837"/>
    </inkml:context>
    <inkml:brush xml:id="br0">
      <inkml:brushProperty name="width" value="0.35" units="cm"/>
      <inkml:brushProperty name="height" value="0.35" units="cm"/>
      <inkml:brushProperty name="color" value="#FFFFFF"/>
    </inkml:brush>
  </inkml:definitions>
  <inkml:trace contextRef="#ctx0" brushRef="#br0">1 1 24575,'0'5'0,"5"2"0,2 5 0,0 6 0,3-1 0,1 2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6.074"/>
    </inkml:context>
    <inkml:brush xml:id="br0">
      <inkml:brushProperty name="width" value="0.35" units="cm"/>
      <inkml:brushProperty name="height" value="0.35" units="cm"/>
      <inkml:brushProperty name="color" value="#FFFFFF"/>
    </inkml:brush>
  </inkml:definitions>
  <inkml:trace contextRef="#ctx0" brushRef="#br0">1 0 24575,'0'5'0,"0"7"0,0 7 0,0 5 0,0 4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6.297"/>
    </inkml:context>
    <inkml:brush xml:id="br0">
      <inkml:brushProperty name="width" value="0.35" units="cm"/>
      <inkml:brushProperty name="height" value="0.35" units="cm"/>
      <inkml:brushProperty name="color" value="#FFFFFF"/>
    </inkml:brush>
  </inkml:definitions>
  <inkml:trace contextRef="#ctx0" brushRef="#br0">19 1 24575,'-5'0'0,"-2"5"0,1 7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6.553"/>
    </inkml:context>
    <inkml:brush xml:id="br0">
      <inkml:brushProperty name="width" value="0.35" units="cm"/>
      <inkml:brushProperty name="height" value="0.35" units="cm"/>
      <inkml:brushProperty name="color" value="#FFFFFF"/>
    </inkml:brush>
  </inkml:definitions>
  <inkml:trace contextRef="#ctx0" brushRef="#br0">1 0 24575,'0'5'0,"0"8"0,0 6 0,0 5 0,0 4 0,0 3 0,0 1 0,5-5 0,2-2 0,0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6.854"/>
    </inkml:context>
    <inkml:brush xml:id="br0">
      <inkml:brushProperty name="width" value="0.35" units="cm"/>
      <inkml:brushProperty name="height" value="0.35" units="cm"/>
      <inkml:brushProperty name="color" value="#FFFFFF"/>
    </inkml:brush>
  </inkml:definitions>
  <inkml:trace contextRef="#ctx0" brushRef="#br0">0 6 24575,'5'-5'0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7.093"/>
    </inkml:context>
    <inkml:brush xml:id="br0">
      <inkml:brushProperty name="width" value="0.35" units="cm"/>
      <inkml:brushProperty name="height" value="0.35" units="cm"/>
      <inkml:brushProperty name="color" value="#FFFFFF"/>
    </inkml:brush>
  </inkml:definitions>
  <inkml:trace contextRef="#ctx0" brushRef="#br0">1 13 24575,'0'-6'0,"5"-1"0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7.283"/>
    </inkml:context>
    <inkml:brush xml:id="br0">
      <inkml:brushProperty name="width" value="0.35" units="cm"/>
      <inkml:brushProperty name="height" value="0.35" units="cm"/>
      <inkml:brushProperty name="color" value="#FFFFFF"/>
    </inkml:brush>
  </inkml:definitions>
  <inkml:trace contextRef="#ctx0" brushRef="#br0">1 5 24575,'0'-5'0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7.507"/>
    </inkml:context>
    <inkml:brush xml:id="br0">
      <inkml:brushProperty name="width" value="0.35" units="cm"/>
      <inkml:brushProperty name="height" value="0.35" units="cm"/>
      <inkml:brushProperty name="color" value="#FFFFFF"/>
    </inkml:brush>
  </inkml:definitions>
  <inkml:trace contextRef="#ctx0" brushRef="#br0">1 18 24575,'0'-5'0,"0"-7"0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7.682"/>
    </inkml:context>
    <inkml:brush xml:id="br0">
      <inkml:brushProperty name="width" value="0.35" units="cm"/>
      <inkml:brushProperty name="height" value="0.35" units="cm"/>
      <inkml:brushProperty name="color" value="#FFFFFF"/>
    </inkml:brush>
  </inkml:definitions>
  <inkml:trace contextRef="#ctx0" brushRef="#br0">1 18 24575,'0'-5'0,"5"-8"0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7.968"/>
    </inkml:context>
    <inkml:brush xml:id="br0">
      <inkml:brushProperty name="width" value="0.35" units="cm"/>
      <inkml:brushProperty name="height" value="0.35" units="cm"/>
      <inkml:brushProperty name="color" value="#FFFFFF"/>
    </inkml:brush>
  </inkml:definitions>
  <inkml:trace contextRef="#ctx0" brushRef="#br0">0 0 24575,'5'0'0,"8"0"0,5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8.272"/>
    </inkml:context>
    <inkml:brush xml:id="br0">
      <inkml:brushProperty name="width" value="0.35" units="cm"/>
      <inkml:brushProperty name="height" value="0.35" units="cm"/>
      <inkml:brushProperty name="color" value="#FFFFFF"/>
    </inkml:brush>
  </inkml:definitions>
  <inkml:trace contextRef="#ctx0" brushRef="#br0">0 0 24575,'6'0'0,"6"0"0,7 0 0,6 0 0,-2 6 0,-5 6 0,0 2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8.493"/>
    </inkml:context>
    <inkml:brush xml:id="br0">
      <inkml:brushProperty name="width" value="0.35" units="cm"/>
      <inkml:brushProperty name="height" value="0.35" units="cm"/>
      <inkml:brushProperty name="color" value="#FFFFFF"/>
    </inkml:brush>
  </inkml:definitions>
  <inkml:trace contextRef="#ctx0" brushRef="#br0">0 0 24575,'0'6'0,"0"6"0,0 7 0,0 5 0,0 5 0,0 1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8.733"/>
    </inkml:context>
    <inkml:brush xml:id="br0">
      <inkml:brushProperty name="width" value="0.35" units="cm"/>
      <inkml:brushProperty name="height" value="0.35" units="cm"/>
      <inkml:brushProperty name="color" value="#FFFFFF"/>
    </inkml:brush>
  </inkml:definitions>
  <inkml:trace contextRef="#ctx0" brushRef="#br0">34 0 24575,'-5'0'0,"-2"5"0,0 8 0,2 6 0,-4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8.957"/>
    </inkml:context>
    <inkml:brush xml:id="br0">
      <inkml:brushProperty name="width" value="0.35" units="cm"/>
      <inkml:brushProperty name="height" value="0.35" units="cm"/>
      <inkml:brushProperty name="color" value="#FFFFFF"/>
    </inkml:brush>
  </inkml:definitions>
  <inkml:trace contextRef="#ctx0" brushRef="#br0">0 1 24575,'0'5'0,"0"7"0,0 7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9.402"/>
    </inkml:context>
    <inkml:brush xml:id="br0">
      <inkml:brushProperty name="width" value="0.35" units="cm"/>
      <inkml:brushProperty name="height" value="0.35" units="cm"/>
      <inkml:brushProperty name="color" value="#FFFFFF"/>
    </inkml:brush>
  </inkml:definitions>
  <inkml:trace contextRef="#ctx0" brushRef="#br0">1 13 24575,'5'0'0,"3"-6"0,4-1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9.576"/>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09.847"/>
    </inkml:context>
    <inkml:brush xml:id="br0">
      <inkml:brushProperty name="width" value="0.35" units="cm"/>
      <inkml:brushProperty name="height" value="0.35" units="cm"/>
      <inkml:brushProperty name="color" value="#FFFFFF"/>
    </inkml:brush>
  </inkml:definitions>
  <inkml:trace contextRef="#ctx0" brushRef="#br0">1 13 24575,'0'-5'0,"5"-2"0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0.085"/>
    </inkml:context>
    <inkml:brush xml:id="br0">
      <inkml:brushProperty name="width" value="0.35" units="cm"/>
      <inkml:brushProperty name="height" value="0.35" units="cm"/>
      <inkml:brushProperty name="color" value="#FFFFFF"/>
    </inkml:brush>
  </inkml:definitions>
  <inkml:trace contextRef="#ctx0" brushRef="#br0">0 19 24575,'0'-6'0,"0"-6"0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0.34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0.659"/>
    </inkml:context>
    <inkml:brush xml:id="br0">
      <inkml:brushProperty name="width" value="0.35" units="cm"/>
      <inkml:brushProperty name="height" value="0.35" units="cm"/>
      <inkml:brushProperty name="color" value="#FFFFFF"/>
    </inkml:brush>
  </inkml:definitions>
  <inkml:trace contextRef="#ctx0" brushRef="#br0">1 1 24575,'5'0'0,"7"0"0,7 0 0,0 5 0,2 2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0.945"/>
    </inkml:context>
    <inkml:brush xml:id="br0">
      <inkml:brushProperty name="width" value="0.35" units="cm"/>
      <inkml:brushProperty name="height" value="0.35" units="cm"/>
      <inkml:brushProperty name="color" value="#FFFFFF"/>
    </inkml:brush>
  </inkml:definitions>
  <inkml:trace contextRef="#ctx0" brushRef="#br0">1 0 24575,'0'5'0,"5"2"0,2 5 0,6 1 0,4 3 0,6-1 0,-2 2 0,2-2 0,-4 2 0,-5 3 0,0-1 0,-2 0 0,3-2 0,3-4 0,-1 1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1.264"/>
    </inkml:context>
    <inkml:brush xml:id="br0">
      <inkml:brushProperty name="width" value="0.35" units="cm"/>
      <inkml:brushProperty name="height" value="0.35" units="cm"/>
      <inkml:brushProperty name="color" value="#FFFFFF"/>
    </inkml:brush>
  </inkml:definitions>
  <inkml:trace contextRef="#ctx0" brushRef="#br0">0 1 24575,'0'5'0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1.534"/>
    </inkml:context>
    <inkml:brush xml:id="br0">
      <inkml:brushProperty name="width" value="0.35" units="cm"/>
      <inkml:brushProperty name="height" value="0.35" units="cm"/>
      <inkml:brushProperty name="color" value="#FFFFFF"/>
    </inkml:brush>
  </inkml:definitions>
  <inkml:trace contextRef="#ctx0" brushRef="#br0">5 0 24575,'-5'0'0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1.773"/>
    </inkml:context>
    <inkml:brush xml:id="br0">
      <inkml:brushProperty name="width" value="0.35" units="cm"/>
      <inkml:brushProperty name="height" value="0.35" units="cm"/>
      <inkml:brushProperty name="color" value="#FFFFFF"/>
    </inkml:brush>
  </inkml:definitions>
  <inkml:trace contextRef="#ctx0" brushRef="#br0">38 0 24575,'-6'0'0,"-6"0"0,-7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12.092"/>
    </inkml:context>
    <inkml:brush xml:id="br0">
      <inkml:brushProperty name="width" value="0.35" units="cm"/>
      <inkml:brushProperty name="height" value="0.35" units="cm"/>
      <inkml:brushProperty name="color" value="#FFFFFF"/>
    </inkml:brush>
  </inkml:definitions>
  <inkml:trace contextRef="#ctx0" brushRef="#br0">18 0 24575,'-5'0'0,"-7"0"0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23.916"/>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24.139"/>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25.015"/>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25.42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25.635"/>
    </inkml:context>
    <inkml:brush xml:id="br0">
      <inkml:brushProperty name="width" value="0.35" units="cm"/>
      <inkml:brushProperty name="height" value="0.35" units="cm"/>
      <inkml:brushProperty name="color" value="#FFFFFF"/>
    </inkml:brush>
  </inkml:definitions>
  <inkml:trace contextRef="#ctx0" brushRef="#br0">1 1 24575,'5'0'0,"7"0"0,7 0 0,5 0 0,5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25.938"/>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26.130"/>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5.92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6.14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6.373"/>
    </inkml:context>
    <inkml:brush xml:id="br0">
      <inkml:brushProperty name="width" value="0.35" units="cm"/>
      <inkml:brushProperty name="height" value="0.35" units="cm"/>
      <inkml:brushProperty name="color" value="#FFFFFF"/>
    </inkml:brush>
  </inkml:definitions>
  <inkml:trace contextRef="#ctx0" brushRef="#br0">61 0 24575,'0'6'0,"-6"1"0,-1 4 0,-5 2 0,-6-3 0,1 3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6.56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6.787"/>
    </inkml:context>
    <inkml:brush xml:id="br0">
      <inkml:brushProperty name="width" value="0.35" units="cm"/>
      <inkml:brushProperty name="height" value="0.35" units="cm"/>
      <inkml:brushProperty name="color" value="#FFFFFF"/>
    </inkml:brush>
  </inkml:definitions>
  <inkml:trace contextRef="#ctx0" brushRef="#br0">0 0 24575,'0'5'0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6.994"/>
    </inkml:context>
    <inkml:brush xml:id="br0">
      <inkml:brushProperty name="width" value="0.35" units="cm"/>
      <inkml:brushProperty name="height" value="0.35" units="cm"/>
      <inkml:brushProperty name="color" value="#FFFFFF"/>
    </inkml:brush>
  </inkml:definitions>
  <inkml:trace contextRef="#ctx0" brushRef="#br0">0 1 24575,'0'5'0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7.24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7.40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7.615"/>
    </inkml:context>
    <inkml:brush xml:id="br0">
      <inkml:brushProperty name="width" value="0.35" units="cm"/>
      <inkml:brushProperty name="height" value="0.35" units="cm"/>
      <inkml:brushProperty name="color" value="#FFFFFF"/>
    </inkml:brush>
  </inkml:definitions>
  <inkml:trace contextRef="#ctx0" brushRef="#br0">0 0 24575,'0'5'0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7.77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7.969"/>
    </inkml:context>
    <inkml:brush xml:id="br0">
      <inkml:brushProperty name="width" value="0.35" units="cm"/>
      <inkml:brushProperty name="height" value="0.35" units="cm"/>
      <inkml:brushProperty name="color" value="#FFFFFF"/>
    </inkml:brush>
  </inkml:definitions>
  <inkml:trace contextRef="#ctx0" brushRef="#br0">1 0 24575,'5'0'0,"8"0"0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8.15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8.365"/>
    </inkml:context>
    <inkml:brush xml:id="br0">
      <inkml:brushProperty name="width" value="0.35" units="cm"/>
      <inkml:brushProperty name="height" value="0.35" units="cm"/>
      <inkml:brushProperty name="color" value="#FFFFFF"/>
    </inkml:brush>
  </inkml:definitions>
  <inkml:trace contextRef="#ctx0" brushRef="#br0">1 0 24575,'0'5'0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8.63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8.84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9.098"/>
    </inkml:context>
    <inkml:brush xml:id="br0">
      <inkml:brushProperty name="width" value="0.35" units="cm"/>
      <inkml:brushProperty name="height" value="0.35" units="cm"/>
      <inkml:brushProperty name="color" value="#FFFFFF"/>
    </inkml:brush>
  </inkml:definitions>
  <inkml:trace contextRef="#ctx0" brushRef="#br0">1 1 24575,'5'5'0,"7"7"0,7 7 0,5 0 0,4-3 0,-2 0 0,-7 4 0,0-2 0,1-4 0,-2 1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9.289"/>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9.511"/>
    </inkml:context>
    <inkml:brush xml:id="br0">
      <inkml:brushProperty name="width" value="0.35" units="cm"/>
      <inkml:brushProperty name="height" value="0.35" units="cm"/>
      <inkml:brushProperty name="color" value="#FFFFFF"/>
    </inkml:brush>
  </inkml:definitions>
  <inkml:trace contextRef="#ctx0" brushRef="#br0">0 5 24575,'0'-5'0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9.719"/>
    </inkml:context>
    <inkml:brush xml:id="br0">
      <inkml:brushProperty name="width" value="0.35" units="cm"/>
      <inkml:brushProperty name="height" value="0.35" units="cm"/>
      <inkml:brushProperty name="color" value="#FFFFFF"/>
    </inkml:brush>
  </inkml:definitions>
  <inkml:trace contextRef="#ctx0" brushRef="#br0">0 19 24575,'0'-6'0,"0"-6"0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39.894"/>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0.085"/>
    </inkml:context>
    <inkml:brush xml:id="br0">
      <inkml:brushProperty name="width" value="0.35" units="cm"/>
      <inkml:brushProperty name="height" value="0.35" units="cm"/>
      <inkml:brushProperty name="color" value="#FFFFFF"/>
    </inkml:brush>
  </inkml:definitions>
  <inkml:trace contextRef="#ctx0" brushRef="#br0">0 18 24575,'0'-5'0,"0"-7"0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0.26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0.500"/>
    </inkml:context>
    <inkml:brush xml:id="br0">
      <inkml:brushProperty name="width" value="0.35" units="cm"/>
      <inkml:brushProperty name="height" value="0.35" units="cm"/>
      <inkml:brushProperty name="color" value="#FFFFFF"/>
    </inkml:brush>
  </inkml:definitions>
  <inkml:trace contextRef="#ctx0" brushRef="#br0">0 18 24575,'0'-5'0,"0"-7"0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0.705"/>
    </inkml:context>
    <inkml:brush xml:id="br0">
      <inkml:brushProperty name="width" value="0.35" units="cm"/>
      <inkml:brushProperty name="height" value="0.35" units="cm"/>
      <inkml:brushProperty name="color" value="#FFFFFF"/>
    </inkml:brush>
  </inkml:definitions>
  <inkml:trace contextRef="#ctx0" brushRef="#br0">1 1 24575,'5'0'0,"7"0"0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0.944"/>
    </inkml:context>
    <inkml:brush xml:id="br0">
      <inkml:brushProperty name="width" value="0.35" units="cm"/>
      <inkml:brushProperty name="height" value="0.35" units="cm"/>
      <inkml:brushProperty name="color" value="#FFFFFF"/>
    </inkml:brush>
  </inkml:definitions>
  <inkml:trace contextRef="#ctx0" brushRef="#br0">0 1 24575,'6'0'0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1.167"/>
    </inkml:context>
    <inkml:brush xml:id="br0">
      <inkml:brushProperty name="width" value="0.35" units="cm"/>
      <inkml:brushProperty name="height" value="0.35" units="cm"/>
      <inkml:brushProperty name="color" value="#FFFFFF"/>
    </inkml:brush>
  </inkml:definitions>
  <inkml:trace contextRef="#ctx0" brushRef="#br0">0 0 24575,'0'6'0,"0"6"0,0 7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1.374"/>
    </inkml:context>
    <inkml:brush xml:id="br0">
      <inkml:brushProperty name="width" value="0.35" units="cm"/>
      <inkml:brushProperty name="height" value="0.35" units="cm"/>
      <inkml:brushProperty name="color" value="#FFFFFF"/>
    </inkml:brush>
  </inkml:definitions>
  <inkml:trace contextRef="#ctx0" brushRef="#br0">0 1 24575,'0'5'0,"0"7"0,0 7 0,6 5 0,1 4 0,-1 3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1.597"/>
    </inkml:context>
    <inkml:brush xml:id="br0">
      <inkml:brushProperty name="width" value="0.35" units="cm"/>
      <inkml:brushProperty name="height" value="0.35" units="cm"/>
      <inkml:brushProperty name="color" value="#FFFFFF"/>
    </inkml:brush>
  </inkml:definitions>
  <inkml:trace contextRef="#ctx0" brushRef="#br0">0 0 24575,'0'6'0,"5"1"0,2 4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1.82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2.060"/>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2.298"/>
    </inkml:context>
    <inkml:brush xml:id="br0">
      <inkml:brushProperty name="width" value="0.35" units="cm"/>
      <inkml:brushProperty name="height" value="0.35" units="cm"/>
      <inkml:brushProperty name="color" value="#FFFFFF"/>
    </inkml:brush>
  </inkml:definitions>
  <inkml:trace contextRef="#ctx0" brushRef="#br0">0 1 24575,'6'0'0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2.760"/>
    </inkml:context>
    <inkml:brush xml:id="br0">
      <inkml:brushProperty name="width" value="0.35" units="cm"/>
      <inkml:brushProperty name="height" value="0.35" units="cm"/>
      <inkml:brushProperty name="color" value="#FFFFFF"/>
    </inkml:brush>
  </inkml:definitions>
  <inkml:trace contextRef="#ctx0" brushRef="#br0">0 1 24575,'0'5'0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3.158"/>
    </inkml:context>
    <inkml:brush xml:id="br0">
      <inkml:brushProperty name="width" value="0.35" units="cm"/>
      <inkml:brushProperty name="height" value="0.35" units="cm"/>
      <inkml:brushProperty name="color" value="#FFFFFF"/>
    </inkml:brush>
  </inkml:definitions>
  <inkml:trace contextRef="#ctx0" brushRef="#br0">0 1 24575,'6'0'0,"6"0"0,7 0 0,5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3.39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3.58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3.795"/>
    </inkml:context>
    <inkml:brush xml:id="br0">
      <inkml:brushProperty name="width" value="0.35" units="cm"/>
      <inkml:brushProperty name="height" value="0.35" units="cm"/>
      <inkml:brushProperty name="color" value="#FFFFFF"/>
    </inkml:brush>
  </inkml:definitions>
  <inkml:trace contextRef="#ctx0" brushRef="#br0">0 1 24575,'6'0'0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4.00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4.17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4.401"/>
    </inkml:context>
    <inkml:brush xml:id="br0">
      <inkml:brushProperty name="width" value="0.35" units="cm"/>
      <inkml:brushProperty name="height" value="0.35" units="cm"/>
      <inkml:brushProperty name="color" value="#FFFFFF"/>
    </inkml:brush>
  </inkml:definitions>
  <inkml:trace contextRef="#ctx0" brushRef="#br0">0 5 24575,'0'-5'0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4.57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4.768"/>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4.961"/>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5.16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5.34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5.77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5.98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6.282"/>
    </inkml:context>
    <inkml:brush xml:id="br0">
      <inkml:brushProperty name="width" value="0.35" units="cm"/>
      <inkml:brushProperty name="height" value="0.35" units="cm"/>
      <inkml:brushProperty name="color" value="#FFFFFF"/>
    </inkml:brush>
  </inkml:definitions>
  <inkml:trace contextRef="#ctx0" brushRef="#br0">0 0 24575,'5'0'0,"7"0"0,7 0 0,5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6.522"/>
    </inkml:context>
    <inkml:brush xml:id="br0">
      <inkml:brushProperty name="width" value="0.35" units="cm"/>
      <inkml:brushProperty name="height" value="0.35" units="cm"/>
      <inkml:brushProperty name="color" value="#FFFFFF"/>
    </inkml:brush>
  </inkml:definitions>
  <inkml:trace contextRef="#ctx0" brushRef="#br0">0 0 24575,'0'6'0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6.729"/>
    </inkml:context>
    <inkml:brush xml:id="br0">
      <inkml:brushProperty name="width" value="0.35" units="cm"/>
      <inkml:brushProperty name="height" value="0.35" units="cm"/>
      <inkml:brushProperty name="color" value="#FFFFFF"/>
    </inkml:brush>
  </inkml:definitions>
  <inkml:trace contextRef="#ctx0" brushRef="#br0">0 0 24575,'0'5'0,"0"8"0,5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6.952"/>
    </inkml:context>
    <inkml:brush xml:id="br0">
      <inkml:brushProperty name="width" value="0.35" units="cm"/>
      <inkml:brushProperty name="height" value="0.35" units="cm"/>
      <inkml:brushProperty name="color" value="#FFFFFF"/>
    </inkml:brush>
  </inkml:definitions>
  <inkml:trace contextRef="#ctx0" brushRef="#br0">1 0 24575,'0'6'0,"5"1"0,2 4 0,5 2 0,0 3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7.192"/>
    </inkml:context>
    <inkml:brush xml:id="br0">
      <inkml:brushProperty name="width" value="0.35" units="cm"/>
      <inkml:brushProperty name="height" value="0.35" units="cm"/>
      <inkml:brushProperty name="color" value="#FFFFFF"/>
    </inkml:brush>
  </inkml:definitions>
  <inkml:trace contextRef="#ctx0" brushRef="#br0">0 0 24575,'6'0'0,"1"5"0,-1 7 0,-1 7 0,5 0 0,-1 2 0,-1 3 0,3-3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7.416"/>
    </inkml:context>
    <inkml:brush xml:id="br0">
      <inkml:brushProperty name="width" value="0.35" units="cm"/>
      <inkml:brushProperty name="height" value="0.35" units="cm"/>
      <inkml:brushProperty name="color" value="#FFFFFF"/>
    </inkml:brush>
  </inkml:definitions>
  <inkml:trace contextRef="#ctx0" brushRef="#br0">0 1 24575,'0'5'0,"5"2"0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7.638"/>
    </inkml:context>
    <inkml:brush xml:id="br0">
      <inkml:brushProperty name="width" value="0.35" units="cm"/>
      <inkml:brushProperty name="height" value="0.35" units="cm"/>
      <inkml:brushProperty name="color" value="#FFFFFF"/>
    </inkml:brush>
  </inkml:definitions>
  <inkml:trace contextRef="#ctx0" brushRef="#br0">1 1 24575,'0'5'0,"0"7"0,0 7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7.972"/>
    </inkml:context>
    <inkml:brush xml:id="br0">
      <inkml:brushProperty name="width" value="0.35" units="cm"/>
      <inkml:brushProperty name="height" value="0.35" units="cm"/>
      <inkml:brushProperty name="color" value="#FFFFFF"/>
    </inkml:brush>
  </inkml:definitions>
  <inkml:trace contextRef="#ctx0" brushRef="#br0">31 1 24575,'-5'0'0,"-7"0"0,-2 5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8.243"/>
    </inkml:context>
    <inkml:brush xml:id="br0">
      <inkml:brushProperty name="width" value="0.35" units="cm"/>
      <inkml:brushProperty name="height" value="0.35" units="cm"/>
      <inkml:brushProperty name="color" value="#FFFFFF"/>
    </inkml:brush>
  </inkml:definitions>
  <inkml:trace contextRef="#ctx0" brushRef="#br0">1 1 24575,'0'5'0,"0"7"0,0 7 0,5 0 0,7-3 0,2 0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8.482"/>
    </inkml:context>
    <inkml:brush xml:id="br0">
      <inkml:brushProperty name="width" value="0.35" units="cm"/>
      <inkml:brushProperty name="height" value="0.35" units="cm"/>
      <inkml:brushProperty name="color" value="#FFFFFF"/>
    </inkml:brush>
  </inkml:definitions>
  <inkml:trace contextRef="#ctx0" brushRef="#br0">1 0 24575,'5'0'0,"8"0"0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8.70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8.927"/>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9.151"/>
    </inkml:context>
    <inkml:brush xml:id="br0">
      <inkml:brushProperty name="width" value="0.35" units="cm"/>
      <inkml:brushProperty name="height" value="0.35" units="cm"/>
      <inkml:brushProperty name="color" value="#FFFFFF"/>
    </inkml:brush>
  </inkml:definitions>
  <inkml:trace contextRef="#ctx0" brushRef="#br0">1 19 24575,'0'-6'0,"0"-6"0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9.37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9.61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49.881"/>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0.120"/>
    </inkml:context>
    <inkml:brush xml:id="br0">
      <inkml:brushProperty name="width" value="0.35" units="cm"/>
      <inkml:brushProperty name="height" value="0.35" units="cm"/>
      <inkml:brushProperty name="color" value="#FFFFFF"/>
    </inkml:brush>
  </inkml:definitions>
  <inkml:trace contextRef="#ctx0" brushRef="#br0">1 31 24575,'0'-5'0,"5"-2"0,7 0 0,7 2 0,5 1 0,4 2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0.359"/>
    </inkml:context>
    <inkml:brush xml:id="br0">
      <inkml:brushProperty name="width" value="0.35" units="cm"/>
      <inkml:brushProperty name="height" value="0.35" units="cm"/>
      <inkml:brushProperty name="color" value="#FFFFFF"/>
    </inkml:brush>
  </inkml:definitions>
  <inkml:trace contextRef="#ctx0" brushRef="#br0">1 1 24575,'0'5'0,"0"7"0,0 7 0,5 0 0,2 2 0,0 3 0,3-3 0,1 1 0,-2 1 0,-3 3 0,4-4 0,-1 0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0.582"/>
    </inkml:context>
    <inkml:brush xml:id="br0">
      <inkml:brushProperty name="width" value="0.35" units="cm"/>
      <inkml:brushProperty name="height" value="0.35" units="cm"/>
      <inkml:brushProperty name="color" value="#FFFFFF"/>
    </inkml:brush>
  </inkml:definitions>
  <inkml:trace contextRef="#ctx0" brushRef="#br0">1 0 24575,'0'5'0,"5"2"0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0.852"/>
    </inkml:context>
    <inkml:brush xml:id="br0">
      <inkml:brushProperty name="width" value="0.35" units="cm"/>
      <inkml:brushProperty name="height" value="0.35" units="cm"/>
      <inkml:brushProperty name="color" value="#FFFFFF"/>
    </inkml:brush>
  </inkml:definitions>
  <inkml:trace contextRef="#ctx0" brushRef="#br0">1 1 24575,'5'0'0,"7"5"0,7 7 0,1 7 0,1 5 0,3 4 0,2-2 0,-3-1 0,-5 0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1.123"/>
    </inkml:context>
    <inkml:brush xml:id="br0">
      <inkml:brushProperty name="width" value="0.35" units="cm"/>
      <inkml:brushProperty name="height" value="0.35" units="cm"/>
      <inkml:brushProperty name="color" value="#FFFFFF"/>
    </inkml:brush>
  </inkml:definitions>
  <inkml:trace contextRef="#ctx0" brushRef="#br0">0 0 24575,'6'0'0,"6"0"0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1.361"/>
    </inkml:context>
    <inkml:brush xml:id="br0">
      <inkml:brushProperty name="width" value="0.35" units="cm"/>
      <inkml:brushProperty name="height" value="0.35" units="cm"/>
      <inkml:brushProperty name="color" value="#FFFFFF"/>
    </inkml:brush>
  </inkml:definitions>
  <inkml:trace contextRef="#ctx0" brushRef="#br0">0 1 24575,'6'0'0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1.586"/>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1.80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2.080"/>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2.33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2.66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2.906"/>
    </inkml:context>
    <inkml:brush xml:id="br0">
      <inkml:brushProperty name="width" value="0.35" units="cm"/>
      <inkml:brushProperty name="height" value="0.35" units="cm"/>
      <inkml:brushProperty name="color" value="#FFFFFF"/>
    </inkml:brush>
  </inkml:definitions>
  <inkml:trace contextRef="#ctx0" brushRef="#br0">0 0 24575,'6'0'0,"6"0"0,1 5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3.144"/>
    </inkml:context>
    <inkml:brush xml:id="br0">
      <inkml:brushProperty name="width" value="0.35" units="cm"/>
      <inkml:brushProperty name="height" value="0.35" units="cm"/>
      <inkml:brushProperty name="color" value="#FFFFFF"/>
    </inkml:brush>
  </inkml:definitions>
  <inkml:trace contextRef="#ctx0" brushRef="#br0">1 1 24575,'0'5'0,"0"7"0,0 7 0,5 0 0,2 2 0,5 3 0,5-3 0,1 1 0,-4 1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3.368"/>
    </inkml:context>
    <inkml:brush xml:id="br0">
      <inkml:brushProperty name="width" value="0.35" units="cm"/>
      <inkml:brushProperty name="height" value="0.35" units="cm"/>
      <inkml:brushProperty name="color" value="#FFFFFF"/>
    </inkml:brush>
  </inkml:definitions>
  <inkml:trace contextRef="#ctx0" brushRef="#br0">0 0 24575,'0'5'0,"6"8"0,6 0 0,2 5 0,-2 3 0,3-1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3.574"/>
    </inkml:context>
    <inkml:brush xml:id="br0">
      <inkml:brushProperty name="width" value="0.35" units="cm"/>
      <inkml:brushProperty name="height" value="0.35" units="cm"/>
      <inkml:brushProperty name="color" value="#FFFFFF"/>
    </inkml:brush>
  </inkml:definitions>
  <inkml:trace contextRef="#ctx0" brushRef="#br0">1 1 24575,'0'5'0,"0"7"0,5 2 0,2 3 0,5-1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3.79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4.004"/>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4.258"/>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4.481"/>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4.73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5.007"/>
    </inkml:context>
    <inkml:brush xml:id="br0">
      <inkml:brushProperty name="width" value="0.35" units="cm"/>
      <inkml:brushProperty name="height" value="0.35" units="cm"/>
      <inkml:brushProperty name="color" value="#FFFFFF"/>
    </inkml:brush>
  </inkml:definitions>
  <inkml:trace contextRef="#ctx0" brushRef="#br0">0 1 24575,'5'0'0,"8"0"0,5 0 0,6 0 0,4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5.24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5.517"/>
    </inkml:context>
    <inkml:brush xml:id="br0">
      <inkml:brushProperty name="width" value="0.35" units="cm"/>
      <inkml:brushProperty name="height" value="0.35" units="cm"/>
      <inkml:brushProperty name="color" value="#FFFFFF"/>
    </inkml:brush>
  </inkml:definitions>
  <inkml:trace contextRef="#ctx0" brushRef="#br0">1 1 24575,'0'5'0,"0"7"0,5 2 0,3 3 0,4 4 0,0 5 0,4-3 0,-1 0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5.739"/>
    </inkml:context>
    <inkml:brush xml:id="br0">
      <inkml:brushProperty name="width" value="0.35" units="cm"/>
      <inkml:brushProperty name="height" value="0.35" units="cm"/>
      <inkml:brushProperty name="color" value="#FFFFFF"/>
    </inkml:brush>
  </inkml:definitions>
  <inkml:trace contextRef="#ctx0" brushRef="#br0">0 1 24575,'0'5'0,"0"7"0,6 2 0,1 3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5.978"/>
    </inkml:context>
    <inkml:brush xml:id="br0">
      <inkml:brushProperty name="width" value="0.35" units="cm"/>
      <inkml:brushProperty name="height" value="0.35" units="cm"/>
      <inkml:brushProperty name="color" value="#FFFFFF"/>
    </inkml:brush>
  </inkml:definitions>
  <inkml:trace contextRef="#ctx0" brushRef="#br0">0 0 24575,'0'5'0,"0"8"0,5 1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6.217"/>
    </inkml:context>
    <inkml:brush xml:id="br0">
      <inkml:brushProperty name="width" value="0.35" units="cm"/>
      <inkml:brushProperty name="height" value="0.35" units="cm"/>
      <inkml:brushProperty name="color" value="#FFFFFF"/>
    </inkml:brush>
  </inkml:definitions>
  <inkml:trace contextRef="#ctx0" brushRef="#br0">1 1 24575,'0'5'0,"5"2"0,8-1 0,0 5 0,5 0 0,-2 3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6.439"/>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6.77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7.155"/>
    </inkml:context>
    <inkml:brush xml:id="br0">
      <inkml:brushProperty name="width" value="0.35" units="cm"/>
      <inkml:brushProperty name="height" value="0.35" units="cm"/>
      <inkml:brushProperty name="color" value="#FFFFFF"/>
    </inkml:brush>
  </inkml:definitions>
  <inkml:trace contextRef="#ctx0" brushRef="#br0">1 1 24575,'5'0'0,"7"0"0,7 5 0,5 2 0,-1 5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7.362"/>
    </inkml:context>
    <inkml:brush xml:id="br0">
      <inkml:brushProperty name="width" value="0.35" units="cm"/>
      <inkml:brushProperty name="height" value="0.35" units="cm"/>
      <inkml:brushProperty name="color" value="#FFFFFF"/>
    </inkml:brush>
  </inkml:definitions>
  <inkml:trace contextRef="#ctx0" brushRef="#br0">1 0 24575,'5'0'0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7.600"/>
    </inkml:context>
    <inkml:brush xml:id="br0">
      <inkml:brushProperty name="width" value="0.35" units="cm"/>
      <inkml:brushProperty name="height" value="0.35" units="cm"/>
      <inkml:brushProperty name="color" value="#FFFFFF"/>
    </inkml:brush>
  </inkml:definitions>
  <inkml:trace contextRef="#ctx0" brushRef="#br0">1 18 24575,'0'-5'0,"0"-7"0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7.871"/>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8.10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8.555"/>
    </inkml:context>
    <inkml:brush xml:id="br0">
      <inkml:brushProperty name="width" value="0.35" units="cm"/>
      <inkml:brushProperty name="height" value="0.35" units="cm"/>
      <inkml:brushProperty name="color" value="#FFFFFF"/>
    </inkml:brush>
  </inkml:definitions>
  <inkml:trace contextRef="#ctx0" brushRef="#br0">0 0 24575,'6'0'0,"6"6"0,8 1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8.77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9.050"/>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9.273"/>
    </inkml:context>
    <inkml:brush xml:id="br0">
      <inkml:brushProperty name="width" value="0.35" units="cm"/>
      <inkml:brushProperty name="height" value="0.35" units="cm"/>
      <inkml:brushProperty name="color" value="#FFFFFF"/>
    </inkml:brush>
  </inkml:definitions>
  <inkml:trace contextRef="#ctx0" brushRef="#br0">0 0 24575,'5'0'0,"8"0"0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9.530"/>
    </inkml:context>
    <inkml:brush xml:id="br0">
      <inkml:brushProperty name="width" value="0.35" units="cm"/>
      <inkml:brushProperty name="height" value="0.35" units="cm"/>
      <inkml:brushProperty name="color" value="#FFFFFF"/>
    </inkml:brush>
  </inkml:definitions>
  <inkml:trace contextRef="#ctx0" brushRef="#br0">0 1 24575,'5'0'0,"8"0"0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9.75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1:59.974"/>
    </inkml:context>
    <inkml:brush xml:id="br0">
      <inkml:brushProperty name="width" value="0.35" units="cm"/>
      <inkml:brushProperty name="height" value="0.35" units="cm"/>
      <inkml:brushProperty name="color" value="#FFFFFF"/>
    </inkml:brush>
  </inkml:definitions>
  <inkml:trace contextRef="#ctx0" brushRef="#br0">0 1 24575,'5'0'0,"8"0"0,5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0.212"/>
    </inkml:context>
    <inkml:brush xml:id="br0">
      <inkml:brushProperty name="width" value="0.35" units="cm"/>
      <inkml:brushProperty name="height" value="0.35" units="cm"/>
      <inkml:brushProperty name="color" value="#FFFFFF"/>
    </inkml:brush>
  </inkml:definitions>
  <inkml:trace contextRef="#ctx0" brushRef="#br0">0 1 24575,'6'0'0,"6"0"0,7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0.434"/>
    </inkml:context>
    <inkml:brush xml:id="br0">
      <inkml:brushProperty name="width" value="0.35" units="cm"/>
      <inkml:brushProperty name="height" value="0.35" units="cm"/>
      <inkml:brushProperty name="color" value="#FFFFFF"/>
    </inkml:brush>
  </inkml:definitions>
  <inkml:trace contextRef="#ctx0" brushRef="#br0">1 1 24575,'5'0'0,"7"0"0,7 0 0,5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0.721"/>
    </inkml:context>
    <inkml:brush xml:id="br0">
      <inkml:brushProperty name="width" value="0.35" units="cm"/>
      <inkml:brushProperty name="height" value="0.35" units="cm"/>
      <inkml:brushProperty name="color" value="#FFFFFF"/>
    </inkml:brush>
  </inkml:definitions>
  <inkml:trace contextRef="#ctx0" brushRef="#br0">0 1 24575,'6'0'0,"6"0"0,7 0 0,5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1.057"/>
    </inkml:context>
    <inkml:brush xml:id="br0">
      <inkml:brushProperty name="width" value="0.35" units="cm"/>
      <inkml:brushProperty name="height" value="0.35" units="cm"/>
      <inkml:brushProperty name="color" value="#FFFFFF"/>
    </inkml:brush>
  </inkml:definitions>
  <inkml:trace contextRef="#ctx0" brushRef="#br0">1 1 24575,'5'0'0,"8"0"0,6 0 0,5 0 0,4 5 0,-2 7 0,-2 2 0,2-2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1.344"/>
    </inkml:context>
    <inkml:brush xml:id="br0">
      <inkml:brushProperty name="width" value="0.35" units="cm"/>
      <inkml:brushProperty name="height" value="0.35" units="cm"/>
      <inkml:brushProperty name="color" value="#FFFFFF"/>
    </inkml:brush>
  </inkml:definitions>
  <inkml:trace contextRef="#ctx0" brushRef="#br0">0 0 24575,'0'5'0,"0"8"0,0 6 0,0 5 0,0 5 0,0 1 0,0 2 0,0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1.63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1.887"/>
    </inkml:context>
    <inkml:brush xml:id="br0">
      <inkml:brushProperty name="width" value="0.35" units="cm"/>
      <inkml:brushProperty name="height" value="0.35" units="cm"/>
      <inkml:brushProperty name="color" value="#FFFFFF"/>
    </inkml:brush>
  </inkml:definitions>
  <inkml:trace contextRef="#ctx0" brushRef="#br0">49 1 24575,'-5'0'0,"-8"0"0,0 5 0,-4 2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2.15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2.365"/>
    </inkml:context>
    <inkml:brush xml:id="br0">
      <inkml:brushProperty name="width" value="0.35" units="cm"/>
      <inkml:brushProperty name="height" value="0.35" units="cm"/>
      <inkml:brushProperty name="color" value="#FFFFFF"/>
    </inkml:brush>
  </inkml:definitions>
  <inkml:trace contextRef="#ctx0" brushRef="#br0">18 1 24575,'-5'0'0,"-8"0"0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2.588"/>
    </inkml:context>
    <inkml:brush xml:id="br0">
      <inkml:brushProperty name="width" value="0.35" units="cm"/>
      <inkml:brushProperty name="height" value="0.35" units="cm"/>
      <inkml:brushProperty name="color" value="#FFFFFF"/>
    </inkml:brush>
  </inkml:definitions>
  <inkml:trace contextRef="#ctx0" brushRef="#br0">37 0 24575,'-6'0'0,"-6"0"0,-7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2.857"/>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3.175"/>
    </inkml:context>
    <inkml:brush xml:id="br0">
      <inkml:brushProperty name="width" value="0.35" units="cm"/>
      <inkml:brushProperty name="height" value="0.35" units="cm"/>
      <inkml:brushProperty name="color" value="#FFFFFF"/>
    </inkml:brush>
  </inkml:definitions>
  <inkml:trace contextRef="#ctx0" brushRef="#br0">0 0 24575,'0'5'0,"0"8"0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3.41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3.76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4.03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4.54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4.829"/>
    </inkml:context>
    <inkml:brush xml:id="br0">
      <inkml:brushProperty name="width" value="0.35" units="cm"/>
      <inkml:brushProperty name="height" value="0.35" units="cm"/>
      <inkml:brushProperty name="color" value="#FFFFFF"/>
    </inkml:brush>
  </inkml:definitions>
  <inkml:trace contextRef="#ctx0" brushRef="#br0">1 1 24575,'5'0'0,"7"0"0,7 0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5.051"/>
    </inkml:context>
    <inkml:brush xml:id="br0">
      <inkml:brushProperty name="width" value="0.35" units="cm"/>
      <inkml:brushProperty name="height" value="0.35" units="cm"/>
      <inkml:brushProperty name="color" value="#FFFFFF"/>
    </inkml:brush>
  </inkml:definitions>
  <inkml:trace contextRef="#ctx0" brushRef="#br0">0 1 24575,'5'0'0,"7"0"0,7 0 0,6 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5.51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5.73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8.696"/>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8.903"/>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9.094"/>
    </inkml:context>
    <inkml:brush xml:id="br0">
      <inkml:brushProperty name="width" value="0.35" units="cm"/>
      <inkml:brushProperty name="height" value="0.35" units="cm"/>
      <inkml:brushProperty name="color" value="#FFFFFF"/>
    </inkml:brush>
  </inkml:definitions>
  <inkml:trace contextRef="#ctx0" brushRef="#br0">19 1 24575,'-6'0'0,"-6"0"0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9.318"/>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9.541"/>
    </inkml:context>
    <inkml:brush xml:id="br0">
      <inkml:brushProperty name="width" value="0.35" units="cm"/>
      <inkml:brushProperty name="height" value="0.35" units="cm"/>
      <inkml:brushProperty name="color" value="#FFFFFF"/>
    </inkml:brush>
  </inkml:definitions>
  <inkml:trace contextRef="#ctx0" brushRef="#br0">18 1 24575,'-5'0'0,"-8"0"0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9.731"/>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09.954"/>
    </inkml:context>
    <inkml:brush xml:id="br0">
      <inkml:brushProperty name="width" value="0.35" units="cm"/>
      <inkml:brushProperty name="height" value="0.35" units="cm"/>
      <inkml:brushProperty name="color" value="#FFFFFF"/>
    </inkml:brush>
  </inkml:definitions>
  <inkml:trace contextRef="#ctx0" brushRef="#br0">12 6 24575,'-5'0'0,"-2"-6"0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0.129"/>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6.89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7.08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7.29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7.481"/>
    </inkml:context>
    <inkml:brush xml:id="br0">
      <inkml:brushProperty name="width" value="0.35" units="cm"/>
      <inkml:brushProperty name="height" value="0.35" units="cm"/>
      <inkml:brushProperty name="color" value="#FFFFFF"/>
    </inkml:brush>
  </inkml:definitions>
  <inkml:trace contextRef="#ctx0" brushRef="#br0">5 1 24575,'-5'0'0</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7.864"/>
    </inkml:context>
    <inkml:brush xml:id="br0">
      <inkml:brushProperty name="width" value="0.35" units="cm"/>
      <inkml:brushProperty name="height" value="0.35" units="cm"/>
      <inkml:brushProperty name="color" value="#FFFFFF"/>
    </inkml:brush>
  </inkml:definitions>
  <inkml:trace contextRef="#ctx0" brushRef="#br0">0 1 24575,'5'0'0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8.134"/>
    </inkml:context>
    <inkml:brush xml:id="br0">
      <inkml:brushProperty name="width" value="0.35" units="cm"/>
      <inkml:brushProperty name="height" value="0.35" units="cm"/>
      <inkml:brushProperty name="color" value="#FFFFFF"/>
    </inkml:brush>
  </inkml:definitions>
  <inkml:trace contextRef="#ctx0" brushRef="#br0">218 1 24575,'-5'0'0,"-2"5"0,0 7 0,-4 2 0,-5-2 0,0 2 0,-3 5 0,-3-2 0,-3-3 0,3 1 0,-1 4 0,-1-3 0,3 3 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8.326"/>
    </inkml:context>
    <inkml:brush xml:id="br0">
      <inkml:brushProperty name="width" value="0.35" units="cm"/>
      <inkml:brushProperty name="height" value="0.35" units="cm"/>
      <inkml:brushProperty name="color" value="#FFFFFF"/>
    </inkml:brush>
  </inkml:definitions>
  <inkml:trace contextRef="#ctx0" brushRef="#br0">33 1 24575,'-6'0'0,"-6"0"0,-2 5 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8.50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8.788"/>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9.02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9.170"/>
    </inkml:context>
    <inkml:brush xml:id="br0">
      <inkml:brushProperty name="width" value="0.35" units="cm"/>
      <inkml:brushProperty name="height" value="0.35" units="cm"/>
      <inkml:brushProperty name="color" value="#FFFFFF"/>
    </inkml:brush>
  </inkml:definitions>
  <inkml:trace contextRef="#ctx0" brushRef="#br0">18 0 24575,'0'6'0,"-5"1"0,-7 4 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9.425"/>
    </inkml:context>
    <inkml:brush xml:id="br0">
      <inkml:brushProperty name="width" value="0.35" units="cm"/>
      <inkml:brushProperty name="height" value="0.35" units="cm"/>
      <inkml:brushProperty name="color" value="#FFFFFF"/>
    </inkml:brush>
  </inkml:definitions>
  <inkml:trace contextRef="#ctx0" brushRef="#br0">1 0 24575,'0'5'0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9.695"/>
    </inkml:context>
    <inkml:brush xml:id="br0">
      <inkml:brushProperty name="width" value="0.35" units="cm"/>
      <inkml:brushProperty name="height" value="0.35" units="cm"/>
      <inkml:brushProperty name="color" value="#FFFFFF"/>
    </inkml:brush>
  </inkml:definitions>
  <inkml:trace contextRef="#ctx0" brushRef="#br0">1 1 24575,'0'5'0,"0"7"0,0 7 0,0 5 0,0 4 0,0 3 0,0 1 0,0 0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19.933"/>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0.124"/>
    </inkml:context>
    <inkml:brush xml:id="br0">
      <inkml:brushProperty name="width" value="0.35" units="cm"/>
      <inkml:brushProperty name="height" value="0.35" units="cm"/>
      <inkml:brushProperty name="color" value="#FFFFFF"/>
    </inkml:brush>
  </inkml:definitions>
  <inkml:trace contextRef="#ctx0" brushRef="#br0">1 0 24575,'5'0'0,"7"0"0,7 0 0,5 0 0,4 0 0,3 0 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0.348"/>
    </inkml:context>
    <inkml:brush xml:id="br0">
      <inkml:brushProperty name="width" value="0.35" units="cm"/>
      <inkml:brushProperty name="height" value="0.35" units="cm"/>
      <inkml:brushProperty name="color" value="#FFFFFF"/>
    </inkml:brush>
  </inkml:definitions>
  <inkml:trace contextRef="#ctx0" brushRef="#br0">0 0 24575,'6'0'0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0.538"/>
    </inkml:context>
    <inkml:brush xml:id="br0">
      <inkml:brushProperty name="width" value="0.35" units="cm"/>
      <inkml:brushProperty name="height" value="0.35" units="cm"/>
      <inkml:brushProperty name="color" value="#FFFFFF"/>
    </inkml:brush>
  </inkml:definitions>
  <inkml:trace contextRef="#ctx0" brushRef="#br0">0 13 24575,'5'0'0,"2"-6"0,5-1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0.72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1"/>
    </inkml:context>
    <inkml:brush xml:id="br0">
      <inkml:brushProperty name="width" value="0.35" units="cm"/>
      <inkml:brushProperty name="height" value="0.35" units="cm"/>
      <inkml:brushProperty name="color" value="#FFFFFF"/>
    </inkml:brush>
  </inkml:definitions>
  <inkml:trace contextRef="#ctx0" brushRef="#br0">0 12 24575,'6'0'0,"0"-5"0,6-2 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1.240"/>
    </inkml:context>
    <inkml:brush xml:id="br0">
      <inkml:brushProperty name="width" value="0.35" units="cm"/>
      <inkml:brushProperty name="height" value="0.35" units="cm"/>
      <inkml:brushProperty name="color" value="#FFFFFF"/>
    </inkml:brush>
  </inkml:definitions>
  <inkml:trace contextRef="#ctx0" brushRef="#br0">0 0 24575,'5'0'0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1.431"/>
    </inkml:context>
    <inkml:brush xml:id="br0">
      <inkml:brushProperty name="width" value="0.35" units="cm"/>
      <inkml:brushProperty name="height" value="0.35" units="cm"/>
      <inkml:brushProperty name="color" value="#FFFFFF"/>
    </inkml:brush>
  </inkml:definitions>
  <inkml:trace contextRef="#ctx0" brushRef="#br0">1 0 24575,'5'5'0,"2"8"0,-1 5 0,0 7 0,3-3 0,0 2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1.637"/>
    </inkml:context>
    <inkml:brush xml:id="br0">
      <inkml:brushProperty name="width" value="0.35" units="cm"/>
      <inkml:brushProperty name="height" value="0.35" units="cm"/>
      <inkml:brushProperty name="color" value="#FFFFFF"/>
    </inkml:brush>
  </inkml:definitions>
  <inkml:trace contextRef="#ctx0" brushRef="#br0">0 0 24575,'0'5'0,"0"7"0,0 7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1.859"/>
    </inkml:context>
    <inkml:brush xml:id="br0">
      <inkml:brushProperty name="width" value="0.35" units="cm"/>
      <inkml:brushProperty name="height" value="0.35" units="cm"/>
      <inkml:brushProperty name="color" value="#FFFFFF"/>
    </inkml:brush>
  </inkml:definitions>
  <inkml:trace contextRef="#ctx0" brushRef="#br0">25 0 24575,'0'5'0,"0"8"0,-6 0 0,-1 5 0,-4-2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2.003"/>
    </inkml:context>
    <inkml:brush xml:id="br0">
      <inkml:brushProperty name="width" value="0.35" units="cm"/>
      <inkml:brushProperty name="height" value="0.35" units="cm"/>
      <inkml:brushProperty name="color" value="#FFFFFF"/>
    </inkml:brush>
  </inkml:definitions>
  <inkml:trace contextRef="#ctx0" brushRef="#br0">80 1 24575,'-5'0'0,"-3"5"0,-4 2 0,-6 0 0,1 3 0,-3 1 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2.260"/>
    </inkml:context>
    <inkml:brush xml:id="br0">
      <inkml:brushProperty name="width" value="0.35" units="cm"/>
      <inkml:brushProperty name="height" value="0.35" units="cm"/>
      <inkml:brushProperty name="color" value="#FFFFFF"/>
    </inkml:brush>
  </inkml:definitions>
  <inkml:trace contextRef="#ctx0" brushRef="#br0">0 0 24575,'0'5'0,"0"8"0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2.498"/>
    </inkml:context>
    <inkml:brush xml:id="br0">
      <inkml:brushProperty name="width" value="0.35" units="cm"/>
      <inkml:brushProperty name="height" value="0.35" units="cm"/>
      <inkml:brushProperty name="color" value="#FFFFFF"/>
    </inkml:brush>
  </inkml:definitions>
  <inkml:trace contextRef="#ctx0" brushRef="#br0">18 1 24575,'0'5'0,"-6"2"0,-6 0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2.752"/>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3.198"/>
    </inkml:context>
    <inkml:brush xml:id="br0">
      <inkml:brushProperty name="width" value="0.35" units="cm"/>
      <inkml:brushProperty name="height" value="0.35" units="cm"/>
      <inkml:brushProperty name="color" value="#FFFFFF"/>
    </inkml:brush>
  </inkml:definitions>
  <inkml:trace contextRef="#ctx0" brushRef="#br0">83 0 24575,'-5'0'0,"-7"0"0,-7 0 0,-5 0 0,1 5 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3.486"/>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3.72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4.459"/>
    </inkml:context>
    <inkml:brush xml:id="br0">
      <inkml:brushProperty name="width" value="0.35" units="cm"/>
      <inkml:brushProperty name="height" value="0.35" units="cm"/>
      <inkml:brushProperty name="color" value="#FFFFFF"/>
    </inkml:brush>
  </inkml:definitions>
  <inkml:trace contextRef="#ctx0" brushRef="#br0">0 1 24575,'6'0'0,"6"0"0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4.65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4.93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5.144"/>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5.38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5.60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5.797"/>
    </inkml:context>
    <inkml:brush xml:id="br0">
      <inkml:brushProperty name="width" value="0.35" units="cm"/>
      <inkml:brushProperty name="height" value="0.35" units="cm"/>
      <inkml:brushProperty name="color" value="#FFFFFF"/>
    </inkml:brush>
  </inkml:definitions>
  <inkml:trace contextRef="#ctx0" brushRef="#br0">1 1 24575,'5'0'0,"8"0"0,6 0 0,5 0 0,4 0 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6.005"/>
    </inkml:context>
    <inkml:brush xml:id="br0">
      <inkml:brushProperty name="width" value="0.35" units="cm"/>
      <inkml:brushProperty name="height" value="0.35" units="cm"/>
      <inkml:brushProperty name="color" value="#FFFFFF"/>
    </inkml:brush>
  </inkml:definitions>
  <inkml:trace contextRef="#ctx0" brushRef="#br0">0 1 24575,'5'0'0,"8"0"0,5 0 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6.21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6.40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6.627"/>
    </inkml:context>
    <inkml:brush xml:id="br0">
      <inkml:brushProperty name="width" value="0.35" units="cm"/>
      <inkml:brushProperty name="height" value="0.35" units="cm"/>
      <inkml:brushProperty name="color" value="#FFFFFF"/>
    </inkml:brush>
  </inkml:definitions>
  <inkml:trace contextRef="#ctx0" brushRef="#br0">0 1 24575,'6'0'0,"6"0"0,6 0 0,7 0 0,8 0 0,5 0 0,0 0 0,0 0 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6.80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6.93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7.07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7.249"/>
    </inkml:context>
    <inkml:brush xml:id="br0">
      <inkml:brushProperty name="width" value="0.35" units="cm"/>
      <inkml:brushProperty name="height" value="0.35" units="cm"/>
      <inkml:brushProperty name="color" value="#FFFFFF"/>
    </inkml:brush>
  </inkml:definitions>
  <inkml:trace contextRef="#ctx0" brushRef="#br0">1 1 24575,'5'0'0,"7"0"0,7 0 0,5 0 0,10 0 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7.487"/>
    </inkml:context>
    <inkml:brush xml:id="br0">
      <inkml:brushProperty name="width" value="0.35" units="cm"/>
      <inkml:brushProperty name="height" value="0.35" units="cm"/>
      <inkml:brushProperty name="color" value="#FFFFFF"/>
    </inkml:brush>
  </inkml:definitions>
  <inkml:trace contextRef="#ctx0" brushRef="#br0">0 1 24575,'5'0'0,"8"0"0,6 0 0,5 0 0,4 0 0,3 0 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7.67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7.979"/>
    </inkml:context>
    <inkml:brush xml:id="br0">
      <inkml:brushProperty name="width" value="0.35" units="cm"/>
      <inkml:brushProperty name="height" value="0.35" units="cm"/>
      <inkml:brushProperty name="color" value="#FFFFFF"/>
    </inkml:brush>
  </inkml:definitions>
  <inkml:trace contextRef="#ctx0" brushRef="#br0">1 20 24575,'5'0'0,"2"-6"0,5 0 0,6-1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8.280"/>
    </inkml:context>
    <inkml:brush xml:id="br0">
      <inkml:brushProperty name="width" value="0.35" units="cm"/>
      <inkml:brushProperty name="height" value="0.35" units="cm"/>
      <inkml:brushProperty name="color" value="#FFFFFF"/>
    </inkml:brush>
  </inkml:definitions>
  <inkml:trace contextRef="#ctx0" brushRef="#br0">0 1 24575,'6'0'0,"6"0"0,2 5 0,4 7 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8.503"/>
    </inkml:context>
    <inkml:brush xml:id="br0">
      <inkml:brushProperty name="width" value="0.35" units="cm"/>
      <inkml:brushProperty name="height" value="0.35" units="cm"/>
      <inkml:brushProperty name="color" value="#FFFFFF"/>
    </inkml:brush>
  </inkml:definitions>
  <inkml:trace contextRef="#ctx0" brushRef="#br0">1 0 24575,'5'0'0,"7"0"0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8.742"/>
    </inkml:context>
    <inkml:brush xml:id="br0">
      <inkml:brushProperty name="width" value="0.35" units="cm"/>
      <inkml:brushProperty name="height" value="0.35" units="cm"/>
      <inkml:brushProperty name="color" value="#FFFFFF"/>
    </inkml:brush>
  </inkml:definitions>
  <inkml:trace contextRef="#ctx0" brushRef="#br0">0 0 24575,'6'0'0,"6"0"0,7 0 0,6 0 0,3 0 0</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8.997"/>
    </inkml:context>
    <inkml:brush xml:id="br0">
      <inkml:brushProperty name="width" value="0.35" units="cm"/>
      <inkml:brushProperty name="height" value="0.35" units="cm"/>
      <inkml:brushProperty name="color" value="#FFFFFF"/>
    </inkml:brush>
  </inkml:definitions>
  <inkml:trace contextRef="#ctx0" brushRef="#br0">0 1 24575,'5'0'0,"8"0"0,5 0 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9.203"/>
    </inkml:context>
    <inkml:brush xml:id="br0">
      <inkml:brushProperty name="width" value="0.35" units="cm"/>
      <inkml:brushProperty name="height" value="0.35" units="cm"/>
      <inkml:brushProperty name="color" value="#FFFFFF"/>
    </inkml:brush>
  </inkml:definitions>
  <inkml:trace contextRef="#ctx0" brushRef="#br0">0 1 24575,'6'0'0,"6"0"0,7 0 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9.474"/>
    </inkml:context>
    <inkml:brush xml:id="br0">
      <inkml:brushProperty name="width" value="0.35" units="cm"/>
      <inkml:brushProperty name="height" value="0.35" units="cm"/>
      <inkml:brushProperty name="color" value="#FFFFFF"/>
    </inkml:brush>
  </inkml:definitions>
  <inkml:trace contextRef="#ctx0" brushRef="#br0">0 0 24575,'6'0'0,"6"0"0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9.745"/>
    </inkml:context>
    <inkml:brush xml:id="br0">
      <inkml:brushProperty name="width" value="0.35" units="cm"/>
      <inkml:brushProperty name="height" value="0.35" units="cm"/>
      <inkml:brushProperty name="color" value="#FFFFFF"/>
    </inkml:brush>
  </inkml:definitions>
  <inkml:trace contextRef="#ctx0" brushRef="#br0">1 0 24575,'5'0'0,"8"6"0,6 1 0,5-1 0,-1 5 0,-5 5 0,1 0 0</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29.968"/>
    </inkml:context>
    <inkml:brush xml:id="br0">
      <inkml:brushProperty name="width" value="0.35" units="cm"/>
      <inkml:brushProperty name="height" value="0.35" units="cm"/>
      <inkml:brushProperty name="color" value="#FFFFFF"/>
    </inkml:brush>
  </inkml:definitions>
  <inkml:trace contextRef="#ctx0" brushRef="#br0">1 0 24575,'0'5'0,"0"7"0,5 2 0,2 3 0,5-1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0.397"/>
    </inkml:context>
    <inkml:brush xml:id="br0">
      <inkml:brushProperty name="width" value="0.35" units="cm"/>
      <inkml:brushProperty name="height" value="0.35" units="cm"/>
      <inkml:brushProperty name="color" value="#FFFFFF"/>
    </inkml:brush>
  </inkml:definitions>
  <inkml:trace contextRef="#ctx0" brushRef="#br0">19 1 24575,'-5'0'0,"-2"5"0,1 8 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0.57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0.763"/>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1.017"/>
    </inkml:context>
    <inkml:brush xml:id="br0">
      <inkml:brushProperty name="width" value="0.35" units="cm"/>
      <inkml:brushProperty name="height" value="0.35" units="cm"/>
      <inkml:brushProperty name="color" value="#FFFFFF"/>
    </inkml:brush>
  </inkml:definitions>
  <inkml:trace contextRef="#ctx0" brushRef="#br0">6 0 24575,'0'5'0,"-6"2"0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1.241"/>
    </inkml:context>
    <inkml:brush xml:id="br0">
      <inkml:brushProperty name="width" value="0.35" units="cm"/>
      <inkml:brushProperty name="height" value="0.35" units="cm"/>
      <inkml:brushProperty name="color" value="#FFFFFF"/>
    </inkml:brush>
  </inkml:definitions>
  <inkml:trace contextRef="#ctx0" brushRef="#br0">18 1 24575,'-5'0'0,"-8"0"0</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1.463"/>
    </inkml:context>
    <inkml:brush xml:id="br0">
      <inkml:brushProperty name="width" value="0.35" units="cm"/>
      <inkml:brushProperty name="height" value="0.35" units="cm"/>
      <inkml:brushProperty name="color" value="#FFFFFF"/>
    </inkml:brush>
  </inkml:definitions>
  <inkml:trace contextRef="#ctx0" brushRef="#br0">37 1 24575,'-5'0'0,"-8"0"0,-6 0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1.686"/>
    </inkml:context>
    <inkml:brush xml:id="br0">
      <inkml:brushProperty name="width" value="0.35" units="cm"/>
      <inkml:brushProperty name="height" value="0.35" units="cm"/>
      <inkml:brushProperty name="color" value="#FFFFFF"/>
    </inkml:brush>
  </inkml:definitions>
  <inkml:trace contextRef="#ctx0" brushRef="#br0">18 0 24575,'-5'0'0,"-7"0"0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1.910"/>
    </inkml:context>
    <inkml:brush xml:id="br0">
      <inkml:brushProperty name="width" value="0.35" units="cm"/>
      <inkml:brushProperty name="height" value="0.35" units="cm"/>
      <inkml:brushProperty name="color" value="#FFFFFF"/>
    </inkml:brush>
  </inkml:definitions>
  <inkml:trace contextRef="#ctx0" brushRef="#br0">18 1 24575,'-5'0'0,"-7"0"0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2.212"/>
    </inkml:context>
    <inkml:brush xml:id="br0">
      <inkml:brushProperty name="width" value="0.35" units="cm"/>
      <inkml:brushProperty name="height" value="0.35" units="cm"/>
      <inkml:brushProperty name="color" value="#FFFFFF"/>
    </inkml:brush>
  </inkml:definitions>
  <inkml:trace contextRef="#ctx0" brushRef="#br0">18 1 24575,'-5'0'0,"-7"0"0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2.452"/>
    </inkml:context>
    <inkml:brush xml:id="br0">
      <inkml:brushProperty name="width" value="0.35" units="cm"/>
      <inkml:brushProperty name="height" value="0.35" units="cm"/>
      <inkml:brushProperty name="color" value="#FFFFFF"/>
    </inkml:brush>
  </inkml:definitions>
  <inkml:trace contextRef="#ctx0" brushRef="#br0">62 1 24575,'-6'0'0,"-6"0"0,-7 0 0,-6 0 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2.660"/>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2.884"/>
    </inkml:context>
    <inkml:brush xml:id="br0">
      <inkml:brushProperty name="width" value="0.35" units="cm"/>
      <inkml:brushProperty name="height" value="0.35" units="cm"/>
      <inkml:brushProperty name="color" value="#FFFFFF"/>
    </inkml:brush>
  </inkml:definitions>
  <inkml:trace contextRef="#ctx0" brushRef="#br0">18 1 24575,'-5'0'0,"-8"0"0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3.077"/>
    </inkml:context>
    <inkml:brush xml:id="br0">
      <inkml:brushProperty name="width" value="0.35" units="cm"/>
      <inkml:brushProperty name="height" value="0.35" units="cm"/>
      <inkml:brushProperty name="color" value="#FFFFFF"/>
    </inkml:brush>
  </inkml:definitions>
  <inkml:trace contextRef="#ctx0" brushRef="#br0">115 1 24575,'-5'0'0,"-8"0"0,-6 0 0,-5 0 0,-4 0 0,3 5 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3.333"/>
    </inkml:context>
    <inkml:brush xml:id="br0">
      <inkml:brushProperty name="width" value="0.35" units="cm"/>
      <inkml:brushProperty name="height" value="0.35" units="cm"/>
      <inkml:brushProperty name="color" value="#FFFFFF"/>
    </inkml:brush>
  </inkml:definitions>
  <inkml:trace contextRef="#ctx0" brushRef="#br0">18 1 24575,'0'5'0,"-5"2"0,-7 0 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3.571"/>
    </inkml:context>
    <inkml:brush xml:id="br0">
      <inkml:brushProperty name="width" value="0.35" units="cm"/>
      <inkml:brushProperty name="height" value="0.35" units="cm"/>
      <inkml:brushProperty name="color" value="#FFFFFF"/>
    </inkml:brush>
  </inkml:definitions>
  <inkml:trace contextRef="#ctx0" brushRef="#br0">18 1 24575,'-5'0'0,"-7"0"0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3.84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4.16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4.510"/>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4.81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35.08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45.27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45.51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45.835"/>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46.026"/>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0.40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1.72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1.93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2.10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2.29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2.50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2.696"/>
    </inkml:context>
    <inkml:brush xml:id="br0">
      <inkml:brushProperty name="width" value="0.35" units="cm"/>
      <inkml:brushProperty name="height" value="0.35" units="cm"/>
      <inkml:brushProperty name="color" value="#FFFFFF"/>
    </inkml:brush>
  </inkml:definitions>
  <inkml:trace contextRef="#ctx0" brushRef="#br0">18 0 24575,'-5'0'0,"-7"0"0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2:54.73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7.163"/>
    </inkml:context>
    <inkml:brush xml:id="br0">
      <inkml:brushProperty name="width" value="0.35" units="cm"/>
      <inkml:brushProperty name="height" value="0.35" units="cm"/>
      <inkml:brushProperty name="color" value="#FFFFFF"/>
    </inkml:brush>
  </inkml:definitions>
  <inkml:trace contextRef="#ctx0" brushRef="#br0">0 32 24575,'5'0'0,"2"-5"0,5-8 0,6 0 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7.33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7.513"/>
    </inkml:context>
    <inkml:brush xml:id="br0">
      <inkml:brushProperty name="width" value="0.35" units="cm"/>
      <inkml:brushProperty name="height" value="0.35" units="cm"/>
      <inkml:brushProperty name="color" value="#FFFFFF"/>
    </inkml:brush>
  </inkml:definitions>
  <inkml:trace contextRef="#ctx0" brushRef="#br0">1 0 24575,'5'0'0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7.720"/>
    </inkml:context>
    <inkml:brush xml:id="br0">
      <inkml:brushProperty name="width" value="0.35" units="cm"/>
      <inkml:brushProperty name="height" value="0.35" units="cm"/>
      <inkml:brushProperty name="color" value="#FFFFFF"/>
    </inkml:brush>
  </inkml:definitions>
  <inkml:trace contextRef="#ctx0" brushRef="#br0">1 48 24575,'5'0'0,"2"-5"0,6-3 0,-1-4 0,4 0 0,4 1 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7.879"/>
    </inkml:context>
    <inkml:brush xml:id="br0">
      <inkml:brushProperty name="width" value="0.35" units="cm"/>
      <inkml:brushProperty name="height" value="0.35" units="cm"/>
      <inkml:brushProperty name="color" value="#FFFFFF"/>
    </inkml:brush>
  </inkml:definitions>
  <inkml:trace contextRef="#ctx0" brushRef="#br0">0 0 24575,'0'5'0</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8.085"/>
    </inkml:context>
    <inkml:brush xml:id="br0">
      <inkml:brushProperty name="width" value="0.35" units="cm"/>
      <inkml:brushProperty name="height" value="0.35" units="cm"/>
      <inkml:brushProperty name="color" value="#FFFFFF"/>
    </inkml:brush>
  </inkml:definitions>
  <inkml:trace contextRef="#ctx0" brushRef="#br0">0 1 24575,'0'5'0,"0"7"0,0 7 0,0 5 0,0 4 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8.323"/>
    </inkml:context>
    <inkml:brush xml:id="br0">
      <inkml:brushProperty name="width" value="0.35" units="cm"/>
      <inkml:brushProperty name="height" value="0.35" units="cm"/>
      <inkml:brushProperty name="color" value="#FFFFFF"/>
    </inkml:brush>
  </inkml:definitions>
  <inkml:trace contextRef="#ctx0" brushRef="#br0">1 0 24575,'0'6'0,"0"6"0,0 7 0,0 5 0</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8.54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8.833"/>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9.008"/>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9.311"/>
    </inkml:context>
    <inkml:brush xml:id="br0">
      <inkml:brushProperty name="width" value="0.35" units="cm"/>
      <inkml:brushProperty name="height" value="0.35" units="cm"/>
      <inkml:brushProperty name="color" value="#FFFFFF"/>
    </inkml:brush>
  </inkml:definitions>
  <inkml:trace contextRef="#ctx0" brushRef="#br0">1 31 24575,'0'-5'0,"0"-7"0,5-2 0</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9.487"/>
    </inkml:context>
    <inkml:brush xml:id="br0">
      <inkml:brushProperty name="width" value="0.35" units="cm"/>
      <inkml:brushProperty name="height" value="0.35" units="cm"/>
      <inkml:brushProperty name="color" value="#FFFFFF"/>
    </inkml:brush>
  </inkml:definitions>
  <inkml:trace contextRef="#ctx0" brushRef="#br0">0 17 24575,'0'-5'0,"0"-7"0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9.710"/>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09.997"/>
    </inkml:context>
    <inkml:brush xml:id="br0">
      <inkml:brushProperty name="width" value="0.35" units="cm"/>
      <inkml:brushProperty name="height" value="0.35" units="cm"/>
      <inkml:brushProperty name="color" value="#FFFFFF"/>
    </inkml:brush>
  </inkml:definitions>
  <inkml:trace contextRef="#ctx0" brushRef="#br0">0 1 24575,'6'0'0,"6"0"0,7 0 0,5 0 0,4 0 0,3 0 0,1 0 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0.220"/>
    </inkml:context>
    <inkml:brush xml:id="br0">
      <inkml:brushProperty name="width" value="0.35" units="cm"/>
      <inkml:brushProperty name="height" value="0.35" units="cm"/>
      <inkml:brushProperty name="color" value="#FFFFFF"/>
    </inkml:brush>
  </inkml:definitions>
  <inkml:trace contextRef="#ctx0" brushRef="#br0">1 1 24575,'5'0'0,"7"0"0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0.410"/>
    </inkml:context>
    <inkml:brush xml:id="br0">
      <inkml:brushProperty name="width" value="0.35" units="cm"/>
      <inkml:brushProperty name="height" value="0.35" units="cm"/>
      <inkml:brushProperty name="color" value="#FFFFFF"/>
    </inkml:brush>
  </inkml:definitions>
  <inkml:trace contextRef="#ctx0" brushRef="#br0">0 1 24575,'0'5'0,"0"7"0,0 7 0,0 5 0,6-1 0,1 1 0,0 1 0,-1 2 0,3-4 0,0 0 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0.63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0.840"/>
    </inkml:context>
    <inkml:brush xml:id="br0">
      <inkml:brushProperty name="width" value="0.35" units="cm"/>
      <inkml:brushProperty name="height" value="0.35" units="cm"/>
      <inkml:brushProperty name="color" value="#FFFFFF"/>
    </inkml:brush>
  </inkml:definitions>
  <inkml:trace contextRef="#ctx0" brushRef="#br0">28 1 24575,'0'5'0,"0"7"0,0 7 0,-5 0 0,-2 2 0,0 3 0,2 2 0,1 3 0</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1.048"/>
    </inkml:context>
    <inkml:brush xml:id="br0">
      <inkml:brushProperty name="width" value="0.35" units="cm"/>
      <inkml:brushProperty name="height" value="0.35" units="cm"/>
      <inkml:brushProperty name="color" value="#FFFFFF"/>
    </inkml:brush>
  </inkml:definitions>
  <inkml:trace contextRef="#ctx0" brushRef="#br0">0 0 24575,'0'5'0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1.463"/>
    </inkml:context>
    <inkml:brush xml:id="br0">
      <inkml:brushProperty name="width" value="0.35" units="cm"/>
      <inkml:brushProperty name="height" value="0.35" units="cm"/>
      <inkml:brushProperty name="color" value="#FFFFFF"/>
    </inkml:brush>
  </inkml:definitions>
  <inkml:trace contextRef="#ctx0" brushRef="#br0">20 1 24575,'-5'0'0,"-2"5"0,0 8 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1.607"/>
    </inkml:context>
    <inkml:brush xml:id="br0">
      <inkml:brushProperty name="width" value="0.35" units="cm"/>
      <inkml:brushProperty name="height" value="0.35" units="cm"/>
      <inkml:brushProperty name="color" value="#FFFFFF"/>
    </inkml:brush>
  </inkml:definitions>
  <inkml:trace contextRef="#ctx0" brushRef="#br0">5 1 24575,'-5'0'0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1.830"/>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2.085"/>
    </inkml:context>
    <inkml:brush xml:id="br0">
      <inkml:brushProperty name="width" value="0.35" units="cm"/>
      <inkml:brushProperty name="height" value="0.35" units="cm"/>
      <inkml:brushProperty name="color" value="#FFFFFF"/>
    </inkml:brush>
  </inkml:definitions>
  <inkml:trace contextRef="#ctx0" brushRef="#br0">0 1 24575,'5'0'0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2.293"/>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2.53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2.739"/>
    </inkml:context>
    <inkml:brush xml:id="br0">
      <inkml:brushProperty name="width" value="0.35" units="cm"/>
      <inkml:brushProperty name="height" value="0.35" units="cm"/>
      <inkml:brushProperty name="color" value="#FFFFFF"/>
    </inkml:brush>
  </inkml:definitions>
  <inkml:trace contextRef="#ctx0" brushRef="#br0">1 5 24575,'0'-5'0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2.914"/>
    </inkml:context>
    <inkml:brush xml:id="br0">
      <inkml:brushProperty name="width" value="0.35" units="cm"/>
      <inkml:brushProperty name="height" value="0.35" units="cm"/>
      <inkml:brushProperty name="color" value="#FFFFFF"/>
    </inkml:brush>
  </inkml:definitions>
  <inkml:trace contextRef="#ctx0" brushRef="#br0">1 6 24575,'0'-6'0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3.185"/>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3.42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3.694"/>
    </inkml:context>
    <inkml:brush xml:id="br0">
      <inkml:brushProperty name="width" value="0.35" units="cm"/>
      <inkml:brushProperty name="height" value="0.35" units="cm"/>
      <inkml:brushProperty name="color" value="#FFFFFF"/>
    </inkml:brush>
  </inkml:definitions>
  <inkml:trace contextRef="#ctx0" brushRef="#br0">1 1 24575,'5'0'0,"7"0"0,7 0 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3.933"/>
    </inkml:context>
    <inkml:brush xml:id="br0">
      <inkml:brushProperty name="width" value="0.35" units="cm"/>
      <inkml:brushProperty name="height" value="0.35" units="cm"/>
      <inkml:brushProperty name="color" value="#FFFFFF"/>
    </inkml:brush>
  </inkml:definitions>
  <inkml:trace contextRef="#ctx0" brushRef="#br0">1 1 24575,'0'5'0,"5"2"0,2 5 0,0 5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4.171"/>
    </inkml:context>
    <inkml:brush xml:id="br0">
      <inkml:brushProperty name="width" value="0.35" units="cm"/>
      <inkml:brushProperty name="height" value="0.35" units="cm"/>
      <inkml:brushProperty name="color" value="#FFFFFF"/>
    </inkml:brush>
  </inkml:definitions>
  <inkml:trace contextRef="#ctx0" brushRef="#br0">1 0 24575,'0'6'0,"0"6"0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4.395"/>
    </inkml:context>
    <inkml:brush xml:id="br0">
      <inkml:brushProperty name="width" value="0.35" units="cm"/>
      <inkml:brushProperty name="height" value="0.35" units="cm"/>
      <inkml:brushProperty name="color" value="#FFFFFF"/>
    </inkml:brush>
  </inkml:definitions>
  <inkml:trace contextRef="#ctx0" brushRef="#br0">1 0 24575,'0'5'0,"0"7"0,0 7 0,5 0 0,2 2 0,-1 3 0,0 2 0,3-2 0,0-1 0</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4.68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5.125"/>
    </inkml:context>
    <inkml:brush xml:id="br0">
      <inkml:brushProperty name="width" value="0.35" units="cm"/>
      <inkml:brushProperty name="height" value="0.35" units="cm"/>
      <inkml:brushProperty name="color" value="#FFFFFF"/>
    </inkml:brush>
  </inkml:definitions>
  <inkml:trace contextRef="#ctx0" brushRef="#br0">83 0 24575,'-5'0'0,"-7"0"0,-2 5 0,-3 2 0,1 5 0,-2 0 0</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5.38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5.747"/>
    </inkml:context>
    <inkml:brush xml:id="br0">
      <inkml:brushProperty name="width" value="0.35" units="cm"/>
      <inkml:brushProperty name="height" value="0.35" units="cm"/>
      <inkml:brushProperty name="color" value="#FFFFFF"/>
    </inkml:brush>
  </inkml:definitions>
  <inkml:trace contextRef="#ctx0" brushRef="#br0">0 30 24575,'0'-6'0,"6"-1"0,6 0 0,7 2 0,5 1 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5.93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6.25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6.478"/>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6.71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6.90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7.16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7.418"/>
    </inkml:context>
    <inkml:brush xml:id="br0">
      <inkml:brushProperty name="width" value="0.35" units="cm"/>
      <inkml:brushProperty name="height" value="0.35" units="cm"/>
      <inkml:brushProperty name="color" value="#FFFFFF"/>
    </inkml:brush>
  </inkml:definitions>
  <inkml:trace contextRef="#ctx0" brushRef="#br0">0 1 24575,'6'0'0,"1"5"0,0 7 0,4 2 0,0 3 0,-2 4 0,3 5 0,-1 2 0,-2 2 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7.626"/>
    </inkml:context>
    <inkml:brush xml:id="br0">
      <inkml:brushProperty name="width" value="0.35" units="cm"/>
      <inkml:brushProperty name="height" value="0.35" units="cm"/>
      <inkml:brushProperty name="color" value="#FFFFFF"/>
    </inkml:brush>
  </inkml:definitions>
  <inkml:trace contextRef="#ctx0" brushRef="#br0">1 0 24575,'0'5'0,"0"8"0,0 6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8.008"/>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8.21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8.518"/>
    </inkml:context>
    <inkml:brush xml:id="br0">
      <inkml:brushProperty name="width" value="0.35" units="cm"/>
      <inkml:brushProperty name="height" value="0.35" units="cm"/>
      <inkml:brushProperty name="color" value="#FFFFFF"/>
    </inkml:brush>
  </inkml:definitions>
  <inkml:trace contextRef="#ctx0" brushRef="#br0">0 13 24575,'5'0'0,"7"0"0,7 0 0,6 0 0,3 0 0,3 0 0,0 0 0,-4-6 0,-1-1 0</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8.771"/>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9.026"/>
    </inkml:context>
    <inkml:brush xml:id="br0">
      <inkml:brushProperty name="width" value="0.35" units="cm"/>
      <inkml:brushProperty name="height" value="0.35" units="cm"/>
      <inkml:brushProperty name="color" value="#FFFFFF"/>
    </inkml:brush>
  </inkml:definitions>
  <inkml:trace contextRef="#ctx0" brushRef="#br0">0 18 24575,'0'-5'0,"0"-7"0</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9.217"/>
    </inkml:context>
    <inkml:brush xml:id="br0">
      <inkml:brushProperty name="width" value="0.35" units="cm"/>
      <inkml:brushProperty name="height" value="0.35" units="cm"/>
      <inkml:brushProperty name="color" value="#FFFFFF"/>
    </inkml:brush>
  </inkml:definitions>
  <inkml:trace contextRef="#ctx0" brushRef="#br0">24 65 24575,'0'-5'0,"-5"-2"0,-2-5 0,1-6 0,0-4 0</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9.487"/>
    </inkml:context>
    <inkml:brush xml:id="br0">
      <inkml:brushProperty name="width" value="0.35" units="cm"/>
      <inkml:brushProperty name="height" value="0.35" units="cm"/>
      <inkml:brushProperty name="color" value="#FFFFFF"/>
    </inkml:brush>
  </inkml:definitions>
  <inkml:trace contextRef="#ctx0" brushRef="#br0">0 5 24575,'0'-5'0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9.741"/>
    </inkml:context>
    <inkml:brush xml:id="br0">
      <inkml:brushProperty name="width" value="0.35" units="cm"/>
      <inkml:brushProperty name="height" value="0.35" units="cm"/>
      <inkml:brushProperty name="color" value="#FFFFFF"/>
    </inkml:brush>
  </inkml:definitions>
  <inkml:trace contextRef="#ctx0" brushRef="#br0">0 1 24575,'6'0'0,"6"0"0,7 0 0,6 0 0,3 0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19.963"/>
    </inkml:context>
    <inkml:brush xml:id="br0">
      <inkml:brushProperty name="width" value="0.35" units="cm"/>
      <inkml:brushProperty name="height" value="0.35" units="cm"/>
      <inkml:brushProperty name="color" value="#FFFFFF"/>
    </inkml:brush>
  </inkml:definitions>
  <inkml:trace contextRef="#ctx0" brushRef="#br0">1 1 24575,'5'0'0,"7"0"0,7 0 0,5 0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0.250"/>
    </inkml:context>
    <inkml:brush xml:id="br0">
      <inkml:brushProperty name="width" value="0.35" units="cm"/>
      <inkml:brushProperty name="height" value="0.35" units="cm"/>
      <inkml:brushProperty name="color" value="#FFFFFF"/>
    </inkml:brush>
  </inkml:definitions>
  <inkml:trace contextRef="#ctx0" brushRef="#br0">1 0 24575,'0'6'0,"5"1"0,2 4 0,0 7 0,3 0 0,1 2 0,3 3 0,0 2 0,-3 3 0,2-4 0,-2 0 0,4 1 0,-2 1 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0.537"/>
    </inkml:context>
    <inkml:brush xml:id="br0">
      <inkml:brushProperty name="width" value="0.35" units="cm"/>
      <inkml:brushProperty name="height" value="0.35" units="cm"/>
      <inkml:brushProperty name="color" value="#FFFFFF"/>
    </inkml:brush>
  </inkml:definitions>
  <inkml:trace contextRef="#ctx0" brushRef="#br0">13 0 24575,'0'6'0,"0"6"0,0 7 0,-6 0 0,-1 2 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0.791"/>
    </inkml:context>
    <inkml:brush xml:id="br0">
      <inkml:brushProperty name="width" value="0.35" units="cm"/>
      <inkml:brushProperty name="height" value="0.35" units="cm"/>
      <inkml:brushProperty name="color" value="#FFFFFF"/>
    </inkml:brush>
  </inkml:definitions>
  <inkml:trace contextRef="#ctx0" brushRef="#br0">5 1 24575,'-5'0'0</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1.237"/>
    </inkml:context>
    <inkml:brush xml:id="br0">
      <inkml:brushProperty name="width" value="0.35" units="cm"/>
      <inkml:brushProperty name="height" value="0.35" units="cm"/>
      <inkml:brushProperty name="color" value="#FFFFFF"/>
    </inkml:brush>
  </inkml:definitions>
  <inkml:trace contextRef="#ctx0" brushRef="#br0">1 1 24575,'5'0'0,"7"0"0,7 0 0,5 0 0,4 0 0,3 0 0,0 0 0,2 0 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1.716"/>
    </inkml:context>
    <inkml:brush xml:id="br0">
      <inkml:brushProperty name="width" value="0.35" units="cm"/>
      <inkml:brushProperty name="height" value="0.35" units="cm"/>
      <inkml:brushProperty name="color" value="#FFFFFF"/>
    </inkml:brush>
  </inkml:definitions>
  <inkml:trace contextRef="#ctx0" brushRef="#br0">0 5 24575,'0'-5'0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1.939"/>
    </inkml:context>
    <inkml:brush xml:id="br0">
      <inkml:brushProperty name="width" value="0.35" units="cm"/>
      <inkml:brushProperty name="height" value="0.35" units="cm"/>
      <inkml:brushProperty name="color" value="#FFFFFF"/>
    </inkml:brush>
  </inkml:definitions>
  <inkml:trace contextRef="#ctx0" brushRef="#br0">17 1 24575,'-5'0'0,"-7"0"0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2.209"/>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2.431"/>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2.686"/>
    </inkml:context>
    <inkml:brush xml:id="br0">
      <inkml:brushProperty name="width" value="0.35" units="cm"/>
      <inkml:brushProperty name="height" value="0.35" units="cm"/>
      <inkml:brushProperty name="color" value="#FFFFFF"/>
    </inkml:brush>
  </inkml:definitions>
  <inkml:trace contextRef="#ctx0" brushRef="#br0">0 0 24575,'5'0'0,"8"0"0,6 0 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2.925"/>
    </inkml:context>
    <inkml:brush xml:id="br0">
      <inkml:brushProperty name="width" value="0.35" units="cm"/>
      <inkml:brushProperty name="height" value="0.35" units="cm"/>
      <inkml:brushProperty name="color" value="#FFFFFF"/>
    </inkml:brush>
  </inkml:definitions>
  <inkml:trace contextRef="#ctx0" brushRef="#br0">1 0 24575,'5'0'0,"7"0"0,7 0 0,5 0 0,-1 6 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3.134"/>
    </inkml:context>
    <inkml:brush xml:id="br0">
      <inkml:brushProperty name="width" value="0.35" units="cm"/>
      <inkml:brushProperty name="height" value="0.35" units="cm"/>
      <inkml:brushProperty name="color" value="#FFFFFF"/>
    </inkml:brush>
  </inkml:definitions>
  <inkml:trace contextRef="#ctx0" brushRef="#br0">0 0 24575,'6'0'0,"6"0"0,8 0 0,4 0 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3.468"/>
    </inkml:context>
    <inkml:brush xml:id="br0">
      <inkml:brushProperty name="width" value="0.35" units="cm"/>
      <inkml:brushProperty name="height" value="0.35" units="cm"/>
      <inkml:brushProperty name="color" value="#FFFFFF"/>
    </inkml:brush>
  </inkml:definitions>
  <inkml:trace contextRef="#ctx0" brushRef="#br0">1 0 24575,'5'0'0,"7"0"0,2 5 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4.008"/>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4.26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4.549"/>
    </inkml:context>
    <inkml:brush xml:id="br0">
      <inkml:brushProperty name="width" value="0.35" units="cm"/>
      <inkml:brushProperty name="height" value="0.35" units="cm"/>
      <inkml:brushProperty name="color" value="#FFFFFF"/>
    </inkml:brush>
  </inkml:definitions>
  <inkml:trace contextRef="#ctx0" brushRef="#br0">1 0 24575,'5'0'0,"7"0"0,7 0 0,6 0 0,3 0 0</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4.790"/>
    </inkml:context>
    <inkml:brush xml:id="br0">
      <inkml:brushProperty name="width" value="0.35" units="cm"/>
      <inkml:brushProperty name="height" value="0.35" units="cm"/>
      <inkml:brushProperty name="color" value="#FFFFFF"/>
    </inkml:brush>
  </inkml:definitions>
  <inkml:trace contextRef="#ctx0" brushRef="#br0">0 32 24575,'0'-5'0,"6"-2"0,6 0 0,7 2 0,6 1 0,3 2 0,2 0 0</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4.981"/>
    </inkml:context>
    <inkml:brush xml:id="br0">
      <inkml:brushProperty name="width" value="0.35" units="cm"/>
      <inkml:brushProperty name="height" value="0.35" units="cm"/>
      <inkml:brushProperty name="color" value="#FFFFFF"/>
    </inkml:brush>
  </inkml:definitions>
  <inkml:trace contextRef="#ctx0" brushRef="#br0">0 0 24575,'5'0'0,"8"0"0,6 0 0,5 0 0,5 0 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5.252"/>
    </inkml:context>
    <inkml:brush xml:id="br0">
      <inkml:brushProperty name="width" value="0.35" units="cm"/>
      <inkml:brushProperty name="height" value="0.35" units="cm"/>
      <inkml:brushProperty name="color" value="#FFFFFF"/>
    </inkml:brush>
  </inkml:definitions>
  <inkml:trace contextRef="#ctx0" brushRef="#br0">0 0 24575,'5'0'0,"8"0"0,6 0 0,5 0 0,4 0 0,-2 6 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9.092"/>
    </inkml:context>
    <inkml:brush xml:id="br0">
      <inkml:brushProperty name="width" value="0.35" units="cm"/>
      <inkml:brushProperty name="height" value="0.35" units="cm"/>
      <inkml:brushProperty name="color" value="#FFFFFF"/>
    </inkml:brush>
  </inkml:definitions>
  <inkml:trace contextRef="#ctx0" brushRef="#br0">931 0 24575,'5'1'0,"1"-1"0,-1 1 0,0 1 0,0-1 0,0 1 0,0 0 0,0 0 0,0 0 0,0 1 0,-1 0 0,1 0 0,-1 0 0,7 6 0,4 5 0,0 1 0,14 18 0,-22-22 0,0-1 0,0 1 0,-1 0 0,-1 1 0,0-1 0,-1 1 0,0 0 0,0 1 0,-1-1 0,-1 0 0,0 1 0,-1-1 0,0 1 0,-1 0 0,-3 23 0,2-32 0,0 0 0,0 0 0,0-1 0,-1 1 0,1-1 0,-1 1 0,0-1 0,0 0 0,0 0 0,0 0 0,-1 0 0,1 0 0,-1 0 0,0 0 0,0-1 0,0 0 0,0 1 0,0-1 0,0 0 0,-1-1 0,1 1 0,-1 0 0,-5 1 0,-8 2 0,0 0 0,0-1 0,-32 4 0,-31-4 0,59-4 0,0 0 0,0 2 0,-37 8 0,32-5 0,0 0 0,-30 0 0,30-3 0,0 1 0,-30 8 0,10 2 0,0-1 0,-1-3 0,0-2 0,-59 2 0,-141-11-1365</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29.633"/>
    </inkml:context>
    <inkml:brush xml:id="br0">
      <inkml:brushProperty name="width" value="0.35" units="cm"/>
      <inkml:brushProperty name="height" value="0.35" units="cm"/>
      <inkml:brushProperty name="color" value="#FFFFFF"/>
    </inkml:brush>
  </inkml:definitions>
  <inkml:trace contextRef="#ctx0" brushRef="#br0">1 0 24575,'5'0'0,"7"0"0</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1.211"/>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1.403"/>
    </inkml:context>
    <inkml:brush xml:id="br0">
      <inkml:brushProperty name="width" value="0.35" units="cm"/>
      <inkml:brushProperty name="height" value="0.35" units="cm"/>
      <inkml:brushProperty name="color" value="#FFFFFF"/>
    </inkml:brush>
  </inkml:definitions>
  <inkml:trace contextRef="#ctx0" brushRef="#br0">0 1 24575,'6'0'0,"6"0"0,7 0 0,5 0 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1.611"/>
    </inkml:context>
    <inkml:brush xml:id="br0">
      <inkml:brushProperty name="width" value="0.35" units="cm"/>
      <inkml:brushProperty name="height" value="0.35" units="cm"/>
      <inkml:brushProperty name="color" value="#FFFFFF"/>
    </inkml:brush>
  </inkml:definitions>
  <inkml:trace contextRef="#ctx0" brushRef="#br0">1 1 24575,'5'0'0,"8"0"0,6 0 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1.83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2.42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2.96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5.223"/>
    </inkml:context>
    <inkml:brush xml:id="br0">
      <inkml:brushProperty name="width" value="0.35" units="cm"/>
      <inkml:brushProperty name="height" value="0.35" units="cm"/>
      <inkml:brushProperty name="color" value="#FFFFFF"/>
    </inkml:brush>
  </inkml:definitions>
  <inkml:trace contextRef="#ctx0" brushRef="#br0">0 5 24575,'0'-5'0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7.503"/>
    </inkml:context>
    <inkml:brush xml:id="br0">
      <inkml:brushProperty name="width" value="0.35" units="cm"/>
      <inkml:brushProperty name="height" value="0.35" units="cm"/>
      <inkml:brushProperty name="color" value="#FFFFFF"/>
    </inkml:brush>
  </inkml:definitions>
  <inkml:trace contextRef="#ctx0" brushRef="#br0">0 6 24575,'0'-6'0</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7.726"/>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38.378"/>
    </inkml:context>
    <inkml:brush xml:id="br0">
      <inkml:brushProperty name="width" value="0.35" units="cm"/>
      <inkml:brushProperty name="height" value="0.35" units="cm"/>
      <inkml:brushProperty name="color" value="#FFFFFF"/>
    </inkml:brush>
  </inkml:definitions>
  <inkml:trace contextRef="#ctx0" brushRef="#br0">0 0 24575,'0'5'0</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55.119"/>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56.265"/>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56.886"/>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3:58.82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4.42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4.65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4.83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5.010"/>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5.280"/>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5.48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5.67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5.91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6.141"/>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6.332"/>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6.539"/>
    </inkml:context>
    <inkml:brush xml:id="br0">
      <inkml:brushProperty name="width" value="0.35" units="cm"/>
      <inkml:brushProperty name="height" value="0.35" units="cm"/>
      <inkml:brushProperty name="color" value="#FFFFFF"/>
    </inkml:brush>
  </inkml:definitions>
  <inkml:trace contextRef="#ctx0" brushRef="#br0">38 0 24575,'-6'0'0,"-6"0"0,-7 0 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6.730"/>
    </inkml:context>
    <inkml:brush xml:id="br0">
      <inkml:brushProperty name="width" value="0.35" units="cm"/>
      <inkml:brushProperty name="height" value="0.35" units="cm"/>
      <inkml:brushProperty name="color" value="#FFFFFF"/>
    </inkml:brush>
  </inkml:definitions>
  <inkml:trace contextRef="#ctx0" brushRef="#br0">62 0 24575,'-5'0'0,"-8"0"0,-6 0 0,-5 0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6.922"/>
    </inkml:context>
    <inkml:brush xml:id="br0">
      <inkml:brushProperty name="width" value="0.35" units="cm"/>
      <inkml:brushProperty name="height" value="0.35" units="cm"/>
      <inkml:brushProperty name="color" value="#FFFFFF"/>
    </inkml:brush>
  </inkml:definitions>
  <inkml:trace contextRef="#ctx0" brushRef="#br0">37 0 24575,'-5'0'0,"-8"0"0,-6 0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7.40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7.623"/>
    </inkml:context>
    <inkml:brush xml:id="br0">
      <inkml:brushProperty name="width" value="0.35" units="cm"/>
      <inkml:brushProperty name="height" value="0.35" units="cm"/>
      <inkml:brushProperty name="color" value="#FFFFFF"/>
    </inkml:brush>
  </inkml:definitions>
  <inkml:trace contextRef="#ctx0" brushRef="#br0">0 0 24575,'6'0'0,"6"0"0,7 0 0</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7.846"/>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8.084"/>
    </inkml:context>
    <inkml:brush xml:id="br0">
      <inkml:brushProperty name="width" value="0.35" units="cm"/>
      <inkml:brushProperty name="height" value="0.35" units="cm"/>
      <inkml:brushProperty name="color" value="#FFFFFF"/>
    </inkml:brush>
  </inkml:definitions>
  <inkml:trace contextRef="#ctx0" brushRef="#br0">0 1 24575,'0'5'0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8.308"/>
    </inkml:context>
    <inkml:brush xml:id="br0">
      <inkml:brushProperty name="width" value="0.35" units="cm"/>
      <inkml:brushProperty name="height" value="0.35" units="cm"/>
      <inkml:brushProperty name="color" value="#FFFFFF"/>
    </inkml:brush>
  </inkml:definitions>
  <inkml:trace contextRef="#ctx0" brushRef="#br0">95 0 24575,'-5'0'0,"-7"0"0,-2 6 0,-3 1 0,-4 5 0,-5 0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8.530"/>
    </inkml:context>
    <inkml:brush xml:id="br0">
      <inkml:brushProperty name="width" value="0.35" units="cm"/>
      <inkml:brushProperty name="height" value="0.35" units="cm"/>
      <inkml:brushProperty name="color" value="#FFFFFF"/>
    </inkml:brush>
  </inkml:definitions>
  <inkml:trace contextRef="#ctx0" brushRef="#br0">100 1 24575,'-5'0'0,"-7"0"0,-7 0 0,0 5 0,-2 2 0,-3-1 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8.70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8.929"/>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9.153"/>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9.360"/>
    </inkml:context>
    <inkml:brush xml:id="br0">
      <inkml:brushProperty name="width" value="0.35" units="cm"/>
      <inkml:brushProperty name="height" value="0.35" units="cm"/>
      <inkml:brushProperty name="color" value="#FFFFFF"/>
    </inkml:brush>
  </inkml:definitions>
  <inkml:trace contextRef="#ctx0" brushRef="#br0">37 1 24575,'-5'0'0,"-8"0"0,-5 0 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9.581"/>
    </inkml:context>
    <inkml:brush xml:id="br0">
      <inkml:brushProperty name="width" value="0.35" units="cm"/>
      <inkml:brushProperty name="height" value="0.35" units="cm"/>
      <inkml:brushProperty name="color" value="#FFFFFF"/>
    </inkml:brush>
  </inkml:definitions>
  <inkml:trace contextRef="#ctx0" brushRef="#br0">17 1 24575,'-5'0'0,"-7"0"0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09.804"/>
    </inkml:context>
    <inkml:brush xml:id="br0">
      <inkml:brushProperty name="width" value="0.35" units="cm"/>
      <inkml:brushProperty name="height" value="0.35" units="cm"/>
      <inkml:brushProperty name="color" value="#FFFFFF"/>
    </inkml:brush>
  </inkml:definitions>
  <inkml:trace contextRef="#ctx0" brushRef="#br0">62 1 24575,'-5'0'0,"-8"0"0,-6 0 0,-5 0 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0.058"/>
    </inkml:context>
    <inkml:brush xml:id="br0">
      <inkml:brushProperty name="width" value="0.35" units="cm"/>
      <inkml:brushProperty name="height" value="0.35" units="cm"/>
      <inkml:brushProperty name="color" value="#FFFFFF"/>
    </inkml:brush>
  </inkml:definitions>
  <inkml:trace contextRef="#ctx0" brushRef="#br0">18 1 24575,'-6'0'0,"-6"0"0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0.250"/>
    </inkml:context>
    <inkml:brush xml:id="br0">
      <inkml:brushProperty name="width" value="0.35" units="cm"/>
      <inkml:brushProperty name="height" value="0.35" units="cm"/>
      <inkml:brushProperty name="color" value="#FFFFFF"/>
    </inkml:brush>
  </inkml:definitions>
  <inkml:trace contextRef="#ctx0" brushRef="#br0">36 1 24575,'-5'0'0,"-7"0"0,-7 0 0</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0.457"/>
    </inkml:context>
    <inkml:brush xml:id="br0">
      <inkml:brushProperty name="width" value="0.35" units="cm"/>
      <inkml:brushProperty name="height" value="0.35" units="cm"/>
      <inkml:brushProperty name="color" value="#FFFFFF"/>
    </inkml:brush>
  </inkml:definitions>
  <inkml:trace contextRef="#ctx0" brushRef="#br0">36 1 24575,'-5'0'0,"-7"0"0,-7 0 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0.663"/>
    </inkml:context>
    <inkml:brush xml:id="br0">
      <inkml:brushProperty name="width" value="0.35" units="cm"/>
      <inkml:brushProperty name="height" value="0.35" units="cm"/>
      <inkml:brushProperty name="color" value="#FFFFFF"/>
    </inkml:brush>
  </inkml:definitions>
  <inkml:trace contextRef="#ctx0" brushRef="#br0">61 1 24575,'-5'0'0,"-8"0"0,-5 0 0,-7 0 0</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0.870"/>
    </inkml:context>
    <inkml:brush xml:id="br0">
      <inkml:brushProperty name="width" value="0.35" units="cm"/>
      <inkml:brushProperty name="height" value="0.35" units="cm"/>
      <inkml:brushProperty name="color" value="#FFFFFF"/>
    </inkml:brush>
  </inkml:definitions>
  <inkml:trace contextRef="#ctx0" brushRef="#br0">128 63 24575,'0'-5'0,"-5"-2"0,-8 0 0,-6 2 0,0-4 0,-3-1 0,-1 2 0,-4-4 0</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1.333"/>
    </inkml:context>
    <inkml:brush xml:id="br0">
      <inkml:brushProperty name="width" value="0.35" units="cm"/>
      <inkml:brushProperty name="height" value="0.35" units="cm"/>
      <inkml:brushProperty name="color" value="#FFFFFF"/>
    </inkml:brush>
  </inkml:definitions>
  <inkml:trace contextRef="#ctx0" brushRef="#br0">18 0 24575,'-5'0'0,"-7"0"0</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1.508"/>
    </inkml:context>
    <inkml:brush xml:id="br0">
      <inkml:brushProperty name="width" value="0.35" units="cm"/>
      <inkml:brushProperty name="height" value="0.35" units="cm"/>
      <inkml:brushProperty name="color" value="#FFFFFF"/>
    </inkml:brush>
  </inkml:definitions>
  <inkml:trace contextRef="#ctx0" brushRef="#br0">13 5 24575,'-6'0'0,"-1"-5"0</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1.747"/>
    </inkml:context>
    <inkml:brush xml:id="br0">
      <inkml:brushProperty name="width" value="0.35" units="cm"/>
      <inkml:brushProperty name="height" value="0.35" units="cm"/>
      <inkml:brushProperty name="color" value="#FFFFFF"/>
    </inkml:brush>
  </inkml:definitions>
  <inkml:trace contextRef="#ctx0" brushRef="#br0">6 1 24575,'-6'0'0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1.970"/>
    </inkml:context>
    <inkml:brush xml:id="br0">
      <inkml:brushProperty name="width" value="0.35" units="cm"/>
      <inkml:brushProperty name="height" value="0.35" units="cm"/>
      <inkml:brushProperty name="color" value="#FFFFFF"/>
    </inkml:brush>
  </inkml:definitions>
  <inkml:trace contextRef="#ctx0" brushRef="#br0">62 0 24575,'-6'0'0,"-6"0"0,-7 0 0,-6 0 0</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2.226"/>
    </inkml:context>
    <inkml:brush xml:id="br0">
      <inkml:brushProperty name="width" value="0.35" units="cm"/>
      <inkml:brushProperty name="height" value="0.35" units="cm"/>
      <inkml:brushProperty name="color" value="#FFFFFF"/>
    </inkml:brush>
  </inkml:definitions>
  <inkml:trace contextRef="#ctx0" brushRef="#br0">43 1 24575,'0'5'0,"-5"2"0,-2 5 0,1 5 0,0 6 0,-3-1 0,0 0 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2.481"/>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2.703"/>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2.941"/>
    </inkml:context>
    <inkml:brush xml:id="br0">
      <inkml:brushProperty name="width" value="0.35" units="cm"/>
      <inkml:brushProperty name="height" value="0.35" units="cm"/>
      <inkml:brushProperty name="color" value="#FFFFFF"/>
    </inkml:brush>
  </inkml:definitions>
  <inkml:trace contextRef="#ctx0" brushRef="#br0">1 0 24575,'0'5'0,"0"8"0</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3.165"/>
    </inkml:context>
    <inkml:brush xml:id="br0">
      <inkml:brushProperty name="width" value="0.35" units="cm"/>
      <inkml:brushProperty name="height" value="0.35" units="cm"/>
      <inkml:brushProperty name="color" value="#FFFFFF"/>
    </inkml:brush>
  </inkml:definitions>
  <inkml:trace contextRef="#ctx0" brushRef="#br0">1 1 24575,'0'5'0,"0"7"0</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3.453"/>
    </inkml:context>
    <inkml:brush xml:id="br0">
      <inkml:brushProperty name="width" value="0.35" units="cm"/>
      <inkml:brushProperty name="height" value="0.35" units="cm"/>
      <inkml:brushProperty name="color" value="#FFFFFF"/>
    </inkml:brush>
  </inkml:definitions>
  <inkml:trace contextRef="#ctx0" brushRef="#br0">1 0 24575,'0'5'0,"5"2"0,2 5 0,5 1 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3.660"/>
    </inkml:context>
    <inkml:brush xml:id="br0">
      <inkml:brushProperty name="width" value="0.35" units="cm"/>
      <inkml:brushProperty name="height" value="0.35" units="cm"/>
      <inkml:brushProperty name="color" value="#FFFFFF"/>
    </inkml:brush>
  </inkml:definitions>
  <inkml:trace contextRef="#ctx0" brushRef="#br0">1 1 24575,'5'0'0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3.883"/>
    </inkml:context>
    <inkml:brush xml:id="br0">
      <inkml:brushProperty name="width" value="0.35" units="cm"/>
      <inkml:brushProperty name="height" value="0.35" units="cm"/>
      <inkml:brushProperty name="color" value="#FFFFFF"/>
    </inkml:brush>
  </inkml:definitions>
  <inkml:trace contextRef="#ctx0" brushRef="#br0">1 6 24575,'0'-5'0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4.107"/>
    </inkml:context>
    <inkml:brush xml:id="br0">
      <inkml:brushProperty name="width" value="0.35" units="cm"/>
      <inkml:brushProperty name="height" value="0.35" units="cm"/>
      <inkml:brushProperty name="color" value="#FFFFFF"/>
    </inkml:brush>
  </inkml:definitions>
  <inkml:trace contextRef="#ctx0" brushRef="#br0">0 6 24575,'6'0'0,"6"0"0,1-5 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4.346"/>
    </inkml:context>
    <inkml:brush xml:id="br0">
      <inkml:brushProperty name="width" value="0.35" units="cm"/>
      <inkml:brushProperty name="height" value="0.35" units="cm"/>
      <inkml:brushProperty name="color" value="#FFFFFF"/>
    </inkml:brush>
  </inkml:definitions>
  <inkml:trace contextRef="#ctx0" brushRef="#br0">1 0 24575,'5'0'0,"7"0"0,7 0 0,6 0 0,-2 5 0,0 2 0,2 0 0</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4.586"/>
    </inkml:context>
    <inkml:brush xml:id="br0">
      <inkml:brushProperty name="width" value="0.35" units="cm"/>
      <inkml:brushProperty name="height" value="0.35" units="cm"/>
      <inkml:brushProperty name="color" value="#FFFFFF"/>
    </inkml:brush>
  </inkml:definitions>
  <inkml:trace contextRef="#ctx0" brushRef="#br0">0 1 24575,'6'0'0,"6"0"0,1 5 0</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4.856"/>
    </inkml:context>
    <inkml:brush xml:id="br0">
      <inkml:brushProperty name="width" value="0.35" units="cm"/>
      <inkml:brushProperty name="height" value="0.35" units="cm"/>
      <inkml:brushProperty name="color" value="#FFFFFF"/>
    </inkml:brush>
  </inkml:definitions>
  <inkml:trace contextRef="#ctx0" brushRef="#br0">47 0 24575,'-5'0'0,"-2"5"0,-5 2 0,0 5 0,2 6 0</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5.081"/>
    </inkml:context>
    <inkml:brush xml:id="br0">
      <inkml:brushProperty name="width" value="0.35" units="cm"/>
      <inkml:brushProperty name="height" value="0.35" units="cm"/>
      <inkml:brushProperty name="color" value="#FFFFFF"/>
    </inkml:brush>
  </inkml:definitions>
  <inkml:trace contextRef="#ctx0" brushRef="#br0">18 1 24575,'-6'0'0,"-6"0"0</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5.319"/>
    </inkml:context>
    <inkml:brush xml:id="br0">
      <inkml:brushProperty name="width" value="0.35" units="cm"/>
      <inkml:brushProperty name="height" value="0.35" units="cm"/>
      <inkml:brushProperty name="color" value="#FFFFFF"/>
    </inkml:brush>
  </inkml:definitions>
  <inkml:trace contextRef="#ctx0" brushRef="#br0">18 0 24575,'-5'0'0,"-7"0"0</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5.622"/>
    </inkml:context>
    <inkml:brush xml:id="br0">
      <inkml:brushProperty name="width" value="0.35" units="cm"/>
      <inkml:brushProperty name="height" value="0.35" units="cm"/>
      <inkml:brushProperty name="color" value="#FFFFFF"/>
    </inkml:brush>
  </inkml:definitions>
  <inkml:trace contextRef="#ctx0" brushRef="#br0">5 0 24575,'-5'0'0</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5.878"/>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6.116"/>
    </inkml:context>
    <inkml:brush xml:id="br0">
      <inkml:brushProperty name="width" value="0.35" units="cm"/>
      <inkml:brushProperty name="height" value="0.35" units="cm"/>
      <inkml:brushProperty name="color" value="#FFFFFF"/>
    </inkml:brush>
  </inkml:definitions>
  <inkml:trace contextRef="#ctx0" brushRef="#br0">1 0 24575,'5'0'0</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6.370"/>
    </inkml:context>
    <inkml:brush xml:id="br0">
      <inkml:brushProperty name="width" value="0.35" units="cm"/>
      <inkml:brushProperty name="height" value="0.35" units="cm"/>
      <inkml:brushProperty name="color" value="#FFFFFF"/>
    </inkml:brush>
  </inkml:definitions>
  <inkml:trace contextRef="#ctx0" brushRef="#br0">0 0 24575,'6'0'0</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6.593"/>
    </inkml:context>
    <inkml:brush xml:id="br0">
      <inkml:brushProperty name="width" value="0.35" units="cm"/>
      <inkml:brushProperty name="height" value="0.35" units="cm"/>
      <inkml:brushProperty name="color" value="#FFFFFF"/>
    </inkml:brush>
  </inkml:definitions>
  <inkml:trace contextRef="#ctx0" brushRef="#br0">1 0 24575,'5'0'0,"7"0"0</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6.801"/>
    </inkml:context>
    <inkml:brush xml:id="br0">
      <inkml:brushProperty name="width" value="0.35" units="cm"/>
      <inkml:brushProperty name="height" value="0.35" units="cm"/>
      <inkml:brushProperty name="color" value="#FFFFFF"/>
    </inkml:brush>
  </inkml:definitions>
  <inkml:trace contextRef="#ctx0" brushRef="#br0">0 0 24575,'5'0'0,"7"0"0,7 0 0,6 0 0,3 0 0</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7.02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7.91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8.15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8.410"/>
    </inkml:context>
    <inkml:brush xml:id="br0">
      <inkml:brushProperty name="width" value="0.35" units="cm"/>
      <inkml:brushProperty name="height" value="0.35" units="cm"/>
      <inkml:brushProperty name="color" value="#FFFFFF"/>
    </inkml:brush>
  </inkml:definitions>
  <inkml:trace contextRef="#ctx0" brushRef="#br0">0 0 24575,'5'0'0,"7"0"0</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8.650"/>
    </inkml:context>
    <inkml:brush xml:id="br0">
      <inkml:brushProperty name="width" value="0.35" units="cm"/>
      <inkml:brushProperty name="height" value="0.35" units="cm"/>
      <inkml:brushProperty name="color" value="#FFFFFF"/>
    </inkml:brush>
  </inkml:definitions>
  <inkml:trace contextRef="#ctx0" brushRef="#br0">0 0 24575,'6'0'0,"6"0"0,7 0 0,5 0 0,4 0 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8.872"/>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9.17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9.381"/>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9.589"/>
    </inkml:context>
    <inkml:brush xml:id="br0">
      <inkml:brushProperty name="width" value="0.35" units="cm"/>
      <inkml:brushProperty name="height" value="0.35" units="cm"/>
      <inkml:brushProperty name="color" value="#FFFFFF"/>
    </inkml:brush>
  </inkml:definitions>
  <inkml:trace contextRef="#ctx0" brushRef="#br0">0 0 24575,'5'0'0,"8"0"0</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19.813"/>
    </inkml:context>
    <inkml:brush xml:id="br0">
      <inkml:brushProperty name="width" value="0.35" units="cm"/>
      <inkml:brushProperty name="height" value="0.35" units="cm"/>
      <inkml:brushProperty name="color" value="#FFFFFF"/>
    </inkml:brush>
  </inkml:definitions>
  <inkml:trace contextRef="#ctx0" brushRef="#br0">0 0 24575,'6'0'0,"6"0"0,7 0 0,5 0 0,5 0 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0.036"/>
    </inkml:context>
    <inkml:brush xml:id="br0">
      <inkml:brushProperty name="width" value="0.35" units="cm"/>
      <inkml:brushProperty name="height" value="0.35" units="cm"/>
      <inkml:brushProperty name="color" value="#FFFFFF"/>
    </inkml:brush>
  </inkml:definitions>
  <inkml:trace contextRef="#ctx0" brushRef="#br0">1 0 24575,'5'0'0,"7"0"0,8 0 0,4 0 0,4 0 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0.258"/>
    </inkml:context>
    <inkml:brush xml:id="br0">
      <inkml:brushProperty name="width" value="0.35" units="cm"/>
      <inkml:brushProperty name="height" value="0.35" units="cm"/>
      <inkml:brushProperty name="color" value="#FFFFFF"/>
    </inkml:brush>
  </inkml:definitions>
  <inkml:trace contextRef="#ctx0" brushRef="#br0">0 0 24575,'6'0'0,"6"0"0,6 0 0</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0.480"/>
    </inkml:context>
    <inkml:brush xml:id="br0">
      <inkml:brushProperty name="width" value="0.35" units="cm"/>
      <inkml:brushProperty name="height" value="0.35" units="cm"/>
      <inkml:brushProperty name="color" value="#FFFFFF"/>
    </inkml:brush>
  </inkml:definitions>
  <inkml:trace contextRef="#ctx0" brushRef="#br0">1 0 24575,'5'0'0,"7"0"0,7 0 0,6 0 0,3 0 0,2 0 0</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0.687"/>
    </inkml:context>
    <inkml:brush xml:id="br0">
      <inkml:brushProperty name="width" value="0.35" units="cm"/>
      <inkml:brushProperty name="height" value="0.35" units="cm"/>
      <inkml:brushProperty name="color" value="#FFFFFF"/>
    </inkml:brush>
  </inkml:definitions>
  <inkml:trace contextRef="#ctx0" brushRef="#br0">0 1 24575,'6'0'0,"6"0"0,7 0 0,5 0 0,4 0 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0.927"/>
    </inkml:context>
    <inkml:brush xml:id="br0">
      <inkml:brushProperty name="width" value="0.35" units="cm"/>
      <inkml:brushProperty name="height" value="0.35" units="cm"/>
      <inkml:brushProperty name="color" value="#FFFFFF"/>
    </inkml:brush>
  </inkml:definitions>
  <inkml:trace contextRef="#ctx0" brushRef="#br0">1 6 24575,'5'0'0,"7"0"0,7 0 0,5 0 0,4 0 0,-3-5 0</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1.13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1.342"/>
    </inkml:context>
    <inkml:brush xml:id="br0">
      <inkml:brushProperty name="width" value="0.35" units="cm"/>
      <inkml:brushProperty name="height" value="0.35" units="cm"/>
      <inkml:brushProperty name="color" value="#FFFFFF"/>
    </inkml:brush>
  </inkml:definitions>
  <inkml:trace contextRef="#ctx0" brushRef="#br0">0 0 24575,'5'0'0,"8"0"0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1.564"/>
    </inkml:context>
    <inkml:brush xml:id="br0">
      <inkml:brushProperty name="width" value="0.35" units="cm"/>
      <inkml:brushProperty name="height" value="0.35" units="cm"/>
      <inkml:brushProperty name="color" value="#FFFFFF"/>
    </inkml:brush>
  </inkml:definitions>
  <inkml:trace contextRef="#ctx0" brushRef="#br0">1 1 24575,'5'0'0,"7"0"0,7 0 0</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1.835"/>
    </inkml:context>
    <inkml:brush xml:id="br0">
      <inkml:brushProperty name="width" value="0.35" units="cm"/>
      <inkml:brushProperty name="height" value="0.35" units="cm"/>
      <inkml:brushProperty name="color" value="#FFFFFF"/>
    </inkml:brush>
  </inkml:definitions>
  <inkml:trace contextRef="#ctx0" brushRef="#br0">1 1 24575,'5'0'0,"7"0"0,7 0 0</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2.217"/>
    </inkml:context>
    <inkml:brush xml:id="br0">
      <inkml:brushProperty name="width" value="0.35" units="cm"/>
      <inkml:brushProperty name="height" value="0.35" units="cm"/>
      <inkml:brushProperty name="color" value="#FFFFFF"/>
    </inkml:brush>
  </inkml:definitions>
  <inkml:trace contextRef="#ctx0" brushRef="#br0">1 1 24575,'5'0'0,"8"0"0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2.439"/>
    </inkml:context>
    <inkml:brush xml:id="br0">
      <inkml:brushProperty name="width" value="0.35" units="cm"/>
      <inkml:brushProperty name="height" value="0.35" units="cm"/>
      <inkml:brushProperty name="color" value="#FFFFFF"/>
    </inkml:brush>
  </inkml:definitions>
  <inkml:trace contextRef="#ctx0" brushRef="#br0">1 1 24575,'5'0'0,"2"5"0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3.396"/>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3.603"/>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3.890"/>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4.130"/>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4.339"/>
    </inkml:context>
    <inkml:brush xml:id="br0">
      <inkml:brushProperty name="width" value="0.35" units="cm"/>
      <inkml:brushProperty name="height" value="0.35" units="cm"/>
      <inkml:brushProperty name="color" value="#FFFFFF"/>
    </inkml:brush>
  </inkml:definitions>
  <inkml:trace contextRef="#ctx0" brushRef="#br0">61 1 24575,'-6'0'0,"-6"0"0,-7 0 0,-5 0 0</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4.563"/>
    </inkml:context>
    <inkml:brush xml:id="br0">
      <inkml:brushProperty name="width" value="0.35" units="cm"/>
      <inkml:brushProperty name="height" value="0.35" units="cm"/>
      <inkml:brushProperty name="color" value="#FFFFFF"/>
    </inkml:brush>
  </inkml:definitions>
  <inkml:trace contextRef="#ctx0" brushRef="#br0">5 1 24575,'-5'0'0</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4.770"/>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5.011"/>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5.248"/>
    </inkml:context>
    <inkml:brush xml:id="br0">
      <inkml:brushProperty name="width" value="0.35" units="cm"/>
      <inkml:brushProperty name="height" value="0.35" units="cm"/>
      <inkml:brushProperty name="color" value="#FFFFFF"/>
    </inkml:brush>
  </inkml:definitions>
  <inkml:trace contextRef="#ctx0" brushRef="#br0">6 1 24575,'-5'0'0</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5.487"/>
    </inkml:context>
    <inkml:brush xml:id="br0">
      <inkml:brushProperty name="width" value="0.35" units="cm"/>
      <inkml:brushProperty name="height" value="0.35" units="cm"/>
      <inkml:brushProperty name="color" value="#FFFFFF"/>
    </inkml:brush>
  </inkml:definitions>
  <inkml:trace contextRef="#ctx0" brushRef="#br0">37 1 24575,'-5'0'0,"-7"0"0,-7 0 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5.726"/>
    </inkml:context>
    <inkml:brush xml:id="br0">
      <inkml:brushProperty name="width" value="0.35" units="cm"/>
      <inkml:brushProperty name="height" value="0.35" units="cm"/>
      <inkml:brushProperty name="color" value="#FFFFFF"/>
    </inkml:brush>
  </inkml:definitions>
  <inkml:trace contextRef="#ctx0" brushRef="#br0">37 1 24575,'-5'0'0,"-7"0"0,-7 0 0</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5.949"/>
    </inkml:context>
    <inkml:brush xml:id="br0">
      <inkml:brushProperty name="width" value="0.35" units="cm"/>
      <inkml:brushProperty name="height" value="0.35" units="cm"/>
      <inkml:brushProperty name="color" value="#FFFFFF"/>
    </inkml:brush>
  </inkml:definitions>
  <inkml:trace contextRef="#ctx0" brushRef="#br0">5 1 24575,'-5'0'0</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6.205"/>
    </inkml:context>
    <inkml:brush xml:id="br0">
      <inkml:brushProperty name="width" value="0.35" units="cm"/>
      <inkml:brushProperty name="height" value="0.35" units="cm"/>
      <inkml:brushProperty name="color" value="#FFFFFF"/>
    </inkml:brush>
  </inkml:definitions>
  <inkml:trace contextRef="#ctx0" brushRef="#br0">66 1 24575,'-6'0'0,"-1"5"0,-5 2 0,-6 0 0,-4-1 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6.489"/>
    </inkml:context>
    <inkml:brush xml:id="br0">
      <inkml:brushProperty name="width" value="0.35" units="cm"/>
      <inkml:brushProperty name="height" value="0.35" units="cm"/>
      <inkml:brushProperty name="color" value="#FFFFFF"/>
    </inkml:brush>
  </inkml:definitions>
  <inkml:trace contextRef="#ctx0" brushRef="#br0">61 1 24575,'-5'0'0,"-7"0"0,-7 0 0,-5 0 0</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6.69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6.951"/>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7.174"/>
    </inkml:context>
    <inkml:brush xml:id="br0">
      <inkml:brushProperty name="width" value="0.35" units="cm"/>
      <inkml:brushProperty name="height" value="0.35" units="cm"/>
      <inkml:brushProperty name="color" value="#FFFFFF"/>
    </inkml:brush>
  </inkml:definitions>
  <inkml:trace contextRef="#ctx0" brushRef="#br0">18 0 24575,'-5'0'0,"-8"0"0</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7.637"/>
    </inkml:context>
    <inkml:brush xml:id="br0">
      <inkml:brushProperty name="width" value="0.35" units="cm"/>
      <inkml:brushProperty name="height" value="0.35" units="cm"/>
      <inkml:brushProperty name="color" value="#FFFFFF"/>
    </inkml:brush>
  </inkml:definitions>
  <inkml:trace contextRef="#ctx0" brushRef="#br0">1 5 24575,'0'-5'0</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7.938"/>
    </inkml:context>
    <inkml:brush xml:id="br0">
      <inkml:brushProperty name="width" value="0.35" units="cm"/>
      <inkml:brushProperty name="height" value="0.35" units="cm"/>
      <inkml:brushProperty name="color" value="#FFFFFF"/>
    </inkml:brush>
  </inkml:definitions>
  <inkml:trace contextRef="#ctx0" brushRef="#br0">18 1 24575,'-5'0'0,"-7"0"0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28.129"/>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40.777"/>
    </inkml:context>
    <inkml:brush xml:id="br0">
      <inkml:brushProperty name="width" value="0.35" units="cm"/>
      <inkml:brushProperty name="height" value="0.35" units="cm"/>
      <inkml:brushProperty name="color" value="#FFFFFF"/>
    </inkml:brush>
  </inkml:definitions>
  <inkml:trace contextRef="#ctx0" brushRef="#br0">1 0 24575,'0'6'0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41.446"/>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42.099"/>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42.70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51.401"/>
    </inkml:context>
    <inkml:brush xml:id="br0">
      <inkml:brushProperty name="width" value="0.35" units="cm"/>
      <inkml:brushProperty name="height" value="0.35" units="cm"/>
      <inkml:brushProperty name="color" value="#FFFFFF"/>
    </inkml:brush>
  </inkml:definitions>
  <inkml:trace contextRef="#ctx0" brushRef="#br0">31 63 24575,'25'-10'0,"-7"1"0,13 3 0,1 1 0,0 2 0,-1 1 0,1 1 0,38 4 0,2-1 0,628-2 0,-1528 0 0,809-1 0,-1-1 0,1-1 0,-23-6 0,19 4 0,-40-5 0,4 8-1365</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56.511"/>
    </inkml:context>
    <inkml:brush xml:id="br0">
      <inkml:brushProperty name="width" value="0.35" units="cm"/>
      <inkml:brushProperty name="height" value="0.35" units="cm"/>
      <inkml:brushProperty name="color" value="#FFFFFF"/>
    </inkml:brush>
  </inkml:definitions>
  <inkml:trace contextRef="#ctx0" brushRef="#br0">528 514 24566,'-528'-229'0,"1028"-56"0,-1000 570 0,4465-501 0</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4:58.948"/>
    </inkml:context>
    <inkml:brush xml:id="br0">
      <inkml:brushProperty name="width" value="0.35" units="cm"/>
      <inkml:brushProperty name="height" value="0.35" units="cm"/>
      <inkml:brushProperty name="color" value="#FFFFFF"/>
    </inkml:brush>
  </inkml:definitions>
  <inkml:trace contextRef="#ctx0" brushRef="#br0">1364 33 24575,'-45'-2'0,"-67"-12"0,66 7 0,-62-2 0,-944 10-1365</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9.862"/>
    </inkml:context>
    <inkml:brush xml:id="br0">
      <inkml:brushProperty name="width" value="0.35" units="cm"/>
      <inkml:brushProperty name="height" value="0.35" units="cm"/>
      <inkml:brushProperty name="color" value="#FFFFFF"/>
    </inkml:brush>
  </inkml:definitions>
  <inkml:trace contextRef="#ctx0" brushRef="#br0">1 62 24477,'1425'-61'0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2.360"/>
    </inkml:context>
    <inkml:brush xml:id="br0">
      <inkml:brushProperty name="width" value="0.35" units="cm"/>
      <inkml:brushProperty name="height" value="0.35" units="cm"/>
      <inkml:brushProperty name="color" value="#FFFFFF"/>
    </inkml:brush>
  </inkml:definitions>
  <inkml:trace contextRef="#ctx0" brushRef="#br0">0 346 24575,'0'-1'0,"1"-1"0,-1 1 0,0 0 0,1 0 0,-1 0 0,1 0 0,-1 0 0,1 0 0,-1 0 0,1 0 0,0 0 0,0 0 0,-1 1 0,1-1 0,0 0 0,0 0 0,0 1 0,0-1 0,0 0 0,0 1 0,0-1 0,0 1 0,0-1 0,0 1 0,0 0 0,2-1 0,34-6 0,-34 7 0,79-6 0,117 6 0,-75 3 0,248-4 0,-353 0 0,1-1 0,-1-1 0,1-1 0,-1 0 0,36-15 0,-9 4 0,-29 10 0,1 2 0,0 0 0,29-1 0,-26 3 0,0-1 0,28-7 0,-20 4 0,1 0 0,0 2 0,50 1 0,10-1 0,-76 1 0,0-1 0,-1 0 0,0-1 0,1-1 0,16-8 0,-16 7 0,0 1 0,0 0 0,1 0 0,17-2 0,-2 4 0,71-14 0,-90 15 0,0-2 0,0 1 0,0-1 0,-1-1 0,1 0 0,16-11 0,-9 5 0,-1 2 0,1 0 0,1 2 0,-1 0 0,2 0 0,29-4 0,21-9 0,-49 14 0,0 1 0,0 1 0,1 1 0,25 0 0,90 4 0,-52 2 0,473-3 0,-538 1 83,0 1 0,0 1 0,21 6 0,-17-3-931,36 3-1</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3.570"/>
    </inkml:context>
    <inkml:brush xml:id="br0">
      <inkml:brushProperty name="width" value="0.35" units="cm"/>
      <inkml:brushProperty name="height" value="0.35" units="cm"/>
      <inkml:brushProperty name="color" value="#FFFFFF"/>
    </inkml:brush>
  </inkml:definitions>
  <inkml:trace contextRef="#ctx0" brushRef="#br0">0 13 24575,'0'-5'0,"6"-2"0</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3.93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4.15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4.429"/>
    </inkml:context>
    <inkml:brush xml:id="br0">
      <inkml:brushProperty name="width" value="0.35" units="cm"/>
      <inkml:brushProperty name="height" value="0.35" units="cm"/>
      <inkml:brushProperty name="color" value="#FFFFFF"/>
    </inkml:brush>
  </inkml:definitions>
  <inkml:trace contextRef="#ctx0" brushRef="#br0">0 0 24575,'0'5'0,"0"8"0</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4.74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4.93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5.176"/>
    </inkml:context>
    <inkml:brush xml:id="br0">
      <inkml:brushProperty name="width" value="0.35" units="cm"/>
      <inkml:brushProperty name="height" value="0.35" units="cm"/>
      <inkml:brushProperty name="color" value="#FFFFFF"/>
    </inkml:brush>
  </inkml:definitions>
  <inkml:trace contextRef="#ctx0" brushRef="#br0">5 0 24575,'-5'0'0</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5.447"/>
    </inkml:context>
    <inkml:brush xml:id="br0">
      <inkml:brushProperty name="width" value="0.35" units="cm"/>
      <inkml:brushProperty name="height" value="0.35" units="cm"/>
      <inkml:brushProperty name="color" value="#FFFFFF"/>
    </inkml:brush>
  </inkml:definitions>
  <inkml:trace contextRef="#ctx0" brushRef="#br0">18 0 24575,'-5'0'0,"-7"0"0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5.798"/>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6.004"/>
    </inkml:context>
    <inkml:brush xml:id="br0">
      <inkml:brushProperty name="width" value="0.35" units="cm"/>
      <inkml:brushProperty name="height" value="0.35" units="cm"/>
      <inkml:brushProperty name="color" value="#FFFFFF"/>
    </inkml:brush>
  </inkml:definitions>
  <inkml:trace contextRef="#ctx0" brushRef="#br0">6 0 24575,'-6'0'0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6.244"/>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6.449"/>
    </inkml:context>
    <inkml:brush xml:id="br0">
      <inkml:brushProperty name="width" value="0.35" units="cm"/>
      <inkml:brushProperty name="height" value="0.35" units="cm"/>
      <inkml:brushProperty name="color" value="#FFFFFF"/>
    </inkml:brush>
  </inkml:definitions>
  <inkml:trace contextRef="#ctx0" brushRef="#br0">6 0 24575,'-5'0'0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6.656"/>
    </inkml:context>
    <inkml:brush xml:id="br0">
      <inkml:brushProperty name="width" value="0.35" units="cm"/>
      <inkml:brushProperty name="height" value="0.35" units="cm"/>
      <inkml:brushProperty name="color" value="#FFFFFF"/>
    </inkml:brush>
  </inkml:definitions>
  <inkml:trace contextRef="#ctx0" brushRef="#br0">62 0 24575,'-5'0'0,"-8"0"0,-6 0 0,-5 0 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06.832"/>
    </inkml:context>
    <inkml:brush xml:id="br0">
      <inkml:brushProperty name="width" value="0.35" units="cm"/>
      <inkml:brushProperty name="height" value="0.35" units="cm"/>
      <inkml:brushProperty name="color" value="#FFFFFF"/>
    </inkml:brush>
  </inkml:definitions>
  <inkml:trace contextRef="#ctx0" brushRef="#br0">37 0 24575,'-6'0'0,"-6"0"0,-7 0 0</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3T18:25:12.649"/>
    </inkml:context>
    <inkml:brush xml:id="br0">
      <inkml:brushProperty name="width" value="0.35" units="cm"/>
      <inkml:brushProperty name="height" value="0.35" units="cm"/>
      <inkml:brushProperty name="color" value="#FFFFFF"/>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695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17" Type="http://schemas.openxmlformats.org/officeDocument/2006/relationships/customXml" Target="../ink/ink86.xml"/><Relationship Id="rId21" Type="http://schemas.openxmlformats.org/officeDocument/2006/relationships/image" Target="../media/image13.png"/><Relationship Id="rId42" Type="http://schemas.openxmlformats.org/officeDocument/2006/relationships/customXml" Target="../ink/ink25.xml"/><Relationship Id="rId63" Type="http://schemas.openxmlformats.org/officeDocument/2006/relationships/customXml" Target="../ink/ink43.xml"/><Relationship Id="rId84" Type="http://schemas.openxmlformats.org/officeDocument/2006/relationships/image" Target="../media/image28.png"/><Relationship Id="rId138" Type="http://schemas.openxmlformats.org/officeDocument/2006/relationships/customXml" Target="../ink/ink105.xml"/><Relationship Id="rId159" Type="http://schemas.openxmlformats.org/officeDocument/2006/relationships/customXml" Target="../ink/ink126.xml"/><Relationship Id="rId107" Type="http://schemas.openxmlformats.org/officeDocument/2006/relationships/customXml" Target="../ink/ink77.xml"/><Relationship Id="rId11" Type="http://schemas.openxmlformats.org/officeDocument/2006/relationships/image" Target="../media/image9.png"/><Relationship Id="rId32" Type="http://schemas.openxmlformats.org/officeDocument/2006/relationships/customXml" Target="../ink/ink17.xml"/><Relationship Id="rId53" Type="http://schemas.openxmlformats.org/officeDocument/2006/relationships/customXml" Target="../ink/ink35.xml"/><Relationship Id="rId74" Type="http://schemas.openxmlformats.org/officeDocument/2006/relationships/image" Target="../media/image25.png"/><Relationship Id="rId128" Type="http://schemas.openxmlformats.org/officeDocument/2006/relationships/customXml" Target="../ink/ink96.xml"/><Relationship Id="rId149" Type="http://schemas.openxmlformats.org/officeDocument/2006/relationships/customXml" Target="../ink/ink116.xml"/><Relationship Id="rId5" Type="http://schemas.openxmlformats.org/officeDocument/2006/relationships/image" Target="../media/image6.svg"/><Relationship Id="rId95" Type="http://schemas.openxmlformats.org/officeDocument/2006/relationships/customXml" Target="../ink/ink67.xml"/><Relationship Id="rId160" Type="http://schemas.openxmlformats.org/officeDocument/2006/relationships/customXml" Target="../ink/ink127.xml"/><Relationship Id="rId22" Type="http://schemas.openxmlformats.org/officeDocument/2006/relationships/customXml" Target="../ink/ink10.xml"/><Relationship Id="rId43" Type="http://schemas.openxmlformats.org/officeDocument/2006/relationships/customXml" Target="../ink/ink26.xml"/><Relationship Id="rId64" Type="http://schemas.openxmlformats.org/officeDocument/2006/relationships/image" Target="../media/image22.png"/><Relationship Id="rId118" Type="http://schemas.openxmlformats.org/officeDocument/2006/relationships/customXml" Target="../ink/ink87.xml"/><Relationship Id="rId139" Type="http://schemas.openxmlformats.org/officeDocument/2006/relationships/customXml" Target="../ink/ink106.xml"/><Relationship Id="rId85" Type="http://schemas.openxmlformats.org/officeDocument/2006/relationships/customXml" Target="../ink/ink58.xml"/><Relationship Id="rId150" Type="http://schemas.openxmlformats.org/officeDocument/2006/relationships/customXml" Target="../ink/ink117.xml"/><Relationship Id="rId12" Type="http://schemas.openxmlformats.org/officeDocument/2006/relationships/customXml" Target="../ink/ink4.xml"/><Relationship Id="rId33" Type="http://schemas.openxmlformats.org/officeDocument/2006/relationships/customXml" Target="../ink/ink18.xml"/><Relationship Id="rId108" Type="http://schemas.openxmlformats.org/officeDocument/2006/relationships/image" Target="../media/image32.png"/><Relationship Id="rId129" Type="http://schemas.openxmlformats.org/officeDocument/2006/relationships/customXml" Target="../ink/ink97.xml"/><Relationship Id="rId54" Type="http://schemas.openxmlformats.org/officeDocument/2006/relationships/customXml" Target="../ink/ink36.xml"/><Relationship Id="rId70" Type="http://schemas.openxmlformats.org/officeDocument/2006/relationships/customXml" Target="../ink/ink48.xml"/><Relationship Id="rId75" Type="http://schemas.openxmlformats.org/officeDocument/2006/relationships/customXml" Target="../ink/ink51.xml"/><Relationship Id="rId91" Type="http://schemas.openxmlformats.org/officeDocument/2006/relationships/customXml" Target="../ink/ink64.xml"/><Relationship Id="rId96" Type="http://schemas.openxmlformats.org/officeDocument/2006/relationships/customXml" Target="../ink/ink68.xml"/><Relationship Id="rId140" Type="http://schemas.openxmlformats.org/officeDocument/2006/relationships/customXml" Target="../ink/ink107.xml"/><Relationship Id="rId145" Type="http://schemas.openxmlformats.org/officeDocument/2006/relationships/customXml" Target="../ink/ink112.xml"/><Relationship Id="rId161" Type="http://schemas.openxmlformats.org/officeDocument/2006/relationships/customXml" Target="../ink/ink128.xml"/><Relationship Id="rId166" Type="http://schemas.openxmlformats.org/officeDocument/2006/relationships/customXml" Target="../ink/ink133.xml"/><Relationship Id="rId1" Type="http://schemas.openxmlformats.org/officeDocument/2006/relationships/slideLayout" Target="../slideLayouts/slideLayout3.xml"/><Relationship Id="rId6" Type="http://schemas.openxmlformats.org/officeDocument/2006/relationships/customXml" Target="../ink/ink1.xml"/><Relationship Id="rId23" Type="http://schemas.openxmlformats.org/officeDocument/2006/relationships/customXml" Target="../ink/ink11.xml"/><Relationship Id="rId28" Type="http://schemas.openxmlformats.org/officeDocument/2006/relationships/image" Target="../media/image15.png"/><Relationship Id="rId49" Type="http://schemas.openxmlformats.org/officeDocument/2006/relationships/customXml" Target="../ink/ink31.xml"/><Relationship Id="rId114" Type="http://schemas.openxmlformats.org/officeDocument/2006/relationships/customXml" Target="../ink/ink83.xml"/><Relationship Id="rId119" Type="http://schemas.openxmlformats.org/officeDocument/2006/relationships/customXml" Target="../ink/ink88.xml"/><Relationship Id="rId44" Type="http://schemas.openxmlformats.org/officeDocument/2006/relationships/customXml" Target="../ink/ink27.xml"/><Relationship Id="rId60" Type="http://schemas.openxmlformats.org/officeDocument/2006/relationships/image" Target="../media/image21.png"/><Relationship Id="rId65" Type="http://schemas.openxmlformats.org/officeDocument/2006/relationships/customXml" Target="../ink/ink44.xml"/><Relationship Id="rId81" Type="http://schemas.openxmlformats.org/officeDocument/2006/relationships/image" Target="../media/image27.png"/><Relationship Id="rId86" Type="http://schemas.openxmlformats.org/officeDocument/2006/relationships/customXml" Target="../ink/ink59.xml"/><Relationship Id="rId130" Type="http://schemas.openxmlformats.org/officeDocument/2006/relationships/customXml" Target="../ink/ink98.xml"/><Relationship Id="rId135" Type="http://schemas.openxmlformats.org/officeDocument/2006/relationships/customXml" Target="../ink/ink102.xml"/><Relationship Id="rId151" Type="http://schemas.openxmlformats.org/officeDocument/2006/relationships/customXml" Target="../ink/ink118.xml"/><Relationship Id="rId156" Type="http://schemas.openxmlformats.org/officeDocument/2006/relationships/customXml" Target="../ink/ink123.xml"/><Relationship Id="rId13" Type="http://schemas.openxmlformats.org/officeDocument/2006/relationships/image" Target="../media/image10.png"/><Relationship Id="rId18" Type="http://schemas.openxmlformats.org/officeDocument/2006/relationships/image" Target="../media/image12.png"/><Relationship Id="rId39" Type="http://schemas.openxmlformats.org/officeDocument/2006/relationships/customXml" Target="../ink/ink22.xml"/><Relationship Id="rId109" Type="http://schemas.openxmlformats.org/officeDocument/2006/relationships/customXml" Target="../ink/ink78.xml"/><Relationship Id="rId34" Type="http://schemas.openxmlformats.org/officeDocument/2006/relationships/customXml" Target="../ink/ink19.xml"/><Relationship Id="rId50" Type="http://schemas.openxmlformats.org/officeDocument/2006/relationships/customXml" Target="../ink/ink32.xml"/><Relationship Id="rId55" Type="http://schemas.openxmlformats.org/officeDocument/2006/relationships/customXml" Target="../ink/ink37.xml"/><Relationship Id="rId76" Type="http://schemas.openxmlformats.org/officeDocument/2006/relationships/customXml" Target="../ink/ink52.xml"/><Relationship Id="rId97" Type="http://schemas.openxmlformats.org/officeDocument/2006/relationships/customXml" Target="../ink/ink69.xml"/><Relationship Id="rId104" Type="http://schemas.openxmlformats.org/officeDocument/2006/relationships/customXml" Target="../ink/ink75.xml"/><Relationship Id="rId120" Type="http://schemas.openxmlformats.org/officeDocument/2006/relationships/customXml" Target="../ink/ink89.xml"/><Relationship Id="rId125" Type="http://schemas.openxmlformats.org/officeDocument/2006/relationships/customXml" Target="../ink/ink93.xml"/><Relationship Id="rId141" Type="http://schemas.openxmlformats.org/officeDocument/2006/relationships/customXml" Target="../ink/ink108.xml"/><Relationship Id="rId146" Type="http://schemas.openxmlformats.org/officeDocument/2006/relationships/customXml" Target="../ink/ink113.xml"/><Relationship Id="rId167" Type="http://schemas.openxmlformats.org/officeDocument/2006/relationships/customXml" Target="../ink/ink134.xml"/><Relationship Id="rId7" Type="http://schemas.openxmlformats.org/officeDocument/2006/relationships/image" Target="../media/image7.png"/><Relationship Id="rId71" Type="http://schemas.openxmlformats.org/officeDocument/2006/relationships/image" Target="../media/image24.png"/><Relationship Id="rId92" Type="http://schemas.openxmlformats.org/officeDocument/2006/relationships/image" Target="../media/image29.png"/><Relationship Id="rId162" Type="http://schemas.openxmlformats.org/officeDocument/2006/relationships/customXml" Target="../ink/ink129.xml"/><Relationship Id="rId2" Type="http://schemas.openxmlformats.org/officeDocument/2006/relationships/notesSlide" Target="../notesSlides/notesSlide2.xml"/><Relationship Id="rId29" Type="http://schemas.openxmlformats.org/officeDocument/2006/relationships/customXml" Target="../ink/ink15.xml"/><Relationship Id="rId24" Type="http://schemas.openxmlformats.org/officeDocument/2006/relationships/customXml" Target="../ink/ink12.xml"/><Relationship Id="rId40" Type="http://schemas.openxmlformats.org/officeDocument/2006/relationships/customXml" Target="../ink/ink23.xml"/><Relationship Id="rId45" Type="http://schemas.openxmlformats.org/officeDocument/2006/relationships/image" Target="../media/image19.png"/><Relationship Id="rId66" Type="http://schemas.openxmlformats.org/officeDocument/2006/relationships/customXml" Target="../ink/ink45.xml"/><Relationship Id="rId87" Type="http://schemas.openxmlformats.org/officeDocument/2006/relationships/customXml" Target="../ink/ink60.xml"/><Relationship Id="rId110" Type="http://schemas.openxmlformats.org/officeDocument/2006/relationships/customXml" Target="../ink/ink79.xml"/><Relationship Id="rId115" Type="http://schemas.openxmlformats.org/officeDocument/2006/relationships/customXml" Target="../ink/ink84.xml"/><Relationship Id="rId131" Type="http://schemas.openxmlformats.org/officeDocument/2006/relationships/image" Target="../media/image34.png"/><Relationship Id="rId136" Type="http://schemas.openxmlformats.org/officeDocument/2006/relationships/customXml" Target="../ink/ink103.xml"/><Relationship Id="rId157" Type="http://schemas.openxmlformats.org/officeDocument/2006/relationships/customXml" Target="../ink/ink124.xml"/><Relationship Id="rId61" Type="http://schemas.openxmlformats.org/officeDocument/2006/relationships/customXml" Target="../ink/ink41.xml"/><Relationship Id="rId82" Type="http://schemas.openxmlformats.org/officeDocument/2006/relationships/customXml" Target="../ink/ink56.xml"/><Relationship Id="rId152" Type="http://schemas.openxmlformats.org/officeDocument/2006/relationships/customXml" Target="../ink/ink119.xml"/><Relationship Id="rId19" Type="http://schemas.openxmlformats.org/officeDocument/2006/relationships/customXml" Target="../ink/ink8.xml"/><Relationship Id="rId14" Type="http://schemas.openxmlformats.org/officeDocument/2006/relationships/customXml" Target="../ink/ink5.xml"/><Relationship Id="rId30" Type="http://schemas.openxmlformats.org/officeDocument/2006/relationships/image" Target="../media/image16.png"/><Relationship Id="rId35" Type="http://schemas.openxmlformats.org/officeDocument/2006/relationships/customXml" Target="../ink/ink20.xml"/><Relationship Id="rId56" Type="http://schemas.openxmlformats.org/officeDocument/2006/relationships/customXml" Target="../ink/ink38.xml"/><Relationship Id="rId77" Type="http://schemas.openxmlformats.org/officeDocument/2006/relationships/customXml" Target="../ink/ink53.xml"/><Relationship Id="rId100" Type="http://schemas.openxmlformats.org/officeDocument/2006/relationships/image" Target="../media/image30.png"/><Relationship Id="rId105" Type="http://schemas.openxmlformats.org/officeDocument/2006/relationships/image" Target="../media/image31.png"/><Relationship Id="rId126" Type="http://schemas.openxmlformats.org/officeDocument/2006/relationships/customXml" Target="../ink/ink94.xml"/><Relationship Id="rId147" Type="http://schemas.openxmlformats.org/officeDocument/2006/relationships/customXml" Target="../ink/ink114.xml"/><Relationship Id="rId168" Type="http://schemas.openxmlformats.org/officeDocument/2006/relationships/customXml" Target="../ink/ink135.xml"/><Relationship Id="rId8" Type="http://schemas.openxmlformats.org/officeDocument/2006/relationships/customXml" Target="../ink/ink2.xml"/><Relationship Id="rId51" Type="http://schemas.openxmlformats.org/officeDocument/2006/relationships/customXml" Target="../ink/ink33.xml"/><Relationship Id="rId72" Type="http://schemas.openxmlformats.org/officeDocument/2006/relationships/customXml" Target="../ink/ink49.xml"/><Relationship Id="rId93" Type="http://schemas.openxmlformats.org/officeDocument/2006/relationships/customXml" Target="../ink/ink65.xml"/><Relationship Id="rId98" Type="http://schemas.openxmlformats.org/officeDocument/2006/relationships/customXml" Target="../ink/ink70.xml"/><Relationship Id="rId121" Type="http://schemas.openxmlformats.org/officeDocument/2006/relationships/customXml" Target="../ink/ink90.xml"/><Relationship Id="rId142" Type="http://schemas.openxmlformats.org/officeDocument/2006/relationships/customXml" Target="../ink/ink109.xml"/><Relationship Id="rId163" Type="http://schemas.openxmlformats.org/officeDocument/2006/relationships/customXml" Target="../ink/ink130.xml"/><Relationship Id="rId3" Type="http://schemas.openxmlformats.org/officeDocument/2006/relationships/image" Target="../media/image4.svg"/><Relationship Id="rId25" Type="http://schemas.openxmlformats.org/officeDocument/2006/relationships/customXml" Target="../ink/ink13.xml"/><Relationship Id="rId46" Type="http://schemas.openxmlformats.org/officeDocument/2006/relationships/customXml" Target="../ink/ink28.xml"/><Relationship Id="rId67" Type="http://schemas.openxmlformats.org/officeDocument/2006/relationships/image" Target="../media/image23.png"/><Relationship Id="rId116" Type="http://schemas.openxmlformats.org/officeDocument/2006/relationships/customXml" Target="../ink/ink85.xml"/><Relationship Id="rId137" Type="http://schemas.openxmlformats.org/officeDocument/2006/relationships/customXml" Target="../ink/ink104.xml"/><Relationship Id="rId158" Type="http://schemas.openxmlformats.org/officeDocument/2006/relationships/customXml" Target="../ink/ink125.xml"/><Relationship Id="rId20" Type="http://schemas.openxmlformats.org/officeDocument/2006/relationships/customXml" Target="../ink/ink9.xml"/><Relationship Id="rId41" Type="http://schemas.openxmlformats.org/officeDocument/2006/relationships/customXml" Target="../ink/ink24.xml"/><Relationship Id="rId62" Type="http://schemas.openxmlformats.org/officeDocument/2006/relationships/customXml" Target="../ink/ink42.xml"/><Relationship Id="rId83" Type="http://schemas.openxmlformats.org/officeDocument/2006/relationships/customXml" Target="../ink/ink57.xml"/><Relationship Id="rId88" Type="http://schemas.openxmlformats.org/officeDocument/2006/relationships/customXml" Target="../ink/ink61.xml"/><Relationship Id="rId111" Type="http://schemas.openxmlformats.org/officeDocument/2006/relationships/customXml" Target="../ink/ink80.xml"/><Relationship Id="rId132" Type="http://schemas.openxmlformats.org/officeDocument/2006/relationships/customXml" Target="../ink/ink99.xml"/><Relationship Id="rId153" Type="http://schemas.openxmlformats.org/officeDocument/2006/relationships/customXml" Target="../ink/ink120.xml"/><Relationship Id="rId15" Type="http://schemas.openxmlformats.org/officeDocument/2006/relationships/image" Target="../media/image11.png"/><Relationship Id="rId36" Type="http://schemas.openxmlformats.org/officeDocument/2006/relationships/image" Target="../media/image17.png"/><Relationship Id="rId57" Type="http://schemas.openxmlformats.org/officeDocument/2006/relationships/customXml" Target="../ink/ink39.xml"/><Relationship Id="rId106" Type="http://schemas.openxmlformats.org/officeDocument/2006/relationships/customXml" Target="../ink/ink76.xml"/><Relationship Id="rId127" Type="http://schemas.openxmlformats.org/officeDocument/2006/relationships/customXml" Target="../ink/ink95.xml"/><Relationship Id="rId10" Type="http://schemas.openxmlformats.org/officeDocument/2006/relationships/customXml" Target="../ink/ink3.xml"/><Relationship Id="rId31" Type="http://schemas.openxmlformats.org/officeDocument/2006/relationships/customXml" Target="../ink/ink16.xml"/><Relationship Id="rId52" Type="http://schemas.openxmlformats.org/officeDocument/2006/relationships/customXml" Target="../ink/ink34.xml"/><Relationship Id="rId73" Type="http://schemas.openxmlformats.org/officeDocument/2006/relationships/customXml" Target="../ink/ink50.xml"/><Relationship Id="rId78" Type="http://schemas.openxmlformats.org/officeDocument/2006/relationships/image" Target="../media/image26.png"/><Relationship Id="rId94" Type="http://schemas.openxmlformats.org/officeDocument/2006/relationships/customXml" Target="../ink/ink66.xml"/><Relationship Id="rId99" Type="http://schemas.openxmlformats.org/officeDocument/2006/relationships/customXml" Target="../ink/ink71.xml"/><Relationship Id="rId101" Type="http://schemas.openxmlformats.org/officeDocument/2006/relationships/customXml" Target="../ink/ink72.xml"/><Relationship Id="rId122" Type="http://schemas.openxmlformats.org/officeDocument/2006/relationships/image" Target="../media/image33.png"/><Relationship Id="rId143" Type="http://schemas.openxmlformats.org/officeDocument/2006/relationships/customXml" Target="../ink/ink110.xml"/><Relationship Id="rId148" Type="http://schemas.openxmlformats.org/officeDocument/2006/relationships/customXml" Target="../ink/ink115.xml"/><Relationship Id="rId164" Type="http://schemas.openxmlformats.org/officeDocument/2006/relationships/customXml" Target="../ink/ink131.xml"/><Relationship Id="rId169" Type="http://schemas.openxmlformats.org/officeDocument/2006/relationships/customXml" Target="../ink/ink136.xml"/><Relationship Id="rId4" Type="http://schemas.openxmlformats.org/officeDocument/2006/relationships/image" Target="../media/image5.svg"/><Relationship Id="rId9" Type="http://schemas.openxmlformats.org/officeDocument/2006/relationships/image" Target="../media/image8.png"/><Relationship Id="rId26" Type="http://schemas.openxmlformats.org/officeDocument/2006/relationships/image" Target="../media/image14.png"/><Relationship Id="rId47" Type="http://schemas.openxmlformats.org/officeDocument/2006/relationships/customXml" Target="../ink/ink29.xml"/><Relationship Id="rId68" Type="http://schemas.openxmlformats.org/officeDocument/2006/relationships/customXml" Target="../ink/ink46.xml"/><Relationship Id="rId89" Type="http://schemas.openxmlformats.org/officeDocument/2006/relationships/customXml" Target="../ink/ink62.xml"/><Relationship Id="rId112" Type="http://schemas.openxmlformats.org/officeDocument/2006/relationships/customXml" Target="../ink/ink81.xml"/><Relationship Id="rId133" Type="http://schemas.openxmlformats.org/officeDocument/2006/relationships/customXml" Target="../ink/ink100.xml"/><Relationship Id="rId154" Type="http://schemas.openxmlformats.org/officeDocument/2006/relationships/customXml" Target="../ink/ink121.xml"/><Relationship Id="rId16" Type="http://schemas.openxmlformats.org/officeDocument/2006/relationships/customXml" Target="../ink/ink6.xml"/><Relationship Id="rId37" Type="http://schemas.openxmlformats.org/officeDocument/2006/relationships/customXml" Target="../ink/ink21.xml"/><Relationship Id="rId58" Type="http://schemas.openxmlformats.org/officeDocument/2006/relationships/image" Target="../media/image20.png"/><Relationship Id="rId79" Type="http://schemas.openxmlformats.org/officeDocument/2006/relationships/customXml" Target="../ink/ink54.xml"/><Relationship Id="rId102" Type="http://schemas.openxmlformats.org/officeDocument/2006/relationships/customXml" Target="../ink/ink73.xml"/><Relationship Id="rId123" Type="http://schemas.openxmlformats.org/officeDocument/2006/relationships/customXml" Target="../ink/ink91.xml"/><Relationship Id="rId144" Type="http://schemas.openxmlformats.org/officeDocument/2006/relationships/customXml" Target="../ink/ink111.xml"/><Relationship Id="rId90" Type="http://schemas.openxmlformats.org/officeDocument/2006/relationships/customXml" Target="../ink/ink63.xml"/><Relationship Id="rId165" Type="http://schemas.openxmlformats.org/officeDocument/2006/relationships/customXml" Target="../ink/ink132.xml"/><Relationship Id="rId27" Type="http://schemas.openxmlformats.org/officeDocument/2006/relationships/customXml" Target="../ink/ink14.xml"/><Relationship Id="rId48" Type="http://schemas.openxmlformats.org/officeDocument/2006/relationships/customXml" Target="../ink/ink30.xml"/><Relationship Id="rId69" Type="http://schemas.openxmlformats.org/officeDocument/2006/relationships/customXml" Target="../ink/ink47.xml"/><Relationship Id="rId113" Type="http://schemas.openxmlformats.org/officeDocument/2006/relationships/customXml" Target="../ink/ink82.xml"/><Relationship Id="rId134" Type="http://schemas.openxmlformats.org/officeDocument/2006/relationships/customXml" Target="../ink/ink101.xml"/><Relationship Id="rId80" Type="http://schemas.openxmlformats.org/officeDocument/2006/relationships/customXml" Target="../ink/ink55.xml"/><Relationship Id="rId155" Type="http://schemas.openxmlformats.org/officeDocument/2006/relationships/customXml" Target="../ink/ink122.xml"/><Relationship Id="rId17" Type="http://schemas.openxmlformats.org/officeDocument/2006/relationships/customXml" Target="../ink/ink7.xml"/><Relationship Id="rId38" Type="http://schemas.openxmlformats.org/officeDocument/2006/relationships/image" Target="../media/image18.png"/><Relationship Id="rId59" Type="http://schemas.openxmlformats.org/officeDocument/2006/relationships/customXml" Target="../ink/ink40.xml"/><Relationship Id="rId103" Type="http://schemas.openxmlformats.org/officeDocument/2006/relationships/customXml" Target="../ink/ink74.xml"/><Relationship Id="rId124" Type="http://schemas.openxmlformats.org/officeDocument/2006/relationships/customXml" Target="../ink/ink92.xml"/></Relationships>
</file>

<file path=ppt/slides/_rels/slide3.xml.rels><?xml version="1.0" encoding="UTF-8" standalone="yes"?>
<Relationships xmlns="http://schemas.openxmlformats.org/package/2006/relationships"><Relationship Id="rId26" Type="http://schemas.openxmlformats.org/officeDocument/2006/relationships/customXml" Target="../ink/ink147.xml"/><Relationship Id="rId21" Type="http://schemas.openxmlformats.org/officeDocument/2006/relationships/image" Target="../media/image45.png"/><Relationship Id="rId42" Type="http://schemas.openxmlformats.org/officeDocument/2006/relationships/customXml" Target="../ink/ink158.xml"/><Relationship Id="rId47" Type="http://schemas.openxmlformats.org/officeDocument/2006/relationships/customXml" Target="../ink/ink162.xml"/><Relationship Id="rId63" Type="http://schemas.openxmlformats.org/officeDocument/2006/relationships/customXml" Target="../ink/ink177.xml"/><Relationship Id="rId68" Type="http://schemas.openxmlformats.org/officeDocument/2006/relationships/customXml" Target="../ink/ink182.xml"/><Relationship Id="rId16" Type="http://schemas.openxmlformats.org/officeDocument/2006/relationships/customXml" Target="../ink/ink142.xml"/><Relationship Id="rId11" Type="http://schemas.openxmlformats.org/officeDocument/2006/relationships/image" Target="../media/image40.png"/><Relationship Id="rId32" Type="http://schemas.openxmlformats.org/officeDocument/2006/relationships/customXml" Target="../ink/ink150.xml"/><Relationship Id="rId37" Type="http://schemas.openxmlformats.org/officeDocument/2006/relationships/customXml" Target="../ink/ink155.xml"/><Relationship Id="rId53" Type="http://schemas.openxmlformats.org/officeDocument/2006/relationships/customXml" Target="../ink/ink168.xml"/><Relationship Id="rId58" Type="http://schemas.openxmlformats.org/officeDocument/2006/relationships/customXml" Target="../ink/ink172.xml"/><Relationship Id="rId74" Type="http://schemas.openxmlformats.org/officeDocument/2006/relationships/customXml" Target="../ink/ink187.xml"/><Relationship Id="rId79" Type="http://schemas.openxmlformats.org/officeDocument/2006/relationships/customXml" Target="../ink/ink192.xml"/><Relationship Id="rId5" Type="http://schemas.openxmlformats.org/officeDocument/2006/relationships/image" Target="../media/image37.png"/><Relationship Id="rId61" Type="http://schemas.openxmlformats.org/officeDocument/2006/relationships/customXml" Target="../ink/ink175.xml"/><Relationship Id="rId82" Type="http://schemas.openxmlformats.org/officeDocument/2006/relationships/customXml" Target="../ink/ink195.xml"/><Relationship Id="rId19" Type="http://schemas.openxmlformats.org/officeDocument/2006/relationships/image" Target="../media/image44.png"/><Relationship Id="rId14" Type="http://schemas.openxmlformats.org/officeDocument/2006/relationships/customXml" Target="../ink/ink141.xml"/><Relationship Id="rId22" Type="http://schemas.openxmlformats.org/officeDocument/2006/relationships/customXml" Target="../ink/ink145.xml"/><Relationship Id="rId27" Type="http://schemas.openxmlformats.org/officeDocument/2006/relationships/image" Target="../media/image48.png"/><Relationship Id="rId30" Type="http://schemas.openxmlformats.org/officeDocument/2006/relationships/customXml" Target="../ink/ink149.xml"/><Relationship Id="rId35" Type="http://schemas.openxmlformats.org/officeDocument/2006/relationships/customXml" Target="../ink/ink153.xml"/><Relationship Id="rId43" Type="http://schemas.openxmlformats.org/officeDocument/2006/relationships/customXml" Target="../ink/ink159.xml"/><Relationship Id="rId48" Type="http://schemas.openxmlformats.org/officeDocument/2006/relationships/customXml" Target="../ink/ink163.xml"/><Relationship Id="rId56" Type="http://schemas.openxmlformats.org/officeDocument/2006/relationships/customXml" Target="../ink/ink170.xml"/><Relationship Id="rId64" Type="http://schemas.openxmlformats.org/officeDocument/2006/relationships/customXml" Target="../ink/ink178.xml"/><Relationship Id="rId69" Type="http://schemas.openxmlformats.org/officeDocument/2006/relationships/customXml" Target="../ink/ink183.xml"/><Relationship Id="rId77" Type="http://schemas.openxmlformats.org/officeDocument/2006/relationships/customXml" Target="../ink/ink190.xml"/><Relationship Id="rId8" Type="http://schemas.openxmlformats.org/officeDocument/2006/relationships/customXml" Target="../ink/ink138.xml"/><Relationship Id="rId51" Type="http://schemas.openxmlformats.org/officeDocument/2006/relationships/customXml" Target="../ink/ink166.xml"/><Relationship Id="rId72" Type="http://schemas.openxmlformats.org/officeDocument/2006/relationships/customXml" Target="../ink/ink185.xml"/><Relationship Id="rId80" Type="http://schemas.openxmlformats.org/officeDocument/2006/relationships/customXml" Target="../ink/ink193.xml"/><Relationship Id="rId3" Type="http://schemas.openxmlformats.org/officeDocument/2006/relationships/image" Target="../media/image35.png"/><Relationship Id="rId12" Type="http://schemas.openxmlformats.org/officeDocument/2006/relationships/customXml" Target="../ink/ink140.xml"/><Relationship Id="rId17" Type="http://schemas.openxmlformats.org/officeDocument/2006/relationships/image" Target="../media/image43.png"/><Relationship Id="rId25" Type="http://schemas.openxmlformats.org/officeDocument/2006/relationships/image" Target="../media/image47.png"/><Relationship Id="rId33" Type="http://schemas.openxmlformats.org/officeDocument/2006/relationships/customXml" Target="../ink/ink151.xml"/><Relationship Id="rId38" Type="http://schemas.openxmlformats.org/officeDocument/2006/relationships/image" Target="../media/image49.png"/><Relationship Id="rId46" Type="http://schemas.openxmlformats.org/officeDocument/2006/relationships/image" Target="../media/image50.png"/><Relationship Id="rId59" Type="http://schemas.openxmlformats.org/officeDocument/2006/relationships/customXml" Target="../ink/ink173.xml"/><Relationship Id="rId67" Type="http://schemas.openxmlformats.org/officeDocument/2006/relationships/customXml" Target="../ink/ink181.xml"/><Relationship Id="rId20" Type="http://schemas.openxmlformats.org/officeDocument/2006/relationships/customXml" Target="../ink/ink144.xml"/><Relationship Id="rId41" Type="http://schemas.openxmlformats.org/officeDocument/2006/relationships/customXml" Target="../ink/ink157.xml"/><Relationship Id="rId54" Type="http://schemas.openxmlformats.org/officeDocument/2006/relationships/customXml" Target="../ink/ink169.xml"/><Relationship Id="rId62" Type="http://schemas.openxmlformats.org/officeDocument/2006/relationships/customXml" Target="../ink/ink176.xml"/><Relationship Id="rId70" Type="http://schemas.openxmlformats.org/officeDocument/2006/relationships/image" Target="../media/image20.png"/><Relationship Id="rId75" Type="http://schemas.openxmlformats.org/officeDocument/2006/relationships/customXml" Target="../ink/ink188.xml"/><Relationship Id="rId83" Type="http://schemas.openxmlformats.org/officeDocument/2006/relationships/customXml" Target="../ink/ink196.xml"/><Relationship Id="rId1" Type="http://schemas.openxmlformats.org/officeDocument/2006/relationships/slideLayout" Target="../slideLayouts/slideLayout4.xml"/><Relationship Id="rId6" Type="http://schemas.openxmlformats.org/officeDocument/2006/relationships/customXml" Target="../ink/ink137.xml"/><Relationship Id="rId15" Type="http://schemas.openxmlformats.org/officeDocument/2006/relationships/image" Target="../media/image42.png"/><Relationship Id="rId23" Type="http://schemas.openxmlformats.org/officeDocument/2006/relationships/image" Target="../media/image46.png"/><Relationship Id="rId28" Type="http://schemas.openxmlformats.org/officeDocument/2006/relationships/customXml" Target="../ink/ink148.xml"/><Relationship Id="rId36" Type="http://schemas.openxmlformats.org/officeDocument/2006/relationships/customXml" Target="../ink/ink154.xml"/><Relationship Id="rId49" Type="http://schemas.openxmlformats.org/officeDocument/2006/relationships/customXml" Target="../ink/ink164.xml"/><Relationship Id="rId57" Type="http://schemas.openxmlformats.org/officeDocument/2006/relationships/customXml" Target="../ink/ink171.xml"/><Relationship Id="rId10" Type="http://schemas.openxmlformats.org/officeDocument/2006/relationships/customXml" Target="../ink/ink139.xml"/><Relationship Id="rId31" Type="http://schemas.openxmlformats.org/officeDocument/2006/relationships/image" Target="../media/image8.png"/><Relationship Id="rId44" Type="http://schemas.openxmlformats.org/officeDocument/2006/relationships/customXml" Target="../ink/ink160.xml"/><Relationship Id="rId52" Type="http://schemas.openxmlformats.org/officeDocument/2006/relationships/customXml" Target="../ink/ink167.xml"/><Relationship Id="rId60" Type="http://schemas.openxmlformats.org/officeDocument/2006/relationships/customXml" Target="../ink/ink174.xml"/><Relationship Id="rId65" Type="http://schemas.openxmlformats.org/officeDocument/2006/relationships/customXml" Target="../ink/ink179.xml"/><Relationship Id="rId73" Type="http://schemas.openxmlformats.org/officeDocument/2006/relationships/customXml" Target="../ink/ink186.xml"/><Relationship Id="rId78" Type="http://schemas.openxmlformats.org/officeDocument/2006/relationships/customXml" Target="../ink/ink191.xml"/><Relationship Id="rId81" Type="http://schemas.openxmlformats.org/officeDocument/2006/relationships/customXml" Target="../ink/ink194.xml"/><Relationship Id="rId4" Type="http://schemas.openxmlformats.org/officeDocument/2006/relationships/image" Target="../media/image36.png"/><Relationship Id="rId9" Type="http://schemas.openxmlformats.org/officeDocument/2006/relationships/image" Target="../media/image39.png"/><Relationship Id="rId13" Type="http://schemas.openxmlformats.org/officeDocument/2006/relationships/image" Target="../media/image41.png"/><Relationship Id="rId18" Type="http://schemas.openxmlformats.org/officeDocument/2006/relationships/customXml" Target="../ink/ink143.xml"/><Relationship Id="rId39" Type="http://schemas.openxmlformats.org/officeDocument/2006/relationships/customXml" Target="../ink/ink156.xml"/><Relationship Id="rId34" Type="http://schemas.openxmlformats.org/officeDocument/2006/relationships/customXml" Target="../ink/ink152.xml"/><Relationship Id="rId50" Type="http://schemas.openxmlformats.org/officeDocument/2006/relationships/customXml" Target="../ink/ink165.xml"/><Relationship Id="rId55" Type="http://schemas.openxmlformats.org/officeDocument/2006/relationships/image" Target="../media/image17.png"/><Relationship Id="rId76" Type="http://schemas.openxmlformats.org/officeDocument/2006/relationships/customXml" Target="../ink/ink189.xml"/><Relationship Id="rId7" Type="http://schemas.openxmlformats.org/officeDocument/2006/relationships/image" Target="../media/image38.png"/><Relationship Id="rId71" Type="http://schemas.openxmlformats.org/officeDocument/2006/relationships/customXml" Target="../ink/ink184.xml"/><Relationship Id="rId2" Type="http://schemas.openxmlformats.org/officeDocument/2006/relationships/notesSlide" Target="../notesSlides/notesSlide3.xml"/><Relationship Id="rId29" Type="http://schemas.openxmlformats.org/officeDocument/2006/relationships/image" Target="../media/image34.png"/><Relationship Id="rId24" Type="http://schemas.openxmlformats.org/officeDocument/2006/relationships/customXml" Target="../ink/ink146.xml"/><Relationship Id="rId40" Type="http://schemas.openxmlformats.org/officeDocument/2006/relationships/image" Target="../media/image11.png"/><Relationship Id="rId45" Type="http://schemas.openxmlformats.org/officeDocument/2006/relationships/customXml" Target="../ink/ink161.xml"/><Relationship Id="rId66" Type="http://schemas.openxmlformats.org/officeDocument/2006/relationships/customXml" Target="../ink/ink180.xml"/></Relationships>
</file>

<file path=ppt/slides/_rels/slide4.xml.rels><?xml version="1.0" encoding="UTF-8" standalone="yes"?>
<Relationships xmlns="http://schemas.openxmlformats.org/package/2006/relationships"><Relationship Id="rId117" Type="http://schemas.openxmlformats.org/officeDocument/2006/relationships/customXml" Target="../ink/ink276.xml"/><Relationship Id="rId21" Type="http://schemas.openxmlformats.org/officeDocument/2006/relationships/image" Target="../media/image56.png"/><Relationship Id="rId42" Type="http://schemas.openxmlformats.org/officeDocument/2006/relationships/image" Target="../media/image59.png"/><Relationship Id="rId63" Type="http://schemas.openxmlformats.org/officeDocument/2006/relationships/customXml" Target="../ink/ink234.xml"/><Relationship Id="rId84" Type="http://schemas.openxmlformats.org/officeDocument/2006/relationships/customXml" Target="../ink/ink248.xml"/><Relationship Id="rId138" Type="http://schemas.openxmlformats.org/officeDocument/2006/relationships/customXml" Target="../ink/ink292.xml"/><Relationship Id="rId159" Type="http://schemas.openxmlformats.org/officeDocument/2006/relationships/customXml" Target="../ink/ink311.xml"/><Relationship Id="rId170" Type="http://schemas.openxmlformats.org/officeDocument/2006/relationships/customXml" Target="../ink/ink321.xml"/><Relationship Id="rId191" Type="http://schemas.openxmlformats.org/officeDocument/2006/relationships/customXml" Target="../ink/ink337.xml"/><Relationship Id="rId205" Type="http://schemas.openxmlformats.org/officeDocument/2006/relationships/customXml" Target="../ink/ink350.xml"/><Relationship Id="rId107" Type="http://schemas.openxmlformats.org/officeDocument/2006/relationships/customXml" Target="../ink/ink266.xml"/><Relationship Id="rId11" Type="http://schemas.openxmlformats.org/officeDocument/2006/relationships/customXml" Target="../ink/ink201.xml"/><Relationship Id="rId32" Type="http://schemas.openxmlformats.org/officeDocument/2006/relationships/image" Target="../media/image13.png"/><Relationship Id="rId53" Type="http://schemas.openxmlformats.org/officeDocument/2006/relationships/customXml" Target="../ink/ink227.xml"/><Relationship Id="rId74" Type="http://schemas.openxmlformats.org/officeDocument/2006/relationships/customXml" Target="../ink/ink242.xml"/><Relationship Id="rId128" Type="http://schemas.openxmlformats.org/officeDocument/2006/relationships/customXml" Target="../ink/ink284.xml"/><Relationship Id="rId149" Type="http://schemas.openxmlformats.org/officeDocument/2006/relationships/customXml" Target="../ink/ink302.xml"/><Relationship Id="rId5" Type="http://schemas.openxmlformats.org/officeDocument/2006/relationships/customXml" Target="../ink/ink197.xml"/><Relationship Id="rId95" Type="http://schemas.openxmlformats.org/officeDocument/2006/relationships/customXml" Target="../ink/ink257.xml"/><Relationship Id="rId160" Type="http://schemas.openxmlformats.org/officeDocument/2006/relationships/customXml" Target="../ink/ink312.xml"/><Relationship Id="rId181" Type="http://schemas.openxmlformats.org/officeDocument/2006/relationships/image" Target="../media/image23.png"/><Relationship Id="rId216" Type="http://schemas.openxmlformats.org/officeDocument/2006/relationships/customXml" Target="../ink/ink360.xml"/><Relationship Id="rId22" Type="http://schemas.openxmlformats.org/officeDocument/2006/relationships/customXml" Target="../ink/ink208.xml"/><Relationship Id="rId43" Type="http://schemas.openxmlformats.org/officeDocument/2006/relationships/customXml" Target="../ink/ink219.xml"/><Relationship Id="rId64" Type="http://schemas.openxmlformats.org/officeDocument/2006/relationships/image" Target="../media/image64.png"/><Relationship Id="rId118" Type="http://schemas.openxmlformats.org/officeDocument/2006/relationships/image" Target="../media/image74.png"/><Relationship Id="rId139" Type="http://schemas.openxmlformats.org/officeDocument/2006/relationships/customXml" Target="../ink/ink293.xml"/><Relationship Id="rId85" Type="http://schemas.openxmlformats.org/officeDocument/2006/relationships/customXml" Target="../ink/ink249.xml"/><Relationship Id="rId150" Type="http://schemas.openxmlformats.org/officeDocument/2006/relationships/customXml" Target="../ink/ink303.xml"/><Relationship Id="rId171" Type="http://schemas.openxmlformats.org/officeDocument/2006/relationships/customXml" Target="../ink/ink322.xml"/><Relationship Id="rId192" Type="http://schemas.openxmlformats.org/officeDocument/2006/relationships/customXml" Target="../ink/ink338.xml"/><Relationship Id="rId206" Type="http://schemas.openxmlformats.org/officeDocument/2006/relationships/customXml" Target="../ink/ink351.xml"/><Relationship Id="rId12" Type="http://schemas.openxmlformats.org/officeDocument/2006/relationships/image" Target="../media/image54.png"/><Relationship Id="rId33" Type="http://schemas.openxmlformats.org/officeDocument/2006/relationships/customXml" Target="../ink/ink214.xml"/><Relationship Id="rId108" Type="http://schemas.openxmlformats.org/officeDocument/2006/relationships/customXml" Target="../ink/ink267.xml"/><Relationship Id="rId129" Type="http://schemas.openxmlformats.org/officeDocument/2006/relationships/customXml" Target="../ink/ink285.xml"/><Relationship Id="rId54" Type="http://schemas.openxmlformats.org/officeDocument/2006/relationships/image" Target="../media/image12.png"/><Relationship Id="rId75" Type="http://schemas.openxmlformats.org/officeDocument/2006/relationships/image" Target="../media/image67.png"/><Relationship Id="rId96" Type="http://schemas.openxmlformats.org/officeDocument/2006/relationships/image" Target="../media/image72.png"/><Relationship Id="rId140" Type="http://schemas.openxmlformats.org/officeDocument/2006/relationships/customXml" Target="../ink/ink294.xml"/><Relationship Id="rId161" Type="http://schemas.openxmlformats.org/officeDocument/2006/relationships/customXml" Target="../ink/ink313.xml"/><Relationship Id="rId182" Type="http://schemas.openxmlformats.org/officeDocument/2006/relationships/customXml" Target="../ink/ink330.xml"/><Relationship Id="rId217" Type="http://schemas.openxmlformats.org/officeDocument/2006/relationships/customXml" Target="../ink/ink361.xml"/><Relationship Id="rId6" Type="http://schemas.openxmlformats.org/officeDocument/2006/relationships/image" Target="../media/image53.png"/><Relationship Id="rId23" Type="http://schemas.openxmlformats.org/officeDocument/2006/relationships/customXml" Target="../ink/ink209.xml"/><Relationship Id="rId119" Type="http://schemas.openxmlformats.org/officeDocument/2006/relationships/customXml" Target="../ink/ink277.xml"/><Relationship Id="rId44" Type="http://schemas.openxmlformats.org/officeDocument/2006/relationships/image" Target="../media/image60.png"/><Relationship Id="rId65" Type="http://schemas.openxmlformats.org/officeDocument/2006/relationships/customXml" Target="../ink/ink235.xml"/><Relationship Id="rId86" Type="http://schemas.openxmlformats.org/officeDocument/2006/relationships/customXml" Target="../ink/ink250.xml"/><Relationship Id="rId130" Type="http://schemas.openxmlformats.org/officeDocument/2006/relationships/customXml" Target="../ink/ink286.xml"/><Relationship Id="rId151" Type="http://schemas.openxmlformats.org/officeDocument/2006/relationships/customXml" Target="../ink/ink304.xml"/><Relationship Id="rId172" Type="http://schemas.openxmlformats.org/officeDocument/2006/relationships/customXml" Target="../ink/ink323.xml"/><Relationship Id="rId193" Type="http://schemas.openxmlformats.org/officeDocument/2006/relationships/customXml" Target="../ink/ink339.xml"/><Relationship Id="rId207" Type="http://schemas.openxmlformats.org/officeDocument/2006/relationships/customXml" Target="../ink/ink352.xml"/><Relationship Id="rId13" Type="http://schemas.openxmlformats.org/officeDocument/2006/relationships/customXml" Target="../ink/ink202.xml"/><Relationship Id="rId109" Type="http://schemas.openxmlformats.org/officeDocument/2006/relationships/customXml" Target="../ink/ink268.xml"/><Relationship Id="rId34" Type="http://schemas.openxmlformats.org/officeDocument/2006/relationships/image" Target="../media/image58.png"/><Relationship Id="rId55" Type="http://schemas.openxmlformats.org/officeDocument/2006/relationships/customXml" Target="../ink/ink228.xml"/><Relationship Id="rId76" Type="http://schemas.openxmlformats.org/officeDocument/2006/relationships/customXml" Target="../ink/ink243.xml"/><Relationship Id="rId97" Type="http://schemas.openxmlformats.org/officeDocument/2006/relationships/customXml" Target="../ink/ink258.xml"/><Relationship Id="rId120" Type="http://schemas.openxmlformats.org/officeDocument/2006/relationships/customXml" Target="../ink/ink278.xml"/><Relationship Id="rId141" Type="http://schemas.openxmlformats.org/officeDocument/2006/relationships/image" Target="../media/image79.png"/><Relationship Id="rId7" Type="http://schemas.openxmlformats.org/officeDocument/2006/relationships/customXml" Target="../ink/ink198.xml"/><Relationship Id="rId162" Type="http://schemas.openxmlformats.org/officeDocument/2006/relationships/customXml" Target="../ink/ink314.xml"/><Relationship Id="rId183" Type="http://schemas.openxmlformats.org/officeDocument/2006/relationships/image" Target="../media/image83.png"/><Relationship Id="rId218" Type="http://schemas.openxmlformats.org/officeDocument/2006/relationships/customXml" Target="../ink/ink362.xml"/><Relationship Id="rId24" Type="http://schemas.openxmlformats.org/officeDocument/2006/relationships/image" Target="../media/image30.png"/><Relationship Id="rId45" Type="http://schemas.openxmlformats.org/officeDocument/2006/relationships/customXml" Target="../ink/ink220.xml"/><Relationship Id="rId66" Type="http://schemas.openxmlformats.org/officeDocument/2006/relationships/image" Target="../media/image65.png"/><Relationship Id="rId87" Type="http://schemas.openxmlformats.org/officeDocument/2006/relationships/customXml" Target="../ink/ink251.xml"/><Relationship Id="rId110" Type="http://schemas.openxmlformats.org/officeDocument/2006/relationships/customXml" Target="../ink/ink269.xml"/><Relationship Id="rId131" Type="http://schemas.openxmlformats.org/officeDocument/2006/relationships/image" Target="../media/image77.png"/><Relationship Id="rId152" Type="http://schemas.openxmlformats.org/officeDocument/2006/relationships/image" Target="../media/image80.png"/><Relationship Id="rId173" Type="http://schemas.openxmlformats.org/officeDocument/2006/relationships/image" Target="../media/image81.png"/><Relationship Id="rId194" Type="http://schemas.openxmlformats.org/officeDocument/2006/relationships/image" Target="../media/image85.png"/><Relationship Id="rId208" Type="http://schemas.openxmlformats.org/officeDocument/2006/relationships/customXml" Target="../ink/ink353.xml"/><Relationship Id="rId14" Type="http://schemas.openxmlformats.org/officeDocument/2006/relationships/customXml" Target="../ink/ink203.xml"/><Relationship Id="rId35" Type="http://schemas.openxmlformats.org/officeDocument/2006/relationships/customXml" Target="../ink/ink215.xml"/><Relationship Id="rId56" Type="http://schemas.openxmlformats.org/officeDocument/2006/relationships/customXml" Target="../ink/ink229.xml"/><Relationship Id="rId77" Type="http://schemas.openxmlformats.org/officeDocument/2006/relationships/customXml" Target="../ink/ink244.xml"/><Relationship Id="rId100" Type="http://schemas.openxmlformats.org/officeDocument/2006/relationships/customXml" Target="../ink/ink261.xml"/><Relationship Id="rId8" Type="http://schemas.openxmlformats.org/officeDocument/2006/relationships/image" Target="../media/image8.png"/><Relationship Id="rId51" Type="http://schemas.openxmlformats.org/officeDocument/2006/relationships/image" Target="../media/image61.png"/><Relationship Id="rId72" Type="http://schemas.openxmlformats.org/officeDocument/2006/relationships/image" Target="../media/image66.png"/><Relationship Id="rId93" Type="http://schemas.openxmlformats.org/officeDocument/2006/relationships/customXml" Target="../ink/ink256.xml"/><Relationship Id="rId98" Type="http://schemas.openxmlformats.org/officeDocument/2006/relationships/customXml" Target="../ink/ink259.xml"/><Relationship Id="rId121" Type="http://schemas.openxmlformats.org/officeDocument/2006/relationships/image" Target="../media/image75.png"/><Relationship Id="rId142" Type="http://schemas.openxmlformats.org/officeDocument/2006/relationships/customXml" Target="../ink/ink295.xml"/><Relationship Id="rId163" Type="http://schemas.openxmlformats.org/officeDocument/2006/relationships/image" Target="../media/image33.png"/><Relationship Id="rId184" Type="http://schemas.openxmlformats.org/officeDocument/2006/relationships/customXml" Target="../ink/ink331.xml"/><Relationship Id="rId189" Type="http://schemas.openxmlformats.org/officeDocument/2006/relationships/customXml" Target="../ink/ink335.xml"/><Relationship Id="rId219" Type="http://schemas.openxmlformats.org/officeDocument/2006/relationships/customXml" Target="../ink/ink363.xml"/><Relationship Id="rId3" Type="http://schemas.openxmlformats.org/officeDocument/2006/relationships/image" Target="../media/image51.png"/><Relationship Id="rId214" Type="http://schemas.openxmlformats.org/officeDocument/2006/relationships/customXml" Target="../ink/ink358.xml"/><Relationship Id="rId25" Type="http://schemas.openxmlformats.org/officeDocument/2006/relationships/customXml" Target="../ink/ink210.xml"/><Relationship Id="rId46" Type="http://schemas.openxmlformats.org/officeDocument/2006/relationships/customXml" Target="../ink/ink221.xml"/><Relationship Id="rId67" Type="http://schemas.openxmlformats.org/officeDocument/2006/relationships/customXml" Target="../ink/ink236.xml"/><Relationship Id="rId116" Type="http://schemas.openxmlformats.org/officeDocument/2006/relationships/customXml" Target="../ink/ink275.xml"/><Relationship Id="rId137" Type="http://schemas.openxmlformats.org/officeDocument/2006/relationships/image" Target="../media/image78.png"/><Relationship Id="rId158" Type="http://schemas.openxmlformats.org/officeDocument/2006/relationships/customXml" Target="../ink/ink310.xml"/><Relationship Id="rId20" Type="http://schemas.openxmlformats.org/officeDocument/2006/relationships/customXml" Target="../ink/ink207.xml"/><Relationship Id="rId41" Type="http://schemas.openxmlformats.org/officeDocument/2006/relationships/customXml" Target="../ink/ink218.xml"/><Relationship Id="rId62" Type="http://schemas.openxmlformats.org/officeDocument/2006/relationships/image" Target="../media/image63.png"/><Relationship Id="rId83" Type="http://schemas.openxmlformats.org/officeDocument/2006/relationships/image" Target="../media/image70.png"/><Relationship Id="rId88" Type="http://schemas.openxmlformats.org/officeDocument/2006/relationships/customXml" Target="../ink/ink252.xml"/><Relationship Id="rId111" Type="http://schemas.openxmlformats.org/officeDocument/2006/relationships/customXml" Target="../ink/ink270.xml"/><Relationship Id="rId132" Type="http://schemas.openxmlformats.org/officeDocument/2006/relationships/customXml" Target="../ink/ink287.xml"/><Relationship Id="rId153" Type="http://schemas.openxmlformats.org/officeDocument/2006/relationships/customXml" Target="../ink/ink305.xml"/><Relationship Id="rId174" Type="http://schemas.openxmlformats.org/officeDocument/2006/relationships/customXml" Target="../ink/ink324.xml"/><Relationship Id="rId179" Type="http://schemas.openxmlformats.org/officeDocument/2006/relationships/customXml" Target="../ink/ink328.xml"/><Relationship Id="rId195" Type="http://schemas.openxmlformats.org/officeDocument/2006/relationships/customXml" Target="../ink/ink340.xml"/><Relationship Id="rId209" Type="http://schemas.openxmlformats.org/officeDocument/2006/relationships/image" Target="../media/image86.png"/><Relationship Id="rId190" Type="http://schemas.openxmlformats.org/officeDocument/2006/relationships/customXml" Target="../ink/ink336.xml"/><Relationship Id="rId204" Type="http://schemas.openxmlformats.org/officeDocument/2006/relationships/customXml" Target="../ink/ink349.xml"/><Relationship Id="rId220" Type="http://schemas.openxmlformats.org/officeDocument/2006/relationships/customXml" Target="../ink/ink364.xml"/><Relationship Id="rId15" Type="http://schemas.openxmlformats.org/officeDocument/2006/relationships/image" Target="../media/image34.png"/><Relationship Id="rId36" Type="http://schemas.openxmlformats.org/officeDocument/2006/relationships/image" Target="../media/image15.png"/><Relationship Id="rId57" Type="http://schemas.openxmlformats.org/officeDocument/2006/relationships/customXml" Target="../ink/ink230.xml"/><Relationship Id="rId106" Type="http://schemas.openxmlformats.org/officeDocument/2006/relationships/image" Target="../media/image73.png"/><Relationship Id="rId127" Type="http://schemas.openxmlformats.org/officeDocument/2006/relationships/customXml" Target="../ink/ink283.xml"/><Relationship Id="rId10" Type="http://schemas.openxmlformats.org/officeDocument/2006/relationships/customXml" Target="../ink/ink200.xml"/><Relationship Id="rId31" Type="http://schemas.openxmlformats.org/officeDocument/2006/relationships/customXml" Target="../ink/ink213.xml"/><Relationship Id="rId52" Type="http://schemas.openxmlformats.org/officeDocument/2006/relationships/customXml" Target="../ink/ink226.xml"/><Relationship Id="rId73" Type="http://schemas.openxmlformats.org/officeDocument/2006/relationships/customXml" Target="../ink/ink241.xml"/><Relationship Id="rId78" Type="http://schemas.openxmlformats.org/officeDocument/2006/relationships/image" Target="../media/image68.png"/><Relationship Id="rId94" Type="http://schemas.openxmlformats.org/officeDocument/2006/relationships/image" Target="../media/image71.png"/><Relationship Id="rId99" Type="http://schemas.openxmlformats.org/officeDocument/2006/relationships/customXml" Target="../ink/ink260.xml"/><Relationship Id="rId101" Type="http://schemas.openxmlformats.org/officeDocument/2006/relationships/customXml" Target="../ink/ink262.xml"/><Relationship Id="rId122" Type="http://schemas.openxmlformats.org/officeDocument/2006/relationships/customXml" Target="../ink/ink279.xml"/><Relationship Id="rId143" Type="http://schemas.openxmlformats.org/officeDocument/2006/relationships/customXml" Target="../ink/ink296.xml"/><Relationship Id="rId148" Type="http://schemas.openxmlformats.org/officeDocument/2006/relationships/customXml" Target="../ink/ink301.xml"/><Relationship Id="rId164" Type="http://schemas.openxmlformats.org/officeDocument/2006/relationships/customXml" Target="../ink/ink315.xml"/><Relationship Id="rId169" Type="http://schemas.openxmlformats.org/officeDocument/2006/relationships/customXml" Target="../ink/ink320.xml"/><Relationship Id="rId185" Type="http://schemas.openxmlformats.org/officeDocument/2006/relationships/image" Target="../media/image84.png"/><Relationship Id="rId4" Type="http://schemas.openxmlformats.org/officeDocument/2006/relationships/image" Target="../media/image52.png"/><Relationship Id="rId9" Type="http://schemas.openxmlformats.org/officeDocument/2006/relationships/customXml" Target="../ink/ink199.xml"/><Relationship Id="rId180" Type="http://schemas.openxmlformats.org/officeDocument/2006/relationships/customXml" Target="../ink/ink329.xml"/><Relationship Id="rId210" Type="http://schemas.openxmlformats.org/officeDocument/2006/relationships/customXml" Target="../ink/ink354.xml"/><Relationship Id="rId215" Type="http://schemas.openxmlformats.org/officeDocument/2006/relationships/customXml" Target="../ink/ink359.xml"/><Relationship Id="rId26" Type="http://schemas.openxmlformats.org/officeDocument/2006/relationships/image" Target="../media/image17.png"/><Relationship Id="rId47" Type="http://schemas.openxmlformats.org/officeDocument/2006/relationships/customXml" Target="../ink/ink222.xml"/><Relationship Id="rId68" Type="http://schemas.openxmlformats.org/officeDocument/2006/relationships/customXml" Target="../ink/ink237.xml"/><Relationship Id="rId89" Type="http://schemas.openxmlformats.org/officeDocument/2006/relationships/customXml" Target="../ink/ink253.xml"/><Relationship Id="rId112" Type="http://schemas.openxmlformats.org/officeDocument/2006/relationships/customXml" Target="../ink/ink271.xml"/><Relationship Id="rId133" Type="http://schemas.openxmlformats.org/officeDocument/2006/relationships/customXml" Target="../ink/ink288.xml"/><Relationship Id="rId154" Type="http://schemas.openxmlformats.org/officeDocument/2006/relationships/customXml" Target="../ink/ink306.xml"/><Relationship Id="rId175" Type="http://schemas.openxmlformats.org/officeDocument/2006/relationships/customXml" Target="../ink/ink325.xml"/><Relationship Id="rId196" Type="http://schemas.openxmlformats.org/officeDocument/2006/relationships/customXml" Target="../ink/ink341.xml"/><Relationship Id="rId200" Type="http://schemas.openxmlformats.org/officeDocument/2006/relationships/customXml" Target="../ink/ink345.xml"/><Relationship Id="rId16" Type="http://schemas.openxmlformats.org/officeDocument/2006/relationships/customXml" Target="../ink/ink204.xml"/><Relationship Id="rId221" Type="http://schemas.openxmlformats.org/officeDocument/2006/relationships/customXml" Target="../ink/ink365.xml"/><Relationship Id="rId37" Type="http://schemas.openxmlformats.org/officeDocument/2006/relationships/customXml" Target="../ink/ink216.xml"/><Relationship Id="rId58" Type="http://schemas.openxmlformats.org/officeDocument/2006/relationships/image" Target="../media/image62.png"/><Relationship Id="rId79" Type="http://schemas.openxmlformats.org/officeDocument/2006/relationships/customXml" Target="../ink/ink245.xml"/><Relationship Id="rId102" Type="http://schemas.openxmlformats.org/officeDocument/2006/relationships/customXml" Target="../ink/ink263.xml"/><Relationship Id="rId123" Type="http://schemas.openxmlformats.org/officeDocument/2006/relationships/customXml" Target="../ink/ink280.xml"/><Relationship Id="rId144" Type="http://schemas.openxmlformats.org/officeDocument/2006/relationships/customXml" Target="../ink/ink297.xml"/><Relationship Id="rId90" Type="http://schemas.openxmlformats.org/officeDocument/2006/relationships/image" Target="../media/image20.png"/><Relationship Id="rId165" Type="http://schemas.openxmlformats.org/officeDocument/2006/relationships/customXml" Target="../ink/ink316.xml"/><Relationship Id="rId186" Type="http://schemas.openxmlformats.org/officeDocument/2006/relationships/customXml" Target="../ink/ink332.xml"/><Relationship Id="rId211" Type="http://schemas.openxmlformats.org/officeDocument/2006/relationships/customXml" Target="../ink/ink355.xml"/><Relationship Id="rId27" Type="http://schemas.openxmlformats.org/officeDocument/2006/relationships/customXml" Target="../ink/ink211.xml"/><Relationship Id="rId48" Type="http://schemas.openxmlformats.org/officeDocument/2006/relationships/customXml" Target="../ink/ink223.xml"/><Relationship Id="rId69" Type="http://schemas.openxmlformats.org/officeDocument/2006/relationships/customXml" Target="../ink/ink238.xml"/><Relationship Id="rId113" Type="http://schemas.openxmlformats.org/officeDocument/2006/relationships/customXml" Target="../ink/ink272.xml"/><Relationship Id="rId134" Type="http://schemas.openxmlformats.org/officeDocument/2006/relationships/customXml" Target="../ink/ink289.xml"/><Relationship Id="rId80" Type="http://schemas.openxmlformats.org/officeDocument/2006/relationships/image" Target="../media/image69.png"/><Relationship Id="rId155" Type="http://schemas.openxmlformats.org/officeDocument/2006/relationships/customXml" Target="../ink/ink307.xml"/><Relationship Id="rId176" Type="http://schemas.openxmlformats.org/officeDocument/2006/relationships/customXml" Target="../ink/ink326.xml"/><Relationship Id="rId197" Type="http://schemas.openxmlformats.org/officeDocument/2006/relationships/customXml" Target="../ink/ink342.xml"/><Relationship Id="rId201" Type="http://schemas.openxmlformats.org/officeDocument/2006/relationships/customXml" Target="../ink/ink346.xml"/><Relationship Id="rId17" Type="http://schemas.openxmlformats.org/officeDocument/2006/relationships/customXml" Target="../ink/ink205.xml"/><Relationship Id="rId38" Type="http://schemas.openxmlformats.org/officeDocument/2006/relationships/image" Target="../media/image16.png"/><Relationship Id="rId59" Type="http://schemas.openxmlformats.org/officeDocument/2006/relationships/customXml" Target="../ink/ink231.xml"/><Relationship Id="rId103" Type="http://schemas.openxmlformats.org/officeDocument/2006/relationships/customXml" Target="../ink/ink264.xml"/><Relationship Id="rId124" Type="http://schemas.openxmlformats.org/officeDocument/2006/relationships/customXml" Target="../ink/ink281.xml"/><Relationship Id="rId70" Type="http://schemas.openxmlformats.org/officeDocument/2006/relationships/customXml" Target="../ink/ink239.xml"/><Relationship Id="rId91" Type="http://schemas.openxmlformats.org/officeDocument/2006/relationships/customXml" Target="../ink/ink254.xml"/><Relationship Id="rId145" Type="http://schemas.openxmlformats.org/officeDocument/2006/relationships/customXml" Target="../ink/ink298.xml"/><Relationship Id="rId166" Type="http://schemas.openxmlformats.org/officeDocument/2006/relationships/customXml" Target="../ink/ink317.xml"/><Relationship Id="rId187" Type="http://schemas.openxmlformats.org/officeDocument/2006/relationships/customXml" Target="../ink/ink333.xml"/><Relationship Id="rId1" Type="http://schemas.openxmlformats.org/officeDocument/2006/relationships/slideLayout" Target="../slideLayouts/slideLayout5.xml"/><Relationship Id="rId212" Type="http://schemas.openxmlformats.org/officeDocument/2006/relationships/customXml" Target="../ink/ink356.xml"/><Relationship Id="rId28" Type="http://schemas.openxmlformats.org/officeDocument/2006/relationships/image" Target="../media/image11.png"/><Relationship Id="rId49" Type="http://schemas.openxmlformats.org/officeDocument/2006/relationships/customXml" Target="../ink/ink224.xml"/><Relationship Id="rId114" Type="http://schemas.openxmlformats.org/officeDocument/2006/relationships/customXml" Target="../ink/ink273.xml"/><Relationship Id="rId60" Type="http://schemas.openxmlformats.org/officeDocument/2006/relationships/customXml" Target="../ink/ink232.xml"/><Relationship Id="rId81" Type="http://schemas.openxmlformats.org/officeDocument/2006/relationships/customXml" Target="../ink/ink246.xml"/><Relationship Id="rId135" Type="http://schemas.openxmlformats.org/officeDocument/2006/relationships/customXml" Target="../ink/ink290.xml"/><Relationship Id="rId156" Type="http://schemas.openxmlformats.org/officeDocument/2006/relationships/customXml" Target="../ink/ink308.xml"/><Relationship Id="rId177" Type="http://schemas.openxmlformats.org/officeDocument/2006/relationships/customXml" Target="../ink/ink327.xml"/><Relationship Id="rId198" Type="http://schemas.openxmlformats.org/officeDocument/2006/relationships/customXml" Target="../ink/ink343.xml"/><Relationship Id="rId202" Type="http://schemas.openxmlformats.org/officeDocument/2006/relationships/customXml" Target="../ink/ink347.xml"/><Relationship Id="rId18" Type="http://schemas.openxmlformats.org/officeDocument/2006/relationships/image" Target="../media/image55.png"/><Relationship Id="rId39" Type="http://schemas.openxmlformats.org/officeDocument/2006/relationships/customXml" Target="../ink/ink217.xml"/><Relationship Id="rId50" Type="http://schemas.openxmlformats.org/officeDocument/2006/relationships/customXml" Target="../ink/ink225.xml"/><Relationship Id="rId104" Type="http://schemas.openxmlformats.org/officeDocument/2006/relationships/image" Target="../media/image50.png"/><Relationship Id="rId125" Type="http://schemas.openxmlformats.org/officeDocument/2006/relationships/customXml" Target="../ink/ink282.xml"/><Relationship Id="rId146" Type="http://schemas.openxmlformats.org/officeDocument/2006/relationships/customXml" Target="../ink/ink299.xml"/><Relationship Id="rId167" Type="http://schemas.openxmlformats.org/officeDocument/2006/relationships/customXml" Target="../ink/ink318.xml"/><Relationship Id="rId188" Type="http://schemas.openxmlformats.org/officeDocument/2006/relationships/customXml" Target="../ink/ink334.xml"/><Relationship Id="rId71" Type="http://schemas.openxmlformats.org/officeDocument/2006/relationships/customXml" Target="../ink/ink240.xml"/><Relationship Id="rId92" Type="http://schemas.openxmlformats.org/officeDocument/2006/relationships/customXml" Target="../ink/ink255.xml"/><Relationship Id="rId213" Type="http://schemas.openxmlformats.org/officeDocument/2006/relationships/customXml" Target="../ink/ink357.xml"/><Relationship Id="rId2" Type="http://schemas.openxmlformats.org/officeDocument/2006/relationships/notesSlide" Target="../notesSlides/notesSlide4.xml"/><Relationship Id="rId29" Type="http://schemas.openxmlformats.org/officeDocument/2006/relationships/customXml" Target="../ink/ink212.xml"/><Relationship Id="rId40" Type="http://schemas.openxmlformats.org/officeDocument/2006/relationships/image" Target="../media/image31.png"/><Relationship Id="rId115" Type="http://schemas.openxmlformats.org/officeDocument/2006/relationships/customXml" Target="../ink/ink274.xml"/><Relationship Id="rId136" Type="http://schemas.openxmlformats.org/officeDocument/2006/relationships/customXml" Target="../ink/ink291.xml"/><Relationship Id="rId157" Type="http://schemas.openxmlformats.org/officeDocument/2006/relationships/customXml" Target="../ink/ink309.xml"/><Relationship Id="rId178" Type="http://schemas.openxmlformats.org/officeDocument/2006/relationships/image" Target="../media/image82.png"/><Relationship Id="rId61" Type="http://schemas.openxmlformats.org/officeDocument/2006/relationships/customXml" Target="../ink/ink233.xml"/><Relationship Id="rId82" Type="http://schemas.openxmlformats.org/officeDocument/2006/relationships/customXml" Target="../ink/ink247.xml"/><Relationship Id="rId199" Type="http://schemas.openxmlformats.org/officeDocument/2006/relationships/customXml" Target="../ink/ink344.xml"/><Relationship Id="rId203" Type="http://schemas.openxmlformats.org/officeDocument/2006/relationships/customXml" Target="../ink/ink348.xml"/><Relationship Id="rId19" Type="http://schemas.openxmlformats.org/officeDocument/2006/relationships/customXml" Target="../ink/ink206.xml"/><Relationship Id="rId30" Type="http://schemas.openxmlformats.org/officeDocument/2006/relationships/image" Target="../media/image57.png"/><Relationship Id="rId105" Type="http://schemas.openxmlformats.org/officeDocument/2006/relationships/customXml" Target="../ink/ink265.xml"/><Relationship Id="rId126" Type="http://schemas.openxmlformats.org/officeDocument/2006/relationships/image" Target="../media/image76.png"/><Relationship Id="rId147" Type="http://schemas.openxmlformats.org/officeDocument/2006/relationships/customXml" Target="../ink/ink300.xml"/><Relationship Id="rId168" Type="http://schemas.openxmlformats.org/officeDocument/2006/relationships/customXml" Target="../ink/ink319.xml"/></Relationships>
</file>

<file path=ppt/slides/_rels/slide5.xml.rels><?xml version="1.0" encoding="UTF-8" standalone="yes"?>
<Relationships xmlns="http://schemas.openxmlformats.org/package/2006/relationships"><Relationship Id="rId117" Type="http://schemas.openxmlformats.org/officeDocument/2006/relationships/customXml" Target="../ink/ink444.xml"/><Relationship Id="rId21" Type="http://schemas.openxmlformats.org/officeDocument/2006/relationships/customXml" Target="../ink/ink377.xml"/><Relationship Id="rId42" Type="http://schemas.openxmlformats.org/officeDocument/2006/relationships/customXml" Target="../ink/ink389.xml"/><Relationship Id="rId63" Type="http://schemas.openxmlformats.org/officeDocument/2006/relationships/customXml" Target="../ink/ink405.xml"/><Relationship Id="rId84" Type="http://schemas.openxmlformats.org/officeDocument/2006/relationships/customXml" Target="../ink/ink420.xml"/><Relationship Id="rId138" Type="http://schemas.openxmlformats.org/officeDocument/2006/relationships/customXml" Target="../ink/ink458.xml"/><Relationship Id="rId159" Type="http://schemas.openxmlformats.org/officeDocument/2006/relationships/customXml" Target="../ink/ink471.xml"/><Relationship Id="rId170" Type="http://schemas.openxmlformats.org/officeDocument/2006/relationships/customXml" Target="../ink/ink481.xml"/><Relationship Id="rId107" Type="http://schemas.openxmlformats.org/officeDocument/2006/relationships/image" Target="../media/image110.png"/><Relationship Id="rId11" Type="http://schemas.openxmlformats.org/officeDocument/2006/relationships/customXml" Target="../ink/ink370.xml"/><Relationship Id="rId32" Type="http://schemas.openxmlformats.org/officeDocument/2006/relationships/image" Target="../media/image95.png"/><Relationship Id="rId53" Type="http://schemas.openxmlformats.org/officeDocument/2006/relationships/customXml" Target="../ink/ink398.xml"/><Relationship Id="rId74" Type="http://schemas.openxmlformats.org/officeDocument/2006/relationships/customXml" Target="../ink/ink414.xml"/><Relationship Id="rId128" Type="http://schemas.openxmlformats.org/officeDocument/2006/relationships/customXml" Target="../ink/ink452.xml"/><Relationship Id="rId149" Type="http://schemas.openxmlformats.org/officeDocument/2006/relationships/image" Target="../media/image54.png"/><Relationship Id="rId5" Type="http://schemas.openxmlformats.org/officeDocument/2006/relationships/image" Target="../media/image88.png"/><Relationship Id="rId95" Type="http://schemas.openxmlformats.org/officeDocument/2006/relationships/image" Target="../media/image108.png"/><Relationship Id="rId160" Type="http://schemas.openxmlformats.org/officeDocument/2006/relationships/customXml" Target="../ink/ink472.xml"/><Relationship Id="rId22" Type="http://schemas.openxmlformats.org/officeDocument/2006/relationships/image" Target="../media/image50.png"/><Relationship Id="rId43" Type="http://schemas.openxmlformats.org/officeDocument/2006/relationships/customXml" Target="../ink/ink390.xml"/><Relationship Id="rId64" Type="http://schemas.openxmlformats.org/officeDocument/2006/relationships/customXml" Target="../ink/ink406.xml"/><Relationship Id="rId118" Type="http://schemas.openxmlformats.org/officeDocument/2006/relationships/customXml" Target="../ink/ink445.xml"/><Relationship Id="rId139" Type="http://schemas.openxmlformats.org/officeDocument/2006/relationships/image" Target="../media/image119.png"/><Relationship Id="rId85" Type="http://schemas.openxmlformats.org/officeDocument/2006/relationships/customXml" Target="../ink/ink421.xml"/><Relationship Id="rId150" Type="http://schemas.openxmlformats.org/officeDocument/2006/relationships/customXml" Target="../ink/ink465.xml"/><Relationship Id="rId12" Type="http://schemas.openxmlformats.org/officeDocument/2006/relationships/image" Target="../media/image90.png"/><Relationship Id="rId33" Type="http://schemas.openxmlformats.org/officeDocument/2006/relationships/customXml" Target="../ink/ink384.xml"/><Relationship Id="rId108" Type="http://schemas.openxmlformats.org/officeDocument/2006/relationships/customXml" Target="../ink/ink437.xml"/><Relationship Id="rId129" Type="http://schemas.openxmlformats.org/officeDocument/2006/relationships/image" Target="../media/image115.png"/><Relationship Id="rId54" Type="http://schemas.openxmlformats.org/officeDocument/2006/relationships/image" Target="../media/image99.png"/><Relationship Id="rId70" Type="http://schemas.openxmlformats.org/officeDocument/2006/relationships/customXml" Target="../ink/ink410.xml"/><Relationship Id="rId75" Type="http://schemas.openxmlformats.org/officeDocument/2006/relationships/customXml" Target="../ink/ink415.xml"/><Relationship Id="rId91" Type="http://schemas.openxmlformats.org/officeDocument/2006/relationships/customXml" Target="../ink/ink426.xml"/><Relationship Id="rId96" Type="http://schemas.openxmlformats.org/officeDocument/2006/relationships/customXml" Target="../ink/ink429.xml"/><Relationship Id="rId140" Type="http://schemas.openxmlformats.org/officeDocument/2006/relationships/customXml" Target="../ink/ink459.xml"/><Relationship Id="rId145" Type="http://schemas.openxmlformats.org/officeDocument/2006/relationships/customXml" Target="../ink/ink462.xml"/><Relationship Id="rId161" Type="http://schemas.openxmlformats.org/officeDocument/2006/relationships/customXml" Target="../ink/ink473.xml"/><Relationship Id="rId166" Type="http://schemas.openxmlformats.org/officeDocument/2006/relationships/customXml" Target="../ink/ink478.xml"/><Relationship Id="rId1" Type="http://schemas.openxmlformats.org/officeDocument/2006/relationships/slideLayout" Target="../slideLayouts/slideLayout6.xml"/><Relationship Id="rId6" Type="http://schemas.openxmlformats.org/officeDocument/2006/relationships/customXml" Target="../ink/ink367.xml"/><Relationship Id="rId23" Type="http://schemas.openxmlformats.org/officeDocument/2006/relationships/customXml" Target="../ink/ink378.xml"/><Relationship Id="rId28" Type="http://schemas.openxmlformats.org/officeDocument/2006/relationships/customXml" Target="../ink/ink381.xml"/><Relationship Id="rId49" Type="http://schemas.openxmlformats.org/officeDocument/2006/relationships/customXml" Target="../ink/ink396.xml"/><Relationship Id="rId114" Type="http://schemas.openxmlformats.org/officeDocument/2006/relationships/customXml" Target="../ink/ink441.xml"/><Relationship Id="rId119" Type="http://schemas.openxmlformats.org/officeDocument/2006/relationships/customXml" Target="../ink/ink446.xml"/><Relationship Id="rId44" Type="http://schemas.openxmlformats.org/officeDocument/2006/relationships/customXml" Target="../ink/ink391.xml"/><Relationship Id="rId60" Type="http://schemas.openxmlformats.org/officeDocument/2006/relationships/customXml" Target="../ink/ink402.xml"/><Relationship Id="rId65" Type="http://schemas.openxmlformats.org/officeDocument/2006/relationships/customXml" Target="../ink/ink407.xml"/><Relationship Id="rId81" Type="http://schemas.openxmlformats.org/officeDocument/2006/relationships/customXml" Target="../ink/ink418.xml"/><Relationship Id="rId86" Type="http://schemas.openxmlformats.org/officeDocument/2006/relationships/customXml" Target="../ink/ink422.xml"/><Relationship Id="rId130" Type="http://schemas.openxmlformats.org/officeDocument/2006/relationships/customXml" Target="../ink/ink453.xml"/><Relationship Id="rId135" Type="http://schemas.openxmlformats.org/officeDocument/2006/relationships/image" Target="../media/image118.png"/><Relationship Id="rId151" Type="http://schemas.openxmlformats.org/officeDocument/2006/relationships/customXml" Target="../ink/ink466.xml"/><Relationship Id="rId156" Type="http://schemas.openxmlformats.org/officeDocument/2006/relationships/image" Target="../media/image122.png"/><Relationship Id="rId13" Type="http://schemas.openxmlformats.org/officeDocument/2006/relationships/customXml" Target="../ink/ink371.xml"/><Relationship Id="rId18" Type="http://schemas.openxmlformats.org/officeDocument/2006/relationships/customXml" Target="../ink/ink375.xml"/><Relationship Id="rId39" Type="http://schemas.openxmlformats.org/officeDocument/2006/relationships/image" Target="../media/image98.png"/><Relationship Id="rId109" Type="http://schemas.openxmlformats.org/officeDocument/2006/relationships/image" Target="../media/image64.png"/><Relationship Id="rId34" Type="http://schemas.openxmlformats.org/officeDocument/2006/relationships/customXml" Target="../ink/ink385.xml"/><Relationship Id="rId50" Type="http://schemas.openxmlformats.org/officeDocument/2006/relationships/image" Target="../media/image11.png"/><Relationship Id="rId55" Type="http://schemas.openxmlformats.org/officeDocument/2006/relationships/customXml" Target="../ink/ink399.xml"/><Relationship Id="rId76" Type="http://schemas.openxmlformats.org/officeDocument/2006/relationships/image" Target="../media/image103.png"/><Relationship Id="rId97" Type="http://schemas.openxmlformats.org/officeDocument/2006/relationships/customXml" Target="../ink/ink430.xml"/><Relationship Id="rId104" Type="http://schemas.openxmlformats.org/officeDocument/2006/relationships/image" Target="../media/image12.png"/><Relationship Id="rId120" Type="http://schemas.openxmlformats.org/officeDocument/2006/relationships/customXml" Target="../ink/ink447.xml"/><Relationship Id="rId125" Type="http://schemas.openxmlformats.org/officeDocument/2006/relationships/image" Target="../media/image113.png"/><Relationship Id="rId141" Type="http://schemas.openxmlformats.org/officeDocument/2006/relationships/customXml" Target="../ink/ink460.xml"/><Relationship Id="rId146" Type="http://schemas.openxmlformats.org/officeDocument/2006/relationships/image" Target="../media/image121.png"/><Relationship Id="rId167" Type="http://schemas.openxmlformats.org/officeDocument/2006/relationships/customXml" Target="../ink/ink479.xml"/><Relationship Id="rId7" Type="http://schemas.openxmlformats.org/officeDocument/2006/relationships/image" Target="../media/image8.png"/><Relationship Id="rId71" Type="http://schemas.openxmlformats.org/officeDocument/2006/relationships/customXml" Target="../ink/ink411.xml"/><Relationship Id="rId92" Type="http://schemas.openxmlformats.org/officeDocument/2006/relationships/image" Target="../media/image107.png"/><Relationship Id="rId162" Type="http://schemas.openxmlformats.org/officeDocument/2006/relationships/customXml" Target="../ink/ink474.xml"/><Relationship Id="rId2" Type="http://schemas.openxmlformats.org/officeDocument/2006/relationships/notesSlide" Target="../notesSlides/notesSlide5.xml"/><Relationship Id="rId29" Type="http://schemas.openxmlformats.org/officeDocument/2006/relationships/customXml" Target="../ink/ink382.xml"/><Relationship Id="rId24" Type="http://schemas.openxmlformats.org/officeDocument/2006/relationships/image" Target="../media/image92.png"/><Relationship Id="rId40" Type="http://schemas.openxmlformats.org/officeDocument/2006/relationships/customXml" Target="../ink/ink388.xml"/><Relationship Id="rId45" Type="http://schemas.openxmlformats.org/officeDocument/2006/relationships/customXml" Target="../ink/ink392.xml"/><Relationship Id="rId66" Type="http://schemas.openxmlformats.org/officeDocument/2006/relationships/image" Target="../media/image102.png"/><Relationship Id="rId87" Type="http://schemas.openxmlformats.org/officeDocument/2006/relationships/customXml" Target="../ink/ink423.xml"/><Relationship Id="rId110" Type="http://schemas.openxmlformats.org/officeDocument/2006/relationships/customXml" Target="../ink/ink438.xml"/><Relationship Id="rId115" Type="http://schemas.openxmlformats.org/officeDocument/2006/relationships/customXml" Target="../ink/ink442.xml"/><Relationship Id="rId131" Type="http://schemas.openxmlformats.org/officeDocument/2006/relationships/image" Target="../media/image116.png"/><Relationship Id="rId136" Type="http://schemas.openxmlformats.org/officeDocument/2006/relationships/customXml" Target="../ink/ink456.xml"/><Relationship Id="rId157" Type="http://schemas.openxmlformats.org/officeDocument/2006/relationships/customXml" Target="../ink/ink470.xml"/><Relationship Id="rId61" Type="http://schemas.openxmlformats.org/officeDocument/2006/relationships/customXml" Target="../ink/ink403.xml"/><Relationship Id="rId82" Type="http://schemas.openxmlformats.org/officeDocument/2006/relationships/image" Target="../media/image78.png"/><Relationship Id="rId152" Type="http://schemas.openxmlformats.org/officeDocument/2006/relationships/image" Target="../media/image27.png"/><Relationship Id="rId19" Type="http://schemas.openxmlformats.org/officeDocument/2006/relationships/customXml" Target="../ink/ink376.xml"/><Relationship Id="rId14" Type="http://schemas.openxmlformats.org/officeDocument/2006/relationships/customXml" Target="../ink/ink372.xml"/><Relationship Id="rId30" Type="http://schemas.openxmlformats.org/officeDocument/2006/relationships/image" Target="../media/image94.png"/><Relationship Id="rId35" Type="http://schemas.openxmlformats.org/officeDocument/2006/relationships/image" Target="../media/image96.png"/><Relationship Id="rId56" Type="http://schemas.openxmlformats.org/officeDocument/2006/relationships/image" Target="../media/image100.png"/><Relationship Id="rId77" Type="http://schemas.openxmlformats.org/officeDocument/2006/relationships/customXml" Target="../ink/ink416.xml"/><Relationship Id="rId100" Type="http://schemas.openxmlformats.org/officeDocument/2006/relationships/customXml" Target="../ink/ink432.xml"/><Relationship Id="rId105" Type="http://schemas.openxmlformats.org/officeDocument/2006/relationships/customXml" Target="../ink/ink435.xml"/><Relationship Id="rId126" Type="http://schemas.openxmlformats.org/officeDocument/2006/relationships/customXml" Target="../ink/ink451.xml"/><Relationship Id="rId147" Type="http://schemas.openxmlformats.org/officeDocument/2006/relationships/customXml" Target="../ink/ink463.xml"/><Relationship Id="rId168" Type="http://schemas.openxmlformats.org/officeDocument/2006/relationships/image" Target="../media/image124.png"/><Relationship Id="rId8" Type="http://schemas.openxmlformats.org/officeDocument/2006/relationships/customXml" Target="../ink/ink368.xml"/><Relationship Id="rId51" Type="http://schemas.openxmlformats.org/officeDocument/2006/relationships/customXml" Target="../ink/ink397.xml"/><Relationship Id="rId72" Type="http://schemas.openxmlformats.org/officeDocument/2006/relationships/customXml" Target="../ink/ink412.xml"/><Relationship Id="rId93" Type="http://schemas.openxmlformats.org/officeDocument/2006/relationships/customXml" Target="../ink/ink427.xml"/><Relationship Id="rId98" Type="http://schemas.openxmlformats.org/officeDocument/2006/relationships/customXml" Target="../ink/ink431.xml"/><Relationship Id="rId121" Type="http://schemas.openxmlformats.org/officeDocument/2006/relationships/customXml" Target="../ink/ink448.xml"/><Relationship Id="rId142" Type="http://schemas.openxmlformats.org/officeDocument/2006/relationships/image" Target="../media/image120.png"/><Relationship Id="rId163" Type="http://schemas.openxmlformats.org/officeDocument/2006/relationships/customXml" Target="../ink/ink475.xml"/><Relationship Id="rId3" Type="http://schemas.openxmlformats.org/officeDocument/2006/relationships/image" Target="../media/image87.png"/><Relationship Id="rId25" Type="http://schemas.openxmlformats.org/officeDocument/2006/relationships/customXml" Target="../ink/ink379.xml"/><Relationship Id="rId46" Type="http://schemas.openxmlformats.org/officeDocument/2006/relationships/customXml" Target="../ink/ink393.xml"/><Relationship Id="rId67" Type="http://schemas.openxmlformats.org/officeDocument/2006/relationships/customXml" Target="../ink/ink408.xml"/><Relationship Id="rId116" Type="http://schemas.openxmlformats.org/officeDocument/2006/relationships/customXml" Target="../ink/ink443.xml"/><Relationship Id="rId137" Type="http://schemas.openxmlformats.org/officeDocument/2006/relationships/customXml" Target="../ink/ink457.xml"/><Relationship Id="rId158" Type="http://schemas.openxmlformats.org/officeDocument/2006/relationships/image" Target="../media/image123.png"/><Relationship Id="rId20" Type="http://schemas.openxmlformats.org/officeDocument/2006/relationships/image" Target="../media/image91.png"/><Relationship Id="rId41" Type="http://schemas.openxmlformats.org/officeDocument/2006/relationships/image" Target="../media/image17.png"/><Relationship Id="rId62" Type="http://schemas.openxmlformats.org/officeDocument/2006/relationships/customXml" Target="../ink/ink404.xml"/><Relationship Id="rId83" Type="http://schemas.openxmlformats.org/officeDocument/2006/relationships/customXml" Target="../ink/ink419.xml"/><Relationship Id="rId88" Type="http://schemas.openxmlformats.org/officeDocument/2006/relationships/customXml" Target="../ink/ink424.xml"/><Relationship Id="rId111" Type="http://schemas.openxmlformats.org/officeDocument/2006/relationships/customXml" Target="../ink/ink439.xml"/><Relationship Id="rId132" Type="http://schemas.openxmlformats.org/officeDocument/2006/relationships/customXml" Target="../ink/ink454.xml"/><Relationship Id="rId153" Type="http://schemas.openxmlformats.org/officeDocument/2006/relationships/customXml" Target="../ink/ink467.xml"/><Relationship Id="rId15" Type="http://schemas.openxmlformats.org/officeDocument/2006/relationships/customXml" Target="../ink/ink373.xml"/><Relationship Id="rId36" Type="http://schemas.openxmlformats.org/officeDocument/2006/relationships/customXml" Target="../ink/ink386.xml"/><Relationship Id="rId57" Type="http://schemas.openxmlformats.org/officeDocument/2006/relationships/customXml" Target="../ink/ink400.xml"/><Relationship Id="rId106" Type="http://schemas.openxmlformats.org/officeDocument/2006/relationships/customXml" Target="../ink/ink436.xml"/><Relationship Id="rId127" Type="http://schemas.openxmlformats.org/officeDocument/2006/relationships/image" Target="../media/image114.png"/><Relationship Id="rId10" Type="http://schemas.openxmlformats.org/officeDocument/2006/relationships/image" Target="../media/image89.png"/><Relationship Id="rId31" Type="http://schemas.openxmlformats.org/officeDocument/2006/relationships/customXml" Target="../ink/ink383.xml"/><Relationship Id="rId52" Type="http://schemas.openxmlformats.org/officeDocument/2006/relationships/image" Target="../media/image13.png"/><Relationship Id="rId73" Type="http://schemas.openxmlformats.org/officeDocument/2006/relationships/customXml" Target="../ink/ink413.xml"/><Relationship Id="rId78" Type="http://schemas.openxmlformats.org/officeDocument/2006/relationships/image" Target="../media/image104.png"/><Relationship Id="rId94" Type="http://schemas.openxmlformats.org/officeDocument/2006/relationships/customXml" Target="../ink/ink428.xml"/><Relationship Id="rId99" Type="http://schemas.openxmlformats.org/officeDocument/2006/relationships/image" Target="../media/image31.png"/><Relationship Id="rId101" Type="http://schemas.openxmlformats.org/officeDocument/2006/relationships/customXml" Target="../ink/ink433.xml"/><Relationship Id="rId122" Type="http://schemas.openxmlformats.org/officeDocument/2006/relationships/customXml" Target="../ink/ink449.xml"/><Relationship Id="rId143" Type="http://schemas.openxmlformats.org/officeDocument/2006/relationships/customXml" Target="../ink/ink461.xml"/><Relationship Id="rId148" Type="http://schemas.openxmlformats.org/officeDocument/2006/relationships/customXml" Target="../ink/ink464.xml"/><Relationship Id="rId164" Type="http://schemas.openxmlformats.org/officeDocument/2006/relationships/customXml" Target="../ink/ink476.xml"/><Relationship Id="rId169" Type="http://schemas.openxmlformats.org/officeDocument/2006/relationships/customXml" Target="../ink/ink480.xml"/><Relationship Id="rId4" Type="http://schemas.openxmlformats.org/officeDocument/2006/relationships/customXml" Target="../ink/ink366.xml"/><Relationship Id="rId9" Type="http://schemas.openxmlformats.org/officeDocument/2006/relationships/customXml" Target="../ink/ink369.xml"/><Relationship Id="rId26" Type="http://schemas.openxmlformats.org/officeDocument/2006/relationships/image" Target="../media/image93.png"/><Relationship Id="rId47" Type="http://schemas.openxmlformats.org/officeDocument/2006/relationships/customXml" Target="../ink/ink394.xml"/><Relationship Id="rId68" Type="http://schemas.openxmlformats.org/officeDocument/2006/relationships/customXml" Target="../ink/ink409.xml"/><Relationship Id="rId89" Type="http://schemas.openxmlformats.org/officeDocument/2006/relationships/image" Target="../media/image106.png"/><Relationship Id="rId112" Type="http://schemas.openxmlformats.org/officeDocument/2006/relationships/customXml" Target="../ink/ink440.xml"/><Relationship Id="rId133" Type="http://schemas.openxmlformats.org/officeDocument/2006/relationships/image" Target="../media/image117.png"/><Relationship Id="rId154" Type="http://schemas.openxmlformats.org/officeDocument/2006/relationships/customXml" Target="../ink/ink468.xml"/><Relationship Id="rId16" Type="http://schemas.openxmlformats.org/officeDocument/2006/relationships/customXml" Target="../ink/ink374.xml"/><Relationship Id="rId37" Type="http://schemas.openxmlformats.org/officeDocument/2006/relationships/image" Target="../media/image97.png"/><Relationship Id="rId58" Type="http://schemas.openxmlformats.org/officeDocument/2006/relationships/image" Target="../media/image101.png"/><Relationship Id="rId79" Type="http://schemas.openxmlformats.org/officeDocument/2006/relationships/customXml" Target="../ink/ink417.xml"/><Relationship Id="rId102" Type="http://schemas.openxmlformats.org/officeDocument/2006/relationships/image" Target="../media/image109.png"/><Relationship Id="rId123" Type="http://schemas.openxmlformats.org/officeDocument/2006/relationships/image" Target="../media/image112.png"/><Relationship Id="rId144" Type="http://schemas.openxmlformats.org/officeDocument/2006/relationships/image" Target="../media/image73.png"/><Relationship Id="rId90" Type="http://schemas.openxmlformats.org/officeDocument/2006/relationships/customXml" Target="../ink/ink425.xml"/><Relationship Id="rId165" Type="http://schemas.openxmlformats.org/officeDocument/2006/relationships/customXml" Target="../ink/ink477.xml"/><Relationship Id="rId27" Type="http://schemas.openxmlformats.org/officeDocument/2006/relationships/customXml" Target="../ink/ink380.xml"/><Relationship Id="rId48" Type="http://schemas.openxmlformats.org/officeDocument/2006/relationships/customXml" Target="../ink/ink395.xml"/><Relationship Id="rId69" Type="http://schemas.openxmlformats.org/officeDocument/2006/relationships/image" Target="../media/image20.png"/><Relationship Id="rId113" Type="http://schemas.openxmlformats.org/officeDocument/2006/relationships/image" Target="../media/image111.png"/><Relationship Id="rId134" Type="http://schemas.openxmlformats.org/officeDocument/2006/relationships/customXml" Target="../ink/ink455.xml"/><Relationship Id="rId80" Type="http://schemas.openxmlformats.org/officeDocument/2006/relationships/image" Target="../media/image105.png"/><Relationship Id="rId155" Type="http://schemas.openxmlformats.org/officeDocument/2006/relationships/customXml" Target="../ink/ink469.xml"/><Relationship Id="rId17" Type="http://schemas.openxmlformats.org/officeDocument/2006/relationships/image" Target="../media/image34.png"/><Relationship Id="rId38" Type="http://schemas.openxmlformats.org/officeDocument/2006/relationships/customXml" Target="../ink/ink387.xml"/><Relationship Id="rId59" Type="http://schemas.openxmlformats.org/officeDocument/2006/relationships/customXml" Target="../ink/ink401.xml"/><Relationship Id="rId103" Type="http://schemas.openxmlformats.org/officeDocument/2006/relationships/customXml" Target="../ink/ink434.xml"/><Relationship Id="rId124" Type="http://schemas.openxmlformats.org/officeDocument/2006/relationships/customXml" Target="../ink/ink450.xml"/></Relationships>
</file>

<file path=ppt/slides/_rels/slide6.xml.rels><?xml version="1.0" encoding="UTF-8" standalone="yes"?>
<Relationships xmlns="http://schemas.openxmlformats.org/package/2006/relationships"><Relationship Id="rId117" Type="http://schemas.openxmlformats.org/officeDocument/2006/relationships/image" Target="../media/image145.png"/><Relationship Id="rId21" Type="http://schemas.openxmlformats.org/officeDocument/2006/relationships/customXml" Target="../ink/ink495.xml"/><Relationship Id="rId42" Type="http://schemas.openxmlformats.org/officeDocument/2006/relationships/image" Target="../media/image129.png"/><Relationship Id="rId63" Type="http://schemas.openxmlformats.org/officeDocument/2006/relationships/customXml" Target="../ink/ink529.xml"/><Relationship Id="rId84" Type="http://schemas.openxmlformats.org/officeDocument/2006/relationships/image" Target="../media/image17.png"/><Relationship Id="rId138" Type="http://schemas.openxmlformats.org/officeDocument/2006/relationships/customXml" Target="../ink/ink583.xml"/><Relationship Id="rId159" Type="http://schemas.openxmlformats.org/officeDocument/2006/relationships/customXml" Target="../ink/ink598.xml"/><Relationship Id="rId170" Type="http://schemas.openxmlformats.org/officeDocument/2006/relationships/customXml" Target="../ink/ink609.xml"/><Relationship Id="rId107" Type="http://schemas.openxmlformats.org/officeDocument/2006/relationships/image" Target="../media/image143.png"/><Relationship Id="rId11" Type="http://schemas.openxmlformats.org/officeDocument/2006/relationships/customXml" Target="../ink/ink487.xml"/><Relationship Id="rId32" Type="http://schemas.openxmlformats.org/officeDocument/2006/relationships/customXml" Target="../ink/ink504.xml"/><Relationship Id="rId53" Type="http://schemas.openxmlformats.org/officeDocument/2006/relationships/customXml" Target="../ink/ink519.xml"/><Relationship Id="rId74" Type="http://schemas.openxmlformats.org/officeDocument/2006/relationships/image" Target="../media/image134.png"/><Relationship Id="rId128" Type="http://schemas.openxmlformats.org/officeDocument/2006/relationships/customXml" Target="../ink/ink574.xml"/><Relationship Id="rId149" Type="http://schemas.openxmlformats.org/officeDocument/2006/relationships/customXml" Target="../ink/ink590.xml"/><Relationship Id="rId5" Type="http://schemas.openxmlformats.org/officeDocument/2006/relationships/customXml" Target="../ink/ink483.xml"/><Relationship Id="rId95" Type="http://schemas.openxmlformats.org/officeDocument/2006/relationships/customXml" Target="../ink/ink550.xml"/><Relationship Id="rId160" Type="http://schemas.openxmlformats.org/officeDocument/2006/relationships/customXml" Target="../ink/ink599.xml"/><Relationship Id="rId22" Type="http://schemas.openxmlformats.org/officeDocument/2006/relationships/customXml" Target="../ink/ink496.xml"/><Relationship Id="rId43" Type="http://schemas.openxmlformats.org/officeDocument/2006/relationships/customXml" Target="../ink/ink510.xml"/><Relationship Id="rId64" Type="http://schemas.openxmlformats.org/officeDocument/2006/relationships/customXml" Target="../ink/ink530.xml"/><Relationship Id="rId118" Type="http://schemas.openxmlformats.org/officeDocument/2006/relationships/customXml" Target="../ink/ink567.xml"/><Relationship Id="rId139" Type="http://schemas.openxmlformats.org/officeDocument/2006/relationships/image" Target="../media/image108.png"/><Relationship Id="rId85" Type="http://schemas.openxmlformats.org/officeDocument/2006/relationships/customXml" Target="../ink/ink544.xml"/><Relationship Id="rId150" Type="http://schemas.openxmlformats.org/officeDocument/2006/relationships/image" Target="../media/image151.png"/><Relationship Id="rId171" Type="http://schemas.openxmlformats.org/officeDocument/2006/relationships/customXml" Target="../ink/ink610.xml"/><Relationship Id="rId12" Type="http://schemas.openxmlformats.org/officeDocument/2006/relationships/image" Target="../media/image20.png"/><Relationship Id="rId33" Type="http://schemas.openxmlformats.org/officeDocument/2006/relationships/customXml" Target="../ink/ink505.xml"/><Relationship Id="rId108" Type="http://schemas.openxmlformats.org/officeDocument/2006/relationships/customXml" Target="../ink/ink559.xml"/><Relationship Id="rId129" Type="http://schemas.openxmlformats.org/officeDocument/2006/relationships/customXml" Target="../ink/ink575.xml"/><Relationship Id="rId54" Type="http://schemas.openxmlformats.org/officeDocument/2006/relationships/customXml" Target="../ink/ink520.xml"/><Relationship Id="rId75" Type="http://schemas.openxmlformats.org/officeDocument/2006/relationships/customXml" Target="../ink/ink536.xml"/><Relationship Id="rId96" Type="http://schemas.openxmlformats.org/officeDocument/2006/relationships/customXml" Target="../ink/ink551.xml"/><Relationship Id="rId140" Type="http://schemas.openxmlformats.org/officeDocument/2006/relationships/customXml" Target="../ink/ink584.xml"/><Relationship Id="rId161" Type="http://schemas.openxmlformats.org/officeDocument/2006/relationships/customXml" Target="../ink/ink600.xml"/><Relationship Id="rId1" Type="http://schemas.openxmlformats.org/officeDocument/2006/relationships/slideLayout" Target="../slideLayouts/slideLayout7.xml"/><Relationship Id="rId6" Type="http://schemas.openxmlformats.org/officeDocument/2006/relationships/customXml" Target="../ink/ink484.xml"/><Relationship Id="rId23" Type="http://schemas.openxmlformats.org/officeDocument/2006/relationships/customXml" Target="../ink/ink497.xml"/><Relationship Id="rId28" Type="http://schemas.openxmlformats.org/officeDocument/2006/relationships/image" Target="../media/image50.png"/><Relationship Id="rId49" Type="http://schemas.openxmlformats.org/officeDocument/2006/relationships/customXml" Target="../ink/ink515.xml"/><Relationship Id="rId114" Type="http://schemas.openxmlformats.org/officeDocument/2006/relationships/image" Target="../media/image144.png"/><Relationship Id="rId119" Type="http://schemas.openxmlformats.org/officeDocument/2006/relationships/image" Target="../media/image146.png"/><Relationship Id="rId44" Type="http://schemas.openxmlformats.org/officeDocument/2006/relationships/customXml" Target="../ink/ink511.xml"/><Relationship Id="rId60" Type="http://schemas.openxmlformats.org/officeDocument/2006/relationships/customXml" Target="../ink/ink526.xml"/><Relationship Id="rId65" Type="http://schemas.openxmlformats.org/officeDocument/2006/relationships/image" Target="../media/image130.png"/><Relationship Id="rId81" Type="http://schemas.openxmlformats.org/officeDocument/2006/relationships/customXml" Target="../ink/ink541.xml"/><Relationship Id="rId86" Type="http://schemas.openxmlformats.org/officeDocument/2006/relationships/image" Target="../media/image136.png"/><Relationship Id="rId130" Type="http://schemas.openxmlformats.org/officeDocument/2006/relationships/customXml" Target="../ink/ink576.xml"/><Relationship Id="rId135" Type="http://schemas.openxmlformats.org/officeDocument/2006/relationships/customXml" Target="../ink/ink580.xml"/><Relationship Id="rId151" Type="http://schemas.openxmlformats.org/officeDocument/2006/relationships/customXml" Target="../ink/ink591.xml"/><Relationship Id="rId156" Type="http://schemas.openxmlformats.org/officeDocument/2006/relationships/image" Target="../media/image101.png"/><Relationship Id="rId172" Type="http://schemas.openxmlformats.org/officeDocument/2006/relationships/image" Target="../media/image53.png"/><Relationship Id="rId13" Type="http://schemas.openxmlformats.org/officeDocument/2006/relationships/customXml" Target="../ink/ink488.xml"/><Relationship Id="rId18" Type="http://schemas.openxmlformats.org/officeDocument/2006/relationships/image" Target="../media/image13.png"/><Relationship Id="rId39" Type="http://schemas.openxmlformats.org/officeDocument/2006/relationships/customXml" Target="../ink/ink508.xml"/><Relationship Id="rId109" Type="http://schemas.openxmlformats.org/officeDocument/2006/relationships/customXml" Target="../ink/ink560.xml"/><Relationship Id="rId34" Type="http://schemas.openxmlformats.org/officeDocument/2006/relationships/image" Target="../media/image127.png"/><Relationship Id="rId50" Type="http://schemas.openxmlformats.org/officeDocument/2006/relationships/customXml" Target="../ink/ink516.xml"/><Relationship Id="rId55" Type="http://schemas.openxmlformats.org/officeDocument/2006/relationships/customXml" Target="../ink/ink521.xml"/><Relationship Id="rId76" Type="http://schemas.openxmlformats.org/officeDocument/2006/relationships/image" Target="../media/image135.png"/><Relationship Id="rId97" Type="http://schemas.openxmlformats.org/officeDocument/2006/relationships/customXml" Target="../ink/ink552.xml"/><Relationship Id="rId104" Type="http://schemas.openxmlformats.org/officeDocument/2006/relationships/customXml" Target="../ink/ink557.xml"/><Relationship Id="rId120" Type="http://schemas.openxmlformats.org/officeDocument/2006/relationships/customXml" Target="../ink/ink568.xml"/><Relationship Id="rId125" Type="http://schemas.openxmlformats.org/officeDocument/2006/relationships/customXml" Target="../ink/ink572.xml"/><Relationship Id="rId141" Type="http://schemas.openxmlformats.org/officeDocument/2006/relationships/image" Target="../media/image12.png"/><Relationship Id="rId146" Type="http://schemas.openxmlformats.org/officeDocument/2006/relationships/customXml" Target="../ink/ink588.xml"/><Relationship Id="rId167" Type="http://schemas.openxmlformats.org/officeDocument/2006/relationships/customXml" Target="../ink/ink606.xml"/><Relationship Id="rId7" Type="http://schemas.openxmlformats.org/officeDocument/2006/relationships/image" Target="../media/image125.png"/><Relationship Id="rId71" Type="http://schemas.openxmlformats.org/officeDocument/2006/relationships/image" Target="../media/image133.png"/><Relationship Id="rId92" Type="http://schemas.openxmlformats.org/officeDocument/2006/relationships/image" Target="../media/image139.png"/><Relationship Id="rId162" Type="http://schemas.openxmlformats.org/officeDocument/2006/relationships/customXml" Target="../ink/ink601.xml"/><Relationship Id="rId2" Type="http://schemas.openxmlformats.org/officeDocument/2006/relationships/notesSlide" Target="../notesSlides/notesSlide6.xml"/><Relationship Id="rId29" Type="http://schemas.openxmlformats.org/officeDocument/2006/relationships/customXml" Target="../ink/ink501.xml"/><Relationship Id="rId24" Type="http://schemas.openxmlformats.org/officeDocument/2006/relationships/image" Target="../media/image126.png"/><Relationship Id="rId40" Type="http://schemas.openxmlformats.org/officeDocument/2006/relationships/image" Target="../media/image128.png"/><Relationship Id="rId45" Type="http://schemas.openxmlformats.org/officeDocument/2006/relationships/customXml" Target="../ink/ink512.xml"/><Relationship Id="rId66" Type="http://schemas.openxmlformats.org/officeDocument/2006/relationships/customXml" Target="../ink/ink531.xml"/><Relationship Id="rId87" Type="http://schemas.openxmlformats.org/officeDocument/2006/relationships/customXml" Target="../ink/ink545.xml"/><Relationship Id="rId110" Type="http://schemas.openxmlformats.org/officeDocument/2006/relationships/customXml" Target="../ink/ink561.xml"/><Relationship Id="rId115" Type="http://schemas.openxmlformats.org/officeDocument/2006/relationships/customXml" Target="../ink/ink565.xml"/><Relationship Id="rId131" Type="http://schemas.openxmlformats.org/officeDocument/2006/relationships/customXml" Target="../ink/ink577.xml"/><Relationship Id="rId136" Type="http://schemas.openxmlformats.org/officeDocument/2006/relationships/customXml" Target="../ink/ink581.xml"/><Relationship Id="rId157" Type="http://schemas.openxmlformats.org/officeDocument/2006/relationships/customXml" Target="../ink/ink596.xml"/><Relationship Id="rId61" Type="http://schemas.openxmlformats.org/officeDocument/2006/relationships/customXml" Target="../ink/ink527.xml"/><Relationship Id="rId82" Type="http://schemas.openxmlformats.org/officeDocument/2006/relationships/customXml" Target="../ink/ink542.xml"/><Relationship Id="rId152" Type="http://schemas.openxmlformats.org/officeDocument/2006/relationships/customXml" Target="../ink/ink592.xml"/><Relationship Id="rId173" Type="http://schemas.openxmlformats.org/officeDocument/2006/relationships/customXml" Target="../ink/ink611.xml"/><Relationship Id="rId19" Type="http://schemas.openxmlformats.org/officeDocument/2006/relationships/customXml" Target="../ink/ink493.xml"/><Relationship Id="rId14" Type="http://schemas.openxmlformats.org/officeDocument/2006/relationships/customXml" Target="../ink/ink489.xml"/><Relationship Id="rId30" Type="http://schemas.openxmlformats.org/officeDocument/2006/relationships/customXml" Target="../ink/ink502.xml"/><Relationship Id="rId35" Type="http://schemas.openxmlformats.org/officeDocument/2006/relationships/customXml" Target="../ink/ink506.xml"/><Relationship Id="rId56" Type="http://schemas.openxmlformats.org/officeDocument/2006/relationships/customXml" Target="../ink/ink522.xml"/><Relationship Id="rId77" Type="http://schemas.openxmlformats.org/officeDocument/2006/relationships/customXml" Target="../ink/ink537.xml"/><Relationship Id="rId100" Type="http://schemas.openxmlformats.org/officeDocument/2006/relationships/customXml" Target="../ink/ink555.xml"/><Relationship Id="rId105" Type="http://schemas.openxmlformats.org/officeDocument/2006/relationships/image" Target="../media/image142.png"/><Relationship Id="rId126" Type="http://schemas.openxmlformats.org/officeDocument/2006/relationships/image" Target="../media/image148.png"/><Relationship Id="rId147" Type="http://schemas.openxmlformats.org/officeDocument/2006/relationships/image" Target="../media/image97.png"/><Relationship Id="rId168" Type="http://schemas.openxmlformats.org/officeDocument/2006/relationships/customXml" Target="../ink/ink607.xml"/><Relationship Id="rId8" Type="http://schemas.openxmlformats.org/officeDocument/2006/relationships/customXml" Target="../ink/ink485.xml"/><Relationship Id="rId51" Type="http://schemas.openxmlformats.org/officeDocument/2006/relationships/customXml" Target="../ink/ink517.xml"/><Relationship Id="rId72" Type="http://schemas.openxmlformats.org/officeDocument/2006/relationships/customXml" Target="../ink/ink534.xml"/><Relationship Id="rId93" Type="http://schemas.openxmlformats.org/officeDocument/2006/relationships/customXml" Target="../ink/ink548.xml"/><Relationship Id="rId98" Type="http://schemas.openxmlformats.org/officeDocument/2006/relationships/customXml" Target="../ink/ink553.xml"/><Relationship Id="rId121" Type="http://schemas.openxmlformats.org/officeDocument/2006/relationships/customXml" Target="../ink/ink569.xml"/><Relationship Id="rId142" Type="http://schemas.openxmlformats.org/officeDocument/2006/relationships/customXml" Target="../ink/ink585.xml"/><Relationship Id="rId163" Type="http://schemas.openxmlformats.org/officeDocument/2006/relationships/customXml" Target="../ink/ink602.xml"/><Relationship Id="rId3" Type="http://schemas.openxmlformats.org/officeDocument/2006/relationships/customXml" Target="../ink/ink482.xml"/><Relationship Id="rId25" Type="http://schemas.openxmlformats.org/officeDocument/2006/relationships/customXml" Target="../ink/ink498.xml"/><Relationship Id="rId46" Type="http://schemas.openxmlformats.org/officeDocument/2006/relationships/customXml" Target="../ink/ink513.xml"/><Relationship Id="rId67" Type="http://schemas.openxmlformats.org/officeDocument/2006/relationships/image" Target="../media/image131.png"/><Relationship Id="rId116" Type="http://schemas.openxmlformats.org/officeDocument/2006/relationships/customXml" Target="../ink/ink566.xml"/><Relationship Id="rId137" Type="http://schemas.openxmlformats.org/officeDocument/2006/relationships/customXml" Target="../ink/ink582.xml"/><Relationship Id="rId158" Type="http://schemas.openxmlformats.org/officeDocument/2006/relationships/customXml" Target="../ink/ink597.xml"/><Relationship Id="rId20" Type="http://schemas.openxmlformats.org/officeDocument/2006/relationships/customXml" Target="../ink/ink494.xml"/><Relationship Id="rId41" Type="http://schemas.openxmlformats.org/officeDocument/2006/relationships/customXml" Target="../ink/ink509.xml"/><Relationship Id="rId62" Type="http://schemas.openxmlformats.org/officeDocument/2006/relationships/customXml" Target="../ink/ink528.xml"/><Relationship Id="rId83" Type="http://schemas.openxmlformats.org/officeDocument/2006/relationships/customXml" Target="../ink/ink543.xml"/><Relationship Id="rId88" Type="http://schemas.openxmlformats.org/officeDocument/2006/relationships/image" Target="../media/image137.png"/><Relationship Id="rId111" Type="http://schemas.openxmlformats.org/officeDocument/2006/relationships/customXml" Target="../ink/ink562.xml"/><Relationship Id="rId132" Type="http://schemas.openxmlformats.org/officeDocument/2006/relationships/image" Target="../media/image149.png"/><Relationship Id="rId153" Type="http://schemas.openxmlformats.org/officeDocument/2006/relationships/customXml" Target="../ink/ink593.xml"/><Relationship Id="rId15" Type="http://schemas.openxmlformats.org/officeDocument/2006/relationships/customXml" Target="../ink/ink490.xml"/><Relationship Id="rId36" Type="http://schemas.openxmlformats.org/officeDocument/2006/relationships/image" Target="../media/image11.png"/><Relationship Id="rId57" Type="http://schemas.openxmlformats.org/officeDocument/2006/relationships/customXml" Target="../ink/ink523.xml"/><Relationship Id="rId106" Type="http://schemas.openxmlformats.org/officeDocument/2006/relationships/customXml" Target="../ink/ink558.xml"/><Relationship Id="rId127" Type="http://schemas.openxmlformats.org/officeDocument/2006/relationships/customXml" Target="../ink/ink573.xml"/><Relationship Id="rId10" Type="http://schemas.openxmlformats.org/officeDocument/2006/relationships/image" Target="../media/image34.png"/><Relationship Id="rId31" Type="http://schemas.openxmlformats.org/officeDocument/2006/relationships/customXml" Target="../ink/ink503.xml"/><Relationship Id="rId52" Type="http://schemas.openxmlformats.org/officeDocument/2006/relationships/customXml" Target="../ink/ink518.xml"/><Relationship Id="rId73" Type="http://schemas.openxmlformats.org/officeDocument/2006/relationships/customXml" Target="../ink/ink535.xml"/><Relationship Id="rId78" Type="http://schemas.openxmlformats.org/officeDocument/2006/relationships/customXml" Target="../ink/ink538.xml"/><Relationship Id="rId94" Type="http://schemas.openxmlformats.org/officeDocument/2006/relationships/customXml" Target="../ink/ink549.xml"/><Relationship Id="rId99" Type="http://schemas.openxmlformats.org/officeDocument/2006/relationships/customXml" Target="../ink/ink554.xml"/><Relationship Id="rId101" Type="http://schemas.openxmlformats.org/officeDocument/2006/relationships/image" Target="../media/image140.png"/><Relationship Id="rId122" Type="http://schemas.openxmlformats.org/officeDocument/2006/relationships/image" Target="../media/image147.png"/><Relationship Id="rId143" Type="http://schemas.openxmlformats.org/officeDocument/2006/relationships/customXml" Target="../ink/ink586.xml"/><Relationship Id="rId148" Type="http://schemas.openxmlformats.org/officeDocument/2006/relationships/customXml" Target="../ink/ink589.xml"/><Relationship Id="rId164" Type="http://schemas.openxmlformats.org/officeDocument/2006/relationships/customXml" Target="../ink/ink603.xml"/><Relationship Id="rId169" Type="http://schemas.openxmlformats.org/officeDocument/2006/relationships/customXml" Target="../ink/ink608.xml"/><Relationship Id="rId4" Type="http://schemas.openxmlformats.org/officeDocument/2006/relationships/image" Target="../media/image8.png"/><Relationship Id="rId9" Type="http://schemas.openxmlformats.org/officeDocument/2006/relationships/customXml" Target="../ink/ink486.xml"/><Relationship Id="rId26" Type="http://schemas.openxmlformats.org/officeDocument/2006/relationships/customXml" Target="../ink/ink499.xml"/><Relationship Id="rId47" Type="http://schemas.openxmlformats.org/officeDocument/2006/relationships/customXml" Target="../ink/ink514.xml"/><Relationship Id="rId68" Type="http://schemas.openxmlformats.org/officeDocument/2006/relationships/customXml" Target="../ink/ink532.xml"/><Relationship Id="rId89" Type="http://schemas.openxmlformats.org/officeDocument/2006/relationships/customXml" Target="../ink/ink546.xml"/><Relationship Id="rId112" Type="http://schemas.openxmlformats.org/officeDocument/2006/relationships/customXml" Target="../ink/ink563.xml"/><Relationship Id="rId133" Type="http://schemas.openxmlformats.org/officeDocument/2006/relationships/customXml" Target="../ink/ink578.xml"/><Relationship Id="rId154" Type="http://schemas.openxmlformats.org/officeDocument/2006/relationships/customXml" Target="../ink/ink594.xml"/><Relationship Id="rId16" Type="http://schemas.openxmlformats.org/officeDocument/2006/relationships/customXml" Target="../ink/ink491.xml"/><Relationship Id="rId37" Type="http://schemas.openxmlformats.org/officeDocument/2006/relationships/customXml" Target="../ink/ink507.xml"/><Relationship Id="rId58" Type="http://schemas.openxmlformats.org/officeDocument/2006/relationships/customXml" Target="../ink/ink524.xml"/><Relationship Id="rId79" Type="http://schemas.openxmlformats.org/officeDocument/2006/relationships/customXml" Target="../ink/ink539.xml"/><Relationship Id="rId102" Type="http://schemas.openxmlformats.org/officeDocument/2006/relationships/customXml" Target="../ink/ink556.xml"/><Relationship Id="rId123" Type="http://schemas.openxmlformats.org/officeDocument/2006/relationships/customXml" Target="../ink/ink570.xml"/><Relationship Id="rId144" Type="http://schemas.openxmlformats.org/officeDocument/2006/relationships/customXml" Target="../ink/ink587.xml"/><Relationship Id="rId90" Type="http://schemas.openxmlformats.org/officeDocument/2006/relationships/image" Target="../media/image138.png"/><Relationship Id="rId165" Type="http://schemas.openxmlformats.org/officeDocument/2006/relationships/customXml" Target="../ink/ink604.xml"/><Relationship Id="rId27" Type="http://schemas.openxmlformats.org/officeDocument/2006/relationships/customXml" Target="../ink/ink500.xml"/><Relationship Id="rId48" Type="http://schemas.openxmlformats.org/officeDocument/2006/relationships/image" Target="../media/image31.png"/><Relationship Id="rId69" Type="http://schemas.openxmlformats.org/officeDocument/2006/relationships/image" Target="../media/image132.png"/><Relationship Id="rId113" Type="http://schemas.openxmlformats.org/officeDocument/2006/relationships/customXml" Target="../ink/ink564.xml"/><Relationship Id="rId134" Type="http://schemas.openxmlformats.org/officeDocument/2006/relationships/customXml" Target="../ink/ink579.xml"/><Relationship Id="rId80" Type="http://schemas.openxmlformats.org/officeDocument/2006/relationships/customXml" Target="../ink/ink540.xml"/><Relationship Id="rId155" Type="http://schemas.openxmlformats.org/officeDocument/2006/relationships/customXml" Target="../ink/ink595.xml"/><Relationship Id="rId17" Type="http://schemas.openxmlformats.org/officeDocument/2006/relationships/customXml" Target="../ink/ink492.xml"/><Relationship Id="rId38" Type="http://schemas.openxmlformats.org/officeDocument/2006/relationships/image" Target="../media/image98.png"/><Relationship Id="rId59" Type="http://schemas.openxmlformats.org/officeDocument/2006/relationships/customXml" Target="../ink/ink525.xml"/><Relationship Id="rId103" Type="http://schemas.openxmlformats.org/officeDocument/2006/relationships/image" Target="../media/image141.png"/><Relationship Id="rId124" Type="http://schemas.openxmlformats.org/officeDocument/2006/relationships/customXml" Target="../ink/ink571.xml"/><Relationship Id="rId70" Type="http://schemas.openxmlformats.org/officeDocument/2006/relationships/customXml" Target="../ink/ink533.xml"/><Relationship Id="rId91" Type="http://schemas.openxmlformats.org/officeDocument/2006/relationships/customXml" Target="../ink/ink547.xml"/><Relationship Id="rId145" Type="http://schemas.openxmlformats.org/officeDocument/2006/relationships/image" Target="../media/image150.png"/><Relationship Id="rId166" Type="http://schemas.openxmlformats.org/officeDocument/2006/relationships/customXml" Target="../ink/ink605.xml"/></Relationships>
</file>

<file path=ppt/slides/_rels/slide7.xml.rels><?xml version="1.0" encoding="UTF-8" standalone="yes"?>
<Relationships xmlns="http://schemas.openxmlformats.org/package/2006/relationships"><Relationship Id="rId26" Type="http://schemas.openxmlformats.org/officeDocument/2006/relationships/customXml" Target="../ink/ink626.xml"/><Relationship Id="rId117" Type="http://schemas.openxmlformats.org/officeDocument/2006/relationships/customXml" Target="../ink/ink691.xml"/><Relationship Id="rId21" Type="http://schemas.openxmlformats.org/officeDocument/2006/relationships/customXml" Target="../ink/ink623.xml"/><Relationship Id="rId42" Type="http://schemas.openxmlformats.org/officeDocument/2006/relationships/customXml" Target="../ink/ink636.xml"/><Relationship Id="rId47" Type="http://schemas.openxmlformats.org/officeDocument/2006/relationships/customXml" Target="../ink/ink639.xml"/><Relationship Id="rId63" Type="http://schemas.openxmlformats.org/officeDocument/2006/relationships/customXml" Target="../ink/ink650.xml"/><Relationship Id="rId68" Type="http://schemas.openxmlformats.org/officeDocument/2006/relationships/customXml" Target="../ink/ink654.xml"/><Relationship Id="rId84" Type="http://schemas.openxmlformats.org/officeDocument/2006/relationships/customXml" Target="../ink/ink665.xml"/><Relationship Id="rId89" Type="http://schemas.openxmlformats.org/officeDocument/2006/relationships/customXml" Target="../ink/ink668.xml"/><Relationship Id="rId112" Type="http://schemas.openxmlformats.org/officeDocument/2006/relationships/customXml" Target="../ink/ink686.xml"/><Relationship Id="rId16" Type="http://schemas.openxmlformats.org/officeDocument/2006/relationships/customXml" Target="../ink/ink620.xml"/><Relationship Id="rId107" Type="http://schemas.openxmlformats.org/officeDocument/2006/relationships/image" Target="../media/image169.png"/><Relationship Id="rId11" Type="http://schemas.openxmlformats.org/officeDocument/2006/relationships/customXml" Target="../ink/ink617.xml"/><Relationship Id="rId32" Type="http://schemas.openxmlformats.org/officeDocument/2006/relationships/customXml" Target="../ink/ink630.xml"/><Relationship Id="rId37" Type="http://schemas.openxmlformats.org/officeDocument/2006/relationships/image" Target="../media/image98.png"/><Relationship Id="rId53" Type="http://schemas.openxmlformats.org/officeDocument/2006/relationships/customXml" Target="../ink/ink643.xml"/><Relationship Id="rId58" Type="http://schemas.openxmlformats.org/officeDocument/2006/relationships/customXml" Target="../ink/ink647.xml"/><Relationship Id="rId74" Type="http://schemas.openxmlformats.org/officeDocument/2006/relationships/customXml" Target="../ink/ink659.xml"/><Relationship Id="rId79" Type="http://schemas.openxmlformats.org/officeDocument/2006/relationships/image" Target="../media/image13.png"/><Relationship Id="rId102" Type="http://schemas.openxmlformats.org/officeDocument/2006/relationships/customXml" Target="../ink/ink678.xml"/><Relationship Id="rId123" Type="http://schemas.openxmlformats.org/officeDocument/2006/relationships/customXml" Target="../ink/ink697.xml"/><Relationship Id="rId5" Type="http://schemas.openxmlformats.org/officeDocument/2006/relationships/image" Target="../media/image8.png"/><Relationship Id="rId90" Type="http://schemas.openxmlformats.org/officeDocument/2006/relationships/image" Target="../media/image115.png"/><Relationship Id="rId95" Type="http://schemas.openxmlformats.org/officeDocument/2006/relationships/customXml" Target="../ink/ink672.xml"/><Relationship Id="rId22" Type="http://schemas.openxmlformats.org/officeDocument/2006/relationships/customXml" Target="../ink/ink624.xml"/><Relationship Id="rId27" Type="http://schemas.openxmlformats.org/officeDocument/2006/relationships/image" Target="../media/image109.png"/><Relationship Id="rId43" Type="http://schemas.openxmlformats.org/officeDocument/2006/relationships/image" Target="../media/image101.png"/><Relationship Id="rId48" Type="http://schemas.openxmlformats.org/officeDocument/2006/relationships/image" Target="../media/image160.png"/><Relationship Id="rId64" Type="http://schemas.openxmlformats.org/officeDocument/2006/relationships/customXml" Target="../ink/ink651.xml"/><Relationship Id="rId69" Type="http://schemas.openxmlformats.org/officeDocument/2006/relationships/customXml" Target="../ink/ink655.xml"/><Relationship Id="rId113" Type="http://schemas.openxmlformats.org/officeDocument/2006/relationships/customXml" Target="../ink/ink687.xml"/><Relationship Id="rId118" Type="http://schemas.openxmlformats.org/officeDocument/2006/relationships/customXml" Target="../ink/ink692.xml"/><Relationship Id="rId80" Type="http://schemas.openxmlformats.org/officeDocument/2006/relationships/customXml" Target="../ink/ink662.xml"/><Relationship Id="rId85" Type="http://schemas.openxmlformats.org/officeDocument/2006/relationships/customXml" Target="../ink/ink666.xml"/><Relationship Id="rId12" Type="http://schemas.openxmlformats.org/officeDocument/2006/relationships/image" Target="../media/image153.png"/><Relationship Id="rId17" Type="http://schemas.openxmlformats.org/officeDocument/2006/relationships/image" Target="../media/image34.png"/><Relationship Id="rId33" Type="http://schemas.openxmlformats.org/officeDocument/2006/relationships/customXml" Target="../ink/ink631.xml"/><Relationship Id="rId38" Type="http://schemas.openxmlformats.org/officeDocument/2006/relationships/customXml" Target="../ink/ink634.xml"/><Relationship Id="rId59" Type="http://schemas.openxmlformats.org/officeDocument/2006/relationships/customXml" Target="../ink/ink648.xml"/><Relationship Id="rId103" Type="http://schemas.openxmlformats.org/officeDocument/2006/relationships/customXml" Target="../ink/ink679.xml"/><Relationship Id="rId108" Type="http://schemas.openxmlformats.org/officeDocument/2006/relationships/customXml" Target="../ink/ink682.xml"/><Relationship Id="rId124" Type="http://schemas.openxmlformats.org/officeDocument/2006/relationships/customXml" Target="../ink/ink698.xml"/><Relationship Id="rId54" Type="http://schemas.openxmlformats.org/officeDocument/2006/relationships/customXml" Target="../ink/ink644.xml"/><Relationship Id="rId70" Type="http://schemas.openxmlformats.org/officeDocument/2006/relationships/customXml" Target="../ink/ink656.xml"/><Relationship Id="rId75" Type="http://schemas.openxmlformats.org/officeDocument/2006/relationships/image" Target="../media/image163.png"/><Relationship Id="rId91" Type="http://schemas.openxmlformats.org/officeDocument/2006/relationships/customXml" Target="../ink/ink669.xml"/><Relationship Id="rId96" Type="http://schemas.openxmlformats.org/officeDocument/2006/relationships/customXml" Target="../ink/ink673.xml"/><Relationship Id="rId1" Type="http://schemas.openxmlformats.org/officeDocument/2006/relationships/slideLayout" Target="../slideLayouts/slideLayout8.xml"/><Relationship Id="rId6" Type="http://schemas.openxmlformats.org/officeDocument/2006/relationships/customXml" Target="../ink/ink613.xml"/><Relationship Id="rId23" Type="http://schemas.openxmlformats.org/officeDocument/2006/relationships/image" Target="../media/image97.png"/><Relationship Id="rId28" Type="http://schemas.openxmlformats.org/officeDocument/2006/relationships/customXml" Target="../ink/ink627.xml"/><Relationship Id="rId49" Type="http://schemas.openxmlformats.org/officeDocument/2006/relationships/customXml" Target="../ink/ink640.xml"/><Relationship Id="rId114" Type="http://schemas.openxmlformats.org/officeDocument/2006/relationships/customXml" Target="../ink/ink688.xml"/><Relationship Id="rId119" Type="http://schemas.openxmlformats.org/officeDocument/2006/relationships/customXml" Target="../ink/ink693.xml"/><Relationship Id="rId44" Type="http://schemas.openxmlformats.org/officeDocument/2006/relationships/customXml" Target="../ink/ink637.xml"/><Relationship Id="rId60" Type="http://schemas.openxmlformats.org/officeDocument/2006/relationships/image" Target="../media/image16.png"/><Relationship Id="rId65" Type="http://schemas.openxmlformats.org/officeDocument/2006/relationships/customXml" Target="../ink/ink652.xml"/><Relationship Id="rId81" Type="http://schemas.openxmlformats.org/officeDocument/2006/relationships/image" Target="../media/image124.png"/><Relationship Id="rId86" Type="http://schemas.openxmlformats.org/officeDocument/2006/relationships/image" Target="../media/image165.png"/><Relationship Id="rId13" Type="http://schemas.openxmlformats.org/officeDocument/2006/relationships/customXml" Target="../ink/ink618.xml"/><Relationship Id="rId18" Type="http://schemas.openxmlformats.org/officeDocument/2006/relationships/customXml" Target="../ink/ink621.xml"/><Relationship Id="rId39" Type="http://schemas.openxmlformats.org/officeDocument/2006/relationships/image" Target="../media/image157.png"/><Relationship Id="rId109" Type="http://schemas.openxmlformats.org/officeDocument/2006/relationships/customXml" Target="../ink/ink683.xml"/><Relationship Id="rId34" Type="http://schemas.openxmlformats.org/officeDocument/2006/relationships/customXml" Target="../ink/ink632.xml"/><Relationship Id="rId50" Type="http://schemas.openxmlformats.org/officeDocument/2006/relationships/customXml" Target="../ink/ink641.xml"/><Relationship Id="rId55" Type="http://schemas.openxmlformats.org/officeDocument/2006/relationships/customXml" Target="../ink/ink645.xml"/><Relationship Id="rId76" Type="http://schemas.openxmlformats.org/officeDocument/2006/relationships/customXml" Target="../ink/ink660.xml"/><Relationship Id="rId97" Type="http://schemas.openxmlformats.org/officeDocument/2006/relationships/customXml" Target="../ink/ink674.xml"/><Relationship Id="rId104" Type="http://schemas.openxmlformats.org/officeDocument/2006/relationships/customXml" Target="../ink/ink680.xml"/><Relationship Id="rId120" Type="http://schemas.openxmlformats.org/officeDocument/2006/relationships/customXml" Target="../ink/ink694.xml"/><Relationship Id="rId125" Type="http://schemas.openxmlformats.org/officeDocument/2006/relationships/customXml" Target="../ink/ink699.xml"/><Relationship Id="rId7" Type="http://schemas.openxmlformats.org/officeDocument/2006/relationships/customXml" Target="../ink/ink614.xml"/><Relationship Id="rId71" Type="http://schemas.openxmlformats.org/officeDocument/2006/relationships/image" Target="../media/image162.png"/><Relationship Id="rId92" Type="http://schemas.openxmlformats.org/officeDocument/2006/relationships/customXml" Target="../ink/ink670.xml"/><Relationship Id="rId2" Type="http://schemas.openxmlformats.org/officeDocument/2006/relationships/notesSlide" Target="../notesSlides/notesSlide7.xml"/><Relationship Id="rId29" Type="http://schemas.openxmlformats.org/officeDocument/2006/relationships/customXml" Target="../ink/ink628.xml"/><Relationship Id="rId24" Type="http://schemas.openxmlformats.org/officeDocument/2006/relationships/customXml" Target="../ink/ink625.xml"/><Relationship Id="rId40" Type="http://schemas.openxmlformats.org/officeDocument/2006/relationships/customXml" Target="../ink/ink635.xml"/><Relationship Id="rId45" Type="http://schemas.openxmlformats.org/officeDocument/2006/relationships/image" Target="../media/image159.png"/><Relationship Id="rId66" Type="http://schemas.openxmlformats.org/officeDocument/2006/relationships/image" Target="../media/image161.png"/><Relationship Id="rId87" Type="http://schemas.openxmlformats.org/officeDocument/2006/relationships/customXml" Target="../ink/ink667.xml"/><Relationship Id="rId110" Type="http://schemas.openxmlformats.org/officeDocument/2006/relationships/customXml" Target="../ink/ink684.xml"/><Relationship Id="rId115" Type="http://schemas.openxmlformats.org/officeDocument/2006/relationships/customXml" Target="../ink/ink689.xml"/><Relationship Id="rId61" Type="http://schemas.openxmlformats.org/officeDocument/2006/relationships/customXml" Target="../ink/ink649.xml"/><Relationship Id="rId82" Type="http://schemas.openxmlformats.org/officeDocument/2006/relationships/customXml" Target="../ink/ink663.xml"/><Relationship Id="rId19" Type="http://schemas.openxmlformats.org/officeDocument/2006/relationships/customXml" Target="../ink/ink622.xml"/><Relationship Id="rId14" Type="http://schemas.openxmlformats.org/officeDocument/2006/relationships/image" Target="../media/image154.png"/><Relationship Id="rId30" Type="http://schemas.openxmlformats.org/officeDocument/2006/relationships/image" Target="../media/image58.png"/><Relationship Id="rId35" Type="http://schemas.openxmlformats.org/officeDocument/2006/relationships/image" Target="../media/image156.png"/><Relationship Id="rId56" Type="http://schemas.openxmlformats.org/officeDocument/2006/relationships/image" Target="../media/image20.png"/><Relationship Id="rId77" Type="http://schemas.openxmlformats.org/officeDocument/2006/relationships/image" Target="../media/image164.png"/><Relationship Id="rId100" Type="http://schemas.openxmlformats.org/officeDocument/2006/relationships/customXml" Target="../ink/ink677.xml"/><Relationship Id="rId105" Type="http://schemas.openxmlformats.org/officeDocument/2006/relationships/image" Target="../media/image168.png"/><Relationship Id="rId8" Type="http://schemas.openxmlformats.org/officeDocument/2006/relationships/customXml" Target="../ink/ink615.xml"/><Relationship Id="rId51" Type="http://schemas.openxmlformats.org/officeDocument/2006/relationships/customXml" Target="../ink/ink642.xml"/><Relationship Id="rId72" Type="http://schemas.openxmlformats.org/officeDocument/2006/relationships/customXml" Target="../ink/ink657.xml"/><Relationship Id="rId93" Type="http://schemas.openxmlformats.org/officeDocument/2006/relationships/customXml" Target="../ink/ink671.xml"/><Relationship Id="rId98" Type="http://schemas.openxmlformats.org/officeDocument/2006/relationships/customXml" Target="../ink/ink675.xml"/><Relationship Id="rId121" Type="http://schemas.openxmlformats.org/officeDocument/2006/relationships/customXml" Target="../ink/ink695.xml"/><Relationship Id="rId3" Type="http://schemas.openxmlformats.org/officeDocument/2006/relationships/image" Target="../media/image88.svg"/><Relationship Id="rId25" Type="http://schemas.openxmlformats.org/officeDocument/2006/relationships/image" Target="../media/image17.png"/><Relationship Id="rId46" Type="http://schemas.openxmlformats.org/officeDocument/2006/relationships/customXml" Target="../ink/ink638.xml"/><Relationship Id="rId67" Type="http://schemas.openxmlformats.org/officeDocument/2006/relationships/customXml" Target="../ink/ink653.xml"/><Relationship Id="rId116" Type="http://schemas.openxmlformats.org/officeDocument/2006/relationships/customXml" Target="../ink/ink690.xml"/><Relationship Id="rId20" Type="http://schemas.openxmlformats.org/officeDocument/2006/relationships/image" Target="../media/image155.png"/><Relationship Id="rId41" Type="http://schemas.openxmlformats.org/officeDocument/2006/relationships/image" Target="../media/image158.png"/><Relationship Id="rId62" Type="http://schemas.openxmlformats.org/officeDocument/2006/relationships/image" Target="../media/image108.png"/><Relationship Id="rId83" Type="http://schemas.openxmlformats.org/officeDocument/2006/relationships/customXml" Target="../ink/ink664.xml"/><Relationship Id="rId88" Type="http://schemas.openxmlformats.org/officeDocument/2006/relationships/image" Target="../media/image166.png"/><Relationship Id="rId111" Type="http://schemas.openxmlformats.org/officeDocument/2006/relationships/customXml" Target="../ink/ink685.xml"/><Relationship Id="rId15" Type="http://schemas.openxmlformats.org/officeDocument/2006/relationships/customXml" Target="../ink/ink619.xml"/><Relationship Id="rId36" Type="http://schemas.openxmlformats.org/officeDocument/2006/relationships/customXml" Target="../ink/ink633.xml"/><Relationship Id="rId57" Type="http://schemas.openxmlformats.org/officeDocument/2006/relationships/customXml" Target="../ink/ink646.xml"/><Relationship Id="rId106" Type="http://schemas.openxmlformats.org/officeDocument/2006/relationships/customXml" Target="../ink/ink681.xml"/><Relationship Id="rId10" Type="http://schemas.openxmlformats.org/officeDocument/2006/relationships/customXml" Target="../ink/ink616.xml"/><Relationship Id="rId31" Type="http://schemas.openxmlformats.org/officeDocument/2006/relationships/customXml" Target="../ink/ink629.xml"/><Relationship Id="rId52" Type="http://schemas.openxmlformats.org/officeDocument/2006/relationships/image" Target="../media/image127.png"/><Relationship Id="rId73" Type="http://schemas.openxmlformats.org/officeDocument/2006/relationships/customXml" Target="../ink/ink658.xml"/><Relationship Id="rId78" Type="http://schemas.openxmlformats.org/officeDocument/2006/relationships/customXml" Target="../ink/ink661.xml"/><Relationship Id="rId94" Type="http://schemas.openxmlformats.org/officeDocument/2006/relationships/image" Target="../media/image167.png"/><Relationship Id="rId99" Type="http://schemas.openxmlformats.org/officeDocument/2006/relationships/customXml" Target="../ink/ink676.xml"/><Relationship Id="rId101" Type="http://schemas.openxmlformats.org/officeDocument/2006/relationships/image" Target="../media/image31.png"/><Relationship Id="rId122" Type="http://schemas.openxmlformats.org/officeDocument/2006/relationships/customXml" Target="../ink/ink696.xml"/><Relationship Id="rId4" Type="http://schemas.openxmlformats.org/officeDocument/2006/relationships/customXml" Target="../ink/ink612.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117" Type="http://schemas.openxmlformats.org/officeDocument/2006/relationships/customXml" Target="../ink/ink775.xml"/><Relationship Id="rId21" Type="http://schemas.openxmlformats.org/officeDocument/2006/relationships/customXml" Target="../ink/ink709.xml"/><Relationship Id="rId42" Type="http://schemas.openxmlformats.org/officeDocument/2006/relationships/customXml" Target="../ink/ink723.xml"/><Relationship Id="rId47" Type="http://schemas.openxmlformats.org/officeDocument/2006/relationships/customXml" Target="../ink/ink728.xml"/><Relationship Id="rId63" Type="http://schemas.openxmlformats.org/officeDocument/2006/relationships/customXml" Target="../ink/ink739.xml"/><Relationship Id="rId68" Type="http://schemas.openxmlformats.org/officeDocument/2006/relationships/image" Target="../media/image182.png"/><Relationship Id="rId84" Type="http://schemas.openxmlformats.org/officeDocument/2006/relationships/customXml" Target="../ink/ink753.xml"/><Relationship Id="rId89" Type="http://schemas.openxmlformats.org/officeDocument/2006/relationships/image" Target="../media/image186.png"/><Relationship Id="rId112" Type="http://schemas.openxmlformats.org/officeDocument/2006/relationships/image" Target="../media/image190.png"/><Relationship Id="rId16" Type="http://schemas.openxmlformats.org/officeDocument/2006/relationships/customXml" Target="../ink/ink706.xml"/><Relationship Id="rId107" Type="http://schemas.openxmlformats.org/officeDocument/2006/relationships/image" Target="../media/image16.png"/><Relationship Id="rId11" Type="http://schemas.openxmlformats.org/officeDocument/2006/relationships/image" Target="../media/image172.png"/><Relationship Id="rId32" Type="http://schemas.openxmlformats.org/officeDocument/2006/relationships/image" Target="../media/image175.png"/><Relationship Id="rId37" Type="http://schemas.openxmlformats.org/officeDocument/2006/relationships/customXml" Target="../ink/ink719.xml"/><Relationship Id="rId53" Type="http://schemas.openxmlformats.org/officeDocument/2006/relationships/customXml" Target="../ink/ink732.xml"/><Relationship Id="rId58" Type="http://schemas.openxmlformats.org/officeDocument/2006/relationships/customXml" Target="../ink/ink735.xml"/><Relationship Id="rId74" Type="http://schemas.openxmlformats.org/officeDocument/2006/relationships/image" Target="../media/image183.png"/><Relationship Id="rId79" Type="http://schemas.openxmlformats.org/officeDocument/2006/relationships/customXml" Target="../ink/ink750.xml"/><Relationship Id="rId102" Type="http://schemas.openxmlformats.org/officeDocument/2006/relationships/customXml" Target="../ink/ink765.xml"/><Relationship Id="rId123" Type="http://schemas.openxmlformats.org/officeDocument/2006/relationships/customXml" Target="../ink/ink780.xml"/><Relationship Id="rId128" Type="http://schemas.openxmlformats.org/officeDocument/2006/relationships/customXml" Target="../ink/ink785.xml"/><Relationship Id="rId5" Type="http://schemas.openxmlformats.org/officeDocument/2006/relationships/image" Target="../media/image171.png"/><Relationship Id="rId90" Type="http://schemas.openxmlformats.org/officeDocument/2006/relationships/customXml" Target="../ink/ink756.xml"/><Relationship Id="rId95" Type="http://schemas.openxmlformats.org/officeDocument/2006/relationships/image" Target="../media/image127.png"/><Relationship Id="rId22" Type="http://schemas.openxmlformats.org/officeDocument/2006/relationships/customXml" Target="../ink/ink710.xml"/><Relationship Id="rId27" Type="http://schemas.openxmlformats.org/officeDocument/2006/relationships/customXml" Target="../ink/ink713.xml"/><Relationship Id="rId43" Type="http://schemas.openxmlformats.org/officeDocument/2006/relationships/customXml" Target="../ink/ink724.xml"/><Relationship Id="rId48" Type="http://schemas.openxmlformats.org/officeDocument/2006/relationships/customXml" Target="../ink/ink729.xml"/><Relationship Id="rId64" Type="http://schemas.openxmlformats.org/officeDocument/2006/relationships/customXml" Target="../ink/ink740.xml"/><Relationship Id="rId69" Type="http://schemas.openxmlformats.org/officeDocument/2006/relationships/customXml" Target="../ink/ink744.xml"/><Relationship Id="rId113" Type="http://schemas.openxmlformats.org/officeDocument/2006/relationships/customXml" Target="../ink/ink772.xml"/><Relationship Id="rId118" Type="http://schemas.openxmlformats.org/officeDocument/2006/relationships/customXml" Target="../ink/ink776.xml"/><Relationship Id="rId80" Type="http://schemas.openxmlformats.org/officeDocument/2006/relationships/image" Target="../media/image184.png"/><Relationship Id="rId85" Type="http://schemas.openxmlformats.org/officeDocument/2006/relationships/image" Target="../media/image31.png"/><Relationship Id="rId12" Type="http://schemas.openxmlformats.org/officeDocument/2006/relationships/customXml" Target="../ink/ink704.xml"/><Relationship Id="rId17" Type="http://schemas.openxmlformats.org/officeDocument/2006/relationships/image" Target="../media/image74.png"/><Relationship Id="rId33" Type="http://schemas.openxmlformats.org/officeDocument/2006/relationships/customXml" Target="../ink/ink716.xml"/><Relationship Id="rId38" Type="http://schemas.openxmlformats.org/officeDocument/2006/relationships/image" Target="../media/image177.png"/><Relationship Id="rId59" Type="http://schemas.openxmlformats.org/officeDocument/2006/relationships/customXml" Target="../ink/ink736.xml"/><Relationship Id="rId103" Type="http://schemas.openxmlformats.org/officeDocument/2006/relationships/image" Target="../media/image140.png"/><Relationship Id="rId108" Type="http://schemas.openxmlformats.org/officeDocument/2006/relationships/customXml" Target="../ink/ink769.xml"/><Relationship Id="rId124" Type="http://schemas.openxmlformats.org/officeDocument/2006/relationships/customXml" Target="../ink/ink781.xml"/><Relationship Id="rId129" Type="http://schemas.openxmlformats.org/officeDocument/2006/relationships/customXml" Target="../ink/ink786.xml"/><Relationship Id="rId54" Type="http://schemas.openxmlformats.org/officeDocument/2006/relationships/image" Target="../media/image179.png"/><Relationship Id="rId70" Type="http://schemas.openxmlformats.org/officeDocument/2006/relationships/image" Target="../media/image98.png"/><Relationship Id="rId75" Type="http://schemas.openxmlformats.org/officeDocument/2006/relationships/customXml" Target="../ink/ink748.xml"/><Relationship Id="rId91" Type="http://schemas.openxmlformats.org/officeDocument/2006/relationships/customXml" Target="../ink/ink757.xml"/><Relationship Id="rId96" Type="http://schemas.openxmlformats.org/officeDocument/2006/relationships/customXml" Target="../ink/ink760.xml"/><Relationship Id="rId1" Type="http://schemas.openxmlformats.org/officeDocument/2006/relationships/slideLayout" Target="../slideLayouts/slideLayout9.xml"/><Relationship Id="rId6" Type="http://schemas.openxmlformats.org/officeDocument/2006/relationships/customXml" Target="../ink/ink701.xml"/><Relationship Id="rId23" Type="http://schemas.openxmlformats.org/officeDocument/2006/relationships/image" Target="../media/image174.png"/><Relationship Id="rId28" Type="http://schemas.openxmlformats.org/officeDocument/2006/relationships/image" Target="../media/image112.png"/><Relationship Id="rId49" Type="http://schemas.openxmlformats.org/officeDocument/2006/relationships/image" Target="../media/image108.png"/><Relationship Id="rId114" Type="http://schemas.openxmlformats.org/officeDocument/2006/relationships/image" Target="../media/image191.png"/><Relationship Id="rId119" Type="http://schemas.openxmlformats.org/officeDocument/2006/relationships/image" Target="../media/image12.png"/><Relationship Id="rId44" Type="http://schemas.openxmlformats.org/officeDocument/2006/relationships/customXml" Target="../ink/ink725.xml"/><Relationship Id="rId60" Type="http://schemas.openxmlformats.org/officeDocument/2006/relationships/image" Target="../media/image181.png"/><Relationship Id="rId65" Type="http://schemas.openxmlformats.org/officeDocument/2006/relationships/customXml" Target="../ink/ink741.xml"/><Relationship Id="rId81" Type="http://schemas.openxmlformats.org/officeDocument/2006/relationships/customXml" Target="../ink/ink751.xml"/><Relationship Id="rId86" Type="http://schemas.openxmlformats.org/officeDocument/2006/relationships/customXml" Target="../ink/ink754.xml"/><Relationship Id="rId130" Type="http://schemas.openxmlformats.org/officeDocument/2006/relationships/customXml" Target="../ink/ink787.xml"/><Relationship Id="rId13" Type="http://schemas.openxmlformats.org/officeDocument/2006/relationships/image" Target="../media/image34.png"/><Relationship Id="rId18" Type="http://schemas.openxmlformats.org/officeDocument/2006/relationships/customXml" Target="../ink/ink707.xml"/><Relationship Id="rId39" Type="http://schemas.openxmlformats.org/officeDocument/2006/relationships/customXml" Target="../ink/ink720.xml"/><Relationship Id="rId109" Type="http://schemas.openxmlformats.org/officeDocument/2006/relationships/image" Target="../media/image189.png"/><Relationship Id="rId34" Type="http://schemas.openxmlformats.org/officeDocument/2006/relationships/customXml" Target="../ink/ink717.xml"/><Relationship Id="rId50" Type="http://schemas.openxmlformats.org/officeDocument/2006/relationships/customXml" Target="../ink/ink730.xml"/><Relationship Id="rId55" Type="http://schemas.openxmlformats.org/officeDocument/2006/relationships/customXml" Target="../ink/ink733.xml"/><Relationship Id="rId76" Type="http://schemas.openxmlformats.org/officeDocument/2006/relationships/image" Target="../media/image20.png"/><Relationship Id="rId97" Type="http://schemas.openxmlformats.org/officeDocument/2006/relationships/customXml" Target="../ink/ink761.xml"/><Relationship Id="rId104" Type="http://schemas.openxmlformats.org/officeDocument/2006/relationships/customXml" Target="../ink/ink766.xml"/><Relationship Id="rId120" Type="http://schemas.openxmlformats.org/officeDocument/2006/relationships/customXml" Target="../ink/ink777.xml"/><Relationship Id="rId125" Type="http://schemas.openxmlformats.org/officeDocument/2006/relationships/customXml" Target="../ink/ink782.xml"/><Relationship Id="rId7" Type="http://schemas.openxmlformats.org/officeDocument/2006/relationships/image" Target="../media/image8.png"/><Relationship Id="rId71" Type="http://schemas.openxmlformats.org/officeDocument/2006/relationships/customXml" Target="../ink/ink745.xml"/><Relationship Id="rId92" Type="http://schemas.openxmlformats.org/officeDocument/2006/relationships/image" Target="../media/image187.png"/><Relationship Id="rId2" Type="http://schemas.openxmlformats.org/officeDocument/2006/relationships/notesSlide" Target="../notesSlides/notesSlide8.xml"/><Relationship Id="rId29" Type="http://schemas.openxmlformats.org/officeDocument/2006/relationships/customXml" Target="../ink/ink714.xml"/><Relationship Id="rId24" Type="http://schemas.openxmlformats.org/officeDocument/2006/relationships/customXml" Target="../ink/ink711.xml"/><Relationship Id="rId40" Type="http://schemas.openxmlformats.org/officeDocument/2006/relationships/customXml" Target="../ink/ink721.xml"/><Relationship Id="rId45" Type="http://schemas.openxmlformats.org/officeDocument/2006/relationships/customXml" Target="../ink/ink726.xml"/><Relationship Id="rId66" Type="http://schemas.openxmlformats.org/officeDocument/2006/relationships/customXml" Target="../ink/ink742.xml"/><Relationship Id="rId87" Type="http://schemas.openxmlformats.org/officeDocument/2006/relationships/image" Target="../media/image185.png"/><Relationship Id="rId110" Type="http://schemas.openxmlformats.org/officeDocument/2006/relationships/customXml" Target="../ink/ink770.xml"/><Relationship Id="rId115" Type="http://schemas.openxmlformats.org/officeDocument/2006/relationships/customXml" Target="../ink/ink773.xml"/><Relationship Id="rId61" Type="http://schemas.openxmlformats.org/officeDocument/2006/relationships/customXml" Target="../ink/ink737.xml"/><Relationship Id="rId82" Type="http://schemas.openxmlformats.org/officeDocument/2006/relationships/customXml" Target="../ink/ink752.xml"/><Relationship Id="rId19" Type="http://schemas.openxmlformats.org/officeDocument/2006/relationships/customXml" Target="../ink/ink708.xml"/><Relationship Id="rId14" Type="http://schemas.openxmlformats.org/officeDocument/2006/relationships/customXml" Target="../ink/ink705.xml"/><Relationship Id="rId30" Type="http://schemas.openxmlformats.org/officeDocument/2006/relationships/image" Target="../media/image13.png"/><Relationship Id="rId35" Type="http://schemas.openxmlformats.org/officeDocument/2006/relationships/image" Target="../media/image176.png"/><Relationship Id="rId56" Type="http://schemas.openxmlformats.org/officeDocument/2006/relationships/customXml" Target="../ink/ink734.xml"/><Relationship Id="rId77" Type="http://schemas.openxmlformats.org/officeDocument/2006/relationships/customXml" Target="../ink/ink749.xml"/><Relationship Id="rId100" Type="http://schemas.openxmlformats.org/officeDocument/2006/relationships/image" Target="../media/image188.png"/><Relationship Id="rId105" Type="http://schemas.openxmlformats.org/officeDocument/2006/relationships/customXml" Target="../ink/ink767.xml"/><Relationship Id="rId126" Type="http://schemas.openxmlformats.org/officeDocument/2006/relationships/customXml" Target="../ink/ink783.xml"/><Relationship Id="rId8" Type="http://schemas.openxmlformats.org/officeDocument/2006/relationships/customXml" Target="../ink/ink702.xml"/><Relationship Id="rId51" Type="http://schemas.openxmlformats.org/officeDocument/2006/relationships/image" Target="../media/image178.png"/><Relationship Id="rId72" Type="http://schemas.openxmlformats.org/officeDocument/2006/relationships/customXml" Target="../ink/ink746.xml"/><Relationship Id="rId93" Type="http://schemas.openxmlformats.org/officeDocument/2006/relationships/customXml" Target="../ink/ink758.xml"/><Relationship Id="rId98" Type="http://schemas.openxmlformats.org/officeDocument/2006/relationships/customXml" Target="../ink/ink762.xml"/><Relationship Id="rId121" Type="http://schemas.openxmlformats.org/officeDocument/2006/relationships/customXml" Target="../ink/ink778.xml"/><Relationship Id="rId3" Type="http://schemas.openxmlformats.org/officeDocument/2006/relationships/image" Target="../media/image152.png"/><Relationship Id="rId25" Type="http://schemas.openxmlformats.org/officeDocument/2006/relationships/image" Target="../media/image101.png"/><Relationship Id="rId46" Type="http://schemas.openxmlformats.org/officeDocument/2006/relationships/customXml" Target="../ink/ink727.xml"/><Relationship Id="rId67" Type="http://schemas.openxmlformats.org/officeDocument/2006/relationships/customXml" Target="../ink/ink743.xml"/><Relationship Id="rId116" Type="http://schemas.openxmlformats.org/officeDocument/2006/relationships/customXml" Target="../ink/ink774.xml"/><Relationship Id="rId20" Type="http://schemas.openxmlformats.org/officeDocument/2006/relationships/image" Target="../media/image17.png"/><Relationship Id="rId41" Type="http://schemas.openxmlformats.org/officeDocument/2006/relationships/customXml" Target="../ink/ink722.xml"/><Relationship Id="rId62" Type="http://schemas.openxmlformats.org/officeDocument/2006/relationships/customXml" Target="../ink/ink738.xml"/><Relationship Id="rId83" Type="http://schemas.openxmlformats.org/officeDocument/2006/relationships/image" Target="../media/image124.png"/><Relationship Id="rId88" Type="http://schemas.openxmlformats.org/officeDocument/2006/relationships/customXml" Target="../ink/ink755.xml"/><Relationship Id="rId111" Type="http://schemas.openxmlformats.org/officeDocument/2006/relationships/customXml" Target="../ink/ink771.xml"/><Relationship Id="rId15" Type="http://schemas.openxmlformats.org/officeDocument/2006/relationships/image" Target="../media/image173.png"/><Relationship Id="rId36" Type="http://schemas.openxmlformats.org/officeDocument/2006/relationships/customXml" Target="../ink/ink718.xml"/><Relationship Id="rId57" Type="http://schemas.openxmlformats.org/officeDocument/2006/relationships/image" Target="../media/image180.png"/><Relationship Id="rId106" Type="http://schemas.openxmlformats.org/officeDocument/2006/relationships/customXml" Target="../ink/ink768.xml"/><Relationship Id="rId127" Type="http://schemas.openxmlformats.org/officeDocument/2006/relationships/customXml" Target="../ink/ink784.xml"/><Relationship Id="rId10" Type="http://schemas.openxmlformats.org/officeDocument/2006/relationships/customXml" Target="../ink/ink703.xml"/><Relationship Id="rId31" Type="http://schemas.openxmlformats.org/officeDocument/2006/relationships/customXml" Target="../ink/ink715.xml"/><Relationship Id="rId52" Type="http://schemas.openxmlformats.org/officeDocument/2006/relationships/customXml" Target="../ink/ink731.xml"/><Relationship Id="rId73" Type="http://schemas.openxmlformats.org/officeDocument/2006/relationships/customXml" Target="../ink/ink747.xml"/><Relationship Id="rId78" Type="http://schemas.openxmlformats.org/officeDocument/2006/relationships/image" Target="../media/image50.png"/><Relationship Id="rId94" Type="http://schemas.openxmlformats.org/officeDocument/2006/relationships/customXml" Target="../ink/ink759.xml"/><Relationship Id="rId99" Type="http://schemas.openxmlformats.org/officeDocument/2006/relationships/customXml" Target="../ink/ink763.xml"/><Relationship Id="rId101" Type="http://schemas.openxmlformats.org/officeDocument/2006/relationships/customXml" Target="../ink/ink764.xml"/><Relationship Id="rId122" Type="http://schemas.openxmlformats.org/officeDocument/2006/relationships/customXml" Target="../ink/ink779.xml"/><Relationship Id="rId4" Type="http://schemas.openxmlformats.org/officeDocument/2006/relationships/customXml" Target="../ink/ink700.xml"/><Relationship Id="rId9" Type="http://schemas.openxmlformats.org/officeDocument/2006/relationships/image" Target="../media/image11.png"/><Relationship Id="rId26" Type="http://schemas.openxmlformats.org/officeDocument/2006/relationships/customXml" Target="../ink/ink712.xml"/></Relationships>
</file>

<file path=ppt/slides/_rels/slide9.xml.rels><?xml version="1.0" encoding="UTF-8" standalone="yes"?>
<Relationships xmlns="http://schemas.openxmlformats.org/package/2006/relationships"><Relationship Id="rId117" Type="http://schemas.openxmlformats.org/officeDocument/2006/relationships/customXml" Target="../ink/ink869.xml"/><Relationship Id="rId21" Type="http://schemas.openxmlformats.org/officeDocument/2006/relationships/image" Target="../media/image12.png"/><Relationship Id="rId42" Type="http://schemas.openxmlformats.org/officeDocument/2006/relationships/customXml" Target="../ink/ink812.xml"/><Relationship Id="rId63" Type="http://schemas.openxmlformats.org/officeDocument/2006/relationships/image" Target="../media/image201.png"/><Relationship Id="rId84" Type="http://schemas.openxmlformats.org/officeDocument/2006/relationships/image" Target="../media/image144.png"/><Relationship Id="rId16" Type="http://schemas.openxmlformats.org/officeDocument/2006/relationships/customXml" Target="../ink/ink795.xml"/><Relationship Id="rId107" Type="http://schemas.openxmlformats.org/officeDocument/2006/relationships/customXml" Target="../ink/ink860.xml"/><Relationship Id="rId11" Type="http://schemas.openxmlformats.org/officeDocument/2006/relationships/customXml" Target="../ink/ink790.xml"/><Relationship Id="rId32" Type="http://schemas.openxmlformats.org/officeDocument/2006/relationships/customXml" Target="../ink/ink806.xml"/><Relationship Id="rId37" Type="http://schemas.openxmlformats.org/officeDocument/2006/relationships/customXml" Target="../ink/ink809.xml"/><Relationship Id="rId53" Type="http://schemas.openxmlformats.org/officeDocument/2006/relationships/customXml" Target="../ink/ink821.xml"/><Relationship Id="rId58" Type="http://schemas.openxmlformats.org/officeDocument/2006/relationships/customXml" Target="../ink/ink825.xml"/><Relationship Id="rId74" Type="http://schemas.openxmlformats.org/officeDocument/2006/relationships/image" Target="../media/image205.png"/><Relationship Id="rId79" Type="http://schemas.openxmlformats.org/officeDocument/2006/relationships/customXml" Target="../ink/ink838.xml"/><Relationship Id="rId102" Type="http://schemas.openxmlformats.org/officeDocument/2006/relationships/customXml" Target="../ink/ink856.xml"/><Relationship Id="rId123" Type="http://schemas.openxmlformats.org/officeDocument/2006/relationships/customXml" Target="../ink/ink875.xml"/><Relationship Id="rId128" Type="http://schemas.openxmlformats.org/officeDocument/2006/relationships/customXml" Target="../ink/ink879.xml"/><Relationship Id="rId5" Type="http://schemas.openxmlformats.org/officeDocument/2006/relationships/image" Target="../media/image155.svg"/><Relationship Id="rId90" Type="http://schemas.openxmlformats.org/officeDocument/2006/relationships/customXml" Target="../ink/ink847.xml"/><Relationship Id="rId95" Type="http://schemas.openxmlformats.org/officeDocument/2006/relationships/image" Target="../media/image124.png"/><Relationship Id="rId22" Type="http://schemas.openxmlformats.org/officeDocument/2006/relationships/customXml" Target="../ink/ink799.xml"/><Relationship Id="rId27" Type="http://schemas.openxmlformats.org/officeDocument/2006/relationships/customXml" Target="../ink/ink803.xml"/><Relationship Id="rId43" Type="http://schemas.openxmlformats.org/officeDocument/2006/relationships/customXml" Target="../ink/ink813.xml"/><Relationship Id="rId48" Type="http://schemas.openxmlformats.org/officeDocument/2006/relationships/image" Target="../media/image199.png"/><Relationship Id="rId64" Type="http://schemas.openxmlformats.org/officeDocument/2006/relationships/customXml" Target="../ink/ink828.xml"/><Relationship Id="rId69" Type="http://schemas.openxmlformats.org/officeDocument/2006/relationships/customXml" Target="../ink/ink831.xml"/><Relationship Id="rId113" Type="http://schemas.openxmlformats.org/officeDocument/2006/relationships/customXml" Target="../ink/ink865.xml"/><Relationship Id="rId118" Type="http://schemas.openxmlformats.org/officeDocument/2006/relationships/customXml" Target="../ink/ink870.xml"/><Relationship Id="rId134" Type="http://schemas.openxmlformats.org/officeDocument/2006/relationships/customXml" Target="../ink/ink885.xml"/><Relationship Id="rId80" Type="http://schemas.openxmlformats.org/officeDocument/2006/relationships/customXml" Target="../ink/ink839.xml"/><Relationship Id="rId85" Type="http://schemas.openxmlformats.org/officeDocument/2006/relationships/customXml" Target="../ink/ink842.xml"/><Relationship Id="rId12" Type="http://schemas.openxmlformats.org/officeDocument/2006/relationships/customXml" Target="../ink/ink791.xml"/><Relationship Id="rId17" Type="http://schemas.openxmlformats.org/officeDocument/2006/relationships/customXml" Target="../ink/ink796.xml"/><Relationship Id="rId33" Type="http://schemas.openxmlformats.org/officeDocument/2006/relationships/image" Target="../media/image198.png"/><Relationship Id="rId38" Type="http://schemas.openxmlformats.org/officeDocument/2006/relationships/customXml" Target="../ink/ink810.xml"/><Relationship Id="rId59" Type="http://schemas.openxmlformats.org/officeDocument/2006/relationships/image" Target="../media/image101.png"/><Relationship Id="rId103" Type="http://schemas.openxmlformats.org/officeDocument/2006/relationships/image" Target="../media/image206.png"/><Relationship Id="rId108" Type="http://schemas.openxmlformats.org/officeDocument/2006/relationships/customXml" Target="../ink/ink861.xml"/><Relationship Id="rId124" Type="http://schemas.openxmlformats.org/officeDocument/2006/relationships/image" Target="../media/image207.png"/><Relationship Id="rId129" Type="http://schemas.openxmlformats.org/officeDocument/2006/relationships/customXml" Target="../ink/ink880.xml"/><Relationship Id="rId54" Type="http://schemas.openxmlformats.org/officeDocument/2006/relationships/customXml" Target="../ink/ink822.xml"/><Relationship Id="rId70" Type="http://schemas.openxmlformats.org/officeDocument/2006/relationships/image" Target="../media/image203.png"/><Relationship Id="rId75" Type="http://schemas.openxmlformats.org/officeDocument/2006/relationships/customXml" Target="../ink/ink834.xml"/><Relationship Id="rId91" Type="http://schemas.openxmlformats.org/officeDocument/2006/relationships/customXml" Target="../ink/ink848.xml"/><Relationship Id="rId96" Type="http://schemas.openxmlformats.org/officeDocument/2006/relationships/customXml" Target="../ink/ink852.xml"/><Relationship Id="rId1" Type="http://schemas.openxmlformats.org/officeDocument/2006/relationships/slideLayout" Target="../slideLayouts/slideLayout10.xml"/><Relationship Id="rId6" Type="http://schemas.openxmlformats.org/officeDocument/2006/relationships/image" Target="../media/image156.svg"/><Relationship Id="rId23" Type="http://schemas.openxmlformats.org/officeDocument/2006/relationships/image" Target="../media/image31.png"/><Relationship Id="rId28" Type="http://schemas.openxmlformats.org/officeDocument/2006/relationships/customXml" Target="../ink/ink804.xml"/><Relationship Id="rId49" Type="http://schemas.openxmlformats.org/officeDocument/2006/relationships/customXml" Target="../ink/ink818.xml"/><Relationship Id="rId114" Type="http://schemas.openxmlformats.org/officeDocument/2006/relationships/customXml" Target="../ink/ink866.xml"/><Relationship Id="rId119" Type="http://schemas.openxmlformats.org/officeDocument/2006/relationships/customXml" Target="../ink/ink871.xml"/><Relationship Id="rId44" Type="http://schemas.openxmlformats.org/officeDocument/2006/relationships/customXml" Target="../ink/ink814.xml"/><Relationship Id="rId60" Type="http://schemas.openxmlformats.org/officeDocument/2006/relationships/customXml" Target="../ink/ink826.xml"/><Relationship Id="rId65" Type="http://schemas.openxmlformats.org/officeDocument/2006/relationships/customXml" Target="../ink/ink829.xml"/><Relationship Id="rId81" Type="http://schemas.openxmlformats.org/officeDocument/2006/relationships/customXml" Target="../ink/ink840.xml"/><Relationship Id="rId86" Type="http://schemas.openxmlformats.org/officeDocument/2006/relationships/customXml" Target="../ink/ink843.xml"/><Relationship Id="rId130" Type="http://schemas.openxmlformats.org/officeDocument/2006/relationships/customXml" Target="../ink/ink881.xml"/><Relationship Id="rId135" Type="http://schemas.openxmlformats.org/officeDocument/2006/relationships/customXml" Target="../ink/ink886.xml"/><Relationship Id="rId13" Type="http://schemas.openxmlformats.org/officeDocument/2006/relationships/customXml" Target="../ink/ink792.xml"/><Relationship Id="rId18" Type="http://schemas.openxmlformats.org/officeDocument/2006/relationships/image" Target="../media/image11.png"/><Relationship Id="rId39" Type="http://schemas.openxmlformats.org/officeDocument/2006/relationships/image" Target="../media/image108.png"/><Relationship Id="rId109" Type="http://schemas.openxmlformats.org/officeDocument/2006/relationships/customXml" Target="../ink/ink862.xml"/><Relationship Id="rId34" Type="http://schemas.openxmlformats.org/officeDocument/2006/relationships/customXml" Target="../ink/ink807.xml"/><Relationship Id="rId50" Type="http://schemas.openxmlformats.org/officeDocument/2006/relationships/customXml" Target="../ink/ink819.xml"/><Relationship Id="rId55" Type="http://schemas.openxmlformats.org/officeDocument/2006/relationships/image" Target="../media/image200.png"/><Relationship Id="rId76" Type="http://schemas.openxmlformats.org/officeDocument/2006/relationships/customXml" Target="../ink/ink835.xml"/><Relationship Id="rId97" Type="http://schemas.openxmlformats.org/officeDocument/2006/relationships/image" Target="../media/image16.png"/><Relationship Id="rId104" Type="http://schemas.openxmlformats.org/officeDocument/2006/relationships/customXml" Target="../ink/ink857.xml"/><Relationship Id="rId120" Type="http://schemas.openxmlformats.org/officeDocument/2006/relationships/customXml" Target="../ink/ink872.xml"/><Relationship Id="rId125" Type="http://schemas.openxmlformats.org/officeDocument/2006/relationships/customXml" Target="../ink/ink876.xml"/><Relationship Id="rId7" Type="http://schemas.openxmlformats.org/officeDocument/2006/relationships/image" Target="../media/image157.svg"/><Relationship Id="rId71" Type="http://schemas.openxmlformats.org/officeDocument/2006/relationships/customXml" Target="../ink/ink832.xml"/><Relationship Id="rId92" Type="http://schemas.openxmlformats.org/officeDocument/2006/relationships/customXml" Target="../ink/ink849.xml"/><Relationship Id="rId2" Type="http://schemas.openxmlformats.org/officeDocument/2006/relationships/notesSlide" Target="../notesSlides/notesSlide9.xml"/><Relationship Id="rId29" Type="http://schemas.openxmlformats.org/officeDocument/2006/relationships/image" Target="../media/image34.png"/><Relationship Id="rId24" Type="http://schemas.openxmlformats.org/officeDocument/2006/relationships/customXml" Target="../ink/ink800.xml"/><Relationship Id="rId40" Type="http://schemas.openxmlformats.org/officeDocument/2006/relationships/customXml" Target="../ink/ink811.xml"/><Relationship Id="rId45" Type="http://schemas.openxmlformats.org/officeDocument/2006/relationships/customXml" Target="../ink/ink815.xml"/><Relationship Id="rId66" Type="http://schemas.openxmlformats.org/officeDocument/2006/relationships/image" Target="../media/image20.png"/><Relationship Id="rId87" Type="http://schemas.openxmlformats.org/officeDocument/2006/relationships/customXml" Target="../ink/ink844.xml"/><Relationship Id="rId110" Type="http://schemas.openxmlformats.org/officeDocument/2006/relationships/image" Target="../media/image102.png"/><Relationship Id="rId115" Type="http://schemas.openxmlformats.org/officeDocument/2006/relationships/customXml" Target="../ink/ink867.xml"/><Relationship Id="rId131" Type="http://schemas.openxmlformats.org/officeDocument/2006/relationships/customXml" Target="../ink/ink882.xml"/><Relationship Id="rId61" Type="http://schemas.openxmlformats.org/officeDocument/2006/relationships/image" Target="../media/image50.png"/><Relationship Id="rId82" Type="http://schemas.openxmlformats.org/officeDocument/2006/relationships/image" Target="../media/image13.png"/><Relationship Id="rId19" Type="http://schemas.openxmlformats.org/officeDocument/2006/relationships/customXml" Target="../ink/ink797.xml"/><Relationship Id="rId14" Type="http://schemas.openxmlformats.org/officeDocument/2006/relationships/customXml" Target="../ink/ink793.xml"/><Relationship Id="rId30" Type="http://schemas.openxmlformats.org/officeDocument/2006/relationships/customXml" Target="../ink/ink805.xml"/><Relationship Id="rId35" Type="http://schemas.openxmlformats.org/officeDocument/2006/relationships/customXml" Target="../ink/ink808.xml"/><Relationship Id="rId56" Type="http://schemas.openxmlformats.org/officeDocument/2006/relationships/customXml" Target="../ink/ink823.xml"/><Relationship Id="rId77" Type="http://schemas.openxmlformats.org/officeDocument/2006/relationships/customXml" Target="../ink/ink836.xml"/><Relationship Id="rId100" Type="http://schemas.openxmlformats.org/officeDocument/2006/relationships/image" Target="../media/image109.png"/><Relationship Id="rId105" Type="http://schemas.openxmlformats.org/officeDocument/2006/relationships/customXml" Target="../ink/ink858.xml"/><Relationship Id="rId126" Type="http://schemas.openxmlformats.org/officeDocument/2006/relationships/customXml" Target="../ink/ink877.xml"/><Relationship Id="rId8" Type="http://schemas.openxmlformats.org/officeDocument/2006/relationships/customXml" Target="../ink/ink788.xml"/><Relationship Id="rId51" Type="http://schemas.openxmlformats.org/officeDocument/2006/relationships/image" Target="../media/image53.png"/><Relationship Id="rId72" Type="http://schemas.openxmlformats.org/officeDocument/2006/relationships/image" Target="../media/image204.png"/><Relationship Id="rId93" Type="http://schemas.openxmlformats.org/officeDocument/2006/relationships/customXml" Target="../ink/ink850.xml"/><Relationship Id="rId98" Type="http://schemas.openxmlformats.org/officeDocument/2006/relationships/customXml" Target="../ink/ink853.xml"/><Relationship Id="rId121" Type="http://schemas.openxmlformats.org/officeDocument/2006/relationships/customXml" Target="../ink/ink873.xml"/><Relationship Id="rId3" Type="http://schemas.openxmlformats.org/officeDocument/2006/relationships/image" Target="../media/image153.svg"/><Relationship Id="rId25" Type="http://schemas.openxmlformats.org/officeDocument/2006/relationships/customXml" Target="../ink/ink801.xml"/><Relationship Id="rId46" Type="http://schemas.openxmlformats.org/officeDocument/2006/relationships/customXml" Target="../ink/ink816.xml"/><Relationship Id="rId67" Type="http://schemas.openxmlformats.org/officeDocument/2006/relationships/customXml" Target="../ink/ink830.xml"/><Relationship Id="rId116" Type="http://schemas.openxmlformats.org/officeDocument/2006/relationships/customXml" Target="../ink/ink868.xml"/><Relationship Id="rId20" Type="http://schemas.openxmlformats.org/officeDocument/2006/relationships/customXml" Target="../ink/ink798.xml"/><Relationship Id="rId41" Type="http://schemas.openxmlformats.org/officeDocument/2006/relationships/image" Target="../media/image127.png"/><Relationship Id="rId62" Type="http://schemas.openxmlformats.org/officeDocument/2006/relationships/customXml" Target="../ink/ink827.xml"/><Relationship Id="rId83" Type="http://schemas.openxmlformats.org/officeDocument/2006/relationships/customXml" Target="../ink/ink841.xml"/><Relationship Id="rId88" Type="http://schemas.openxmlformats.org/officeDocument/2006/relationships/customXml" Target="../ink/ink845.xml"/><Relationship Id="rId111" Type="http://schemas.openxmlformats.org/officeDocument/2006/relationships/customXml" Target="../ink/ink863.xml"/><Relationship Id="rId132" Type="http://schemas.openxmlformats.org/officeDocument/2006/relationships/customXml" Target="../ink/ink883.xml"/><Relationship Id="rId15" Type="http://schemas.openxmlformats.org/officeDocument/2006/relationships/customXml" Target="../ink/ink794.xml"/><Relationship Id="rId36" Type="http://schemas.openxmlformats.org/officeDocument/2006/relationships/image" Target="../media/image17.png"/><Relationship Id="rId57" Type="http://schemas.openxmlformats.org/officeDocument/2006/relationships/customXml" Target="../ink/ink824.xml"/><Relationship Id="rId106" Type="http://schemas.openxmlformats.org/officeDocument/2006/relationships/customXml" Target="../ink/ink859.xml"/><Relationship Id="rId127" Type="http://schemas.openxmlformats.org/officeDocument/2006/relationships/customXml" Target="../ink/ink878.xml"/><Relationship Id="rId10" Type="http://schemas.openxmlformats.org/officeDocument/2006/relationships/customXml" Target="../ink/ink789.xml"/><Relationship Id="rId31" Type="http://schemas.openxmlformats.org/officeDocument/2006/relationships/image" Target="../media/image197.png"/><Relationship Id="rId52" Type="http://schemas.openxmlformats.org/officeDocument/2006/relationships/customXml" Target="../ink/ink820.xml"/><Relationship Id="rId73" Type="http://schemas.openxmlformats.org/officeDocument/2006/relationships/customXml" Target="../ink/ink833.xml"/><Relationship Id="rId78" Type="http://schemas.openxmlformats.org/officeDocument/2006/relationships/customXml" Target="../ink/ink837.xml"/><Relationship Id="rId94" Type="http://schemas.openxmlformats.org/officeDocument/2006/relationships/customXml" Target="../ink/ink851.xml"/><Relationship Id="rId99" Type="http://schemas.openxmlformats.org/officeDocument/2006/relationships/customXml" Target="../ink/ink854.xml"/><Relationship Id="rId101" Type="http://schemas.openxmlformats.org/officeDocument/2006/relationships/customXml" Target="../ink/ink855.xml"/><Relationship Id="rId122" Type="http://schemas.openxmlformats.org/officeDocument/2006/relationships/customXml" Target="../ink/ink874.xml"/><Relationship Id="rId4" Type="http://schemas.openxmlformats.org/officeDocument/2006/relationships/image" Target="../media/image154.svg"/><Relationship Id="rId9" Type="http://schemas.openxmlformats.org/officeDocument/2006/relationships/image" Target="../media/image8.png"/><Relationship Id="rId26" Type="http://schemas.openxmlformats.org/officeDocument/2006/relationships/customXml" Target="../ink/ink802.xml"/><Relationship Id="rId47" Type="http://schemas.openxmlformats.org/officeDocument/2006/relationships/customXml" Target="../ink/ink817.xml"/><Relationship Id="rId68" Type="http://schemas.openxmlformats.org/officeDocument/2006/relationships/image" Target="../media/image202.png"/><Relationship Id="rId89" Type="http://schemas.openxmlformats.org/officeDocument/2006/relationships/customXml" Target="../ink/ink846.xml"/><Relationship Id="rId112" Type="http://schemas.openxmlformats.org/officeDocument/2006/relationships/customXml" Target="../ink/ink864.xml"/><Relationship Id="rId133" Type="http://schemas.openxmlformats.org/officeDocument/2006/relationships/customXml" Target="../ink/ink884.xml"/></Relationships>
</file>

<file path=ppt/slides/_rels/slide10.xml.rels><?xml version="1.0" encoding="UTF-8" standalone="yes"?>
<Relationships xmlns="http://schemas.openxmlformats.org/package/2006/relationships"><Relationship Id="rId13" Type="http://schemas.openxmlformats.org/officeDocument/2006/relationships/image" Target="../media/image213.png"/><Relationship Id="rId18" Type="http://schemas.openxmlformats.org/officeDocument/2006/relationships/customXml" Target="../ink/ink894.xml"/><Relationship Id="rId26" Type="http://schemas.openxmlformats.org/officeDocument/2006/relationships/image" Target="../media/image13.png"/><Relationship Id="rId3" Type="http://schemas.openxmlformats.org/officeDocument/2006/relationships/image" Target="../media/image170.png"/><Relationship Id="rId21" Type="http://schemas.openxmlformats.org/officeDocument/2006/relationships/customXml" Target="../ink/ink896.xml"/><Relationship Id="rId34" Type="http://schemas.openxmlformats.org/officeDocument/2006/relationships/image" Target="../media/image108.png"/><Relationship Id="rId7" Type="http://schemas.openxmlformats.org/officeDocument/2006/relationships/image" Target="../media/image210.png"/><Relationship Id="rId12" Type="http://schemas.openxmlformats.org/officeDocument/2006/relationships/customXml" Target="../ink/ink891.xml"/><Relationship Id="rId17" Type="http://schemas.openxmlformats.org/officeDocument/2006/relationships/image" Target="../media/image8.png"/><Relationship Id="rId25" Type="http://schemas.openxmlformats.org/officeDocument/2006/relationships/customXml" Target="../ink/ink899.xml"/><Relationship Id="rId33" Type="http://schemas.openxmlformats.org/officeDocument/2006/relationships/customXml" Target="../ink/ink905.xml"/><Relationship Id="rId2" Type="http://schemas.openxmlformats.org/officeDocument/2006/relationships/notesSlide" Target="../notesSlides/notesSlide10.xml"/><Relationship Id="rId16" Type="http://schemas.openxmlformats.org/officeDocument/2006/relationships/customXml" Target="../ink/ink893.xml"/><Relationship Id="rId20" Type="http://schemas.openxmlformats.org/officeDocument/2006/relationships/image" Target="../media/image101.png"/><Relationship Id="rId29" Type="http://schemas.openxmlformats.org/officeDocument/2006/relationships/customXml" Target="../ink/ink902.xml"/><Relationship Id="rId1" Type="http://schemas.openxmlformats.org/officeDocument/2006/relationships/slideLayout" Target="../slideLayouts/slideLayout11.xml"/><Relationship Id="rId6" Type="http://schemas.openxmlformats.org/officeDocument/2006/relationships/customXml" Target="../ink/ink888.xml"/><Relationship Id="rId11" Type="http://schemas.openxmlformats.org/officeDocument/2006/relationships/image" Target="../media/image212.png"/><Relationship Id="rId24" Type="http://schemas.openxmlformats.org/officeDocument/2006/relationships/image" Target="../media/image11.png"/><Relationship Id="rId32" Type="http://schemas.openxmlformats.org/officeDocument/2006/relationships/image" Target="../media/image31.png"/><Relationship Id="rId5" Type="http://schemas.openxmlformats.org/officeDocument/2006/relationships/image" Target="../media/image209.png"/><Relationship Id="rId15" Type="http://schemas.openxmlformats.org/officeDocument/2006/relationships/image" Target="../media/image49.png"/><Relationship Id="rId23" Type="http://schemas.openxmlformats.org/officeDocument/2006/relationships/customXml" Target="../ink/ink898.xml"/><Relationship Id="rId28" Type="http://schemas.openxmlformats.org/officeDocument/2006/relationships/customXml" Target="../ink/ink901.xml"/><Relationship Id="rId10" Type="http://schemas.openxmlformats.org/officeDocument/2006/relationships/customXml" Target="../ink/ink890.xml"/><Relationship Id="rId19" Type="http://schemas.openxmlformats.org/officeDocument/2006/relationships/customXml" Target="../ink/ink895.xml"/><Relationship Id="rId31" Type="http://schemas.openxmlformats.org/officeDocument/2006/relationships/customXml" Target="../ink/ink904.xml"/><Relationship Id="rId4" Type="http://schemas.openxmlformats.org/officeDocument/2006/relationships/customXml" Target="../ink/ink887.xml"/><Relationship Id="rId9" Type="http://schemas.openxmlformats.org/officeDocument/2006/relationships/image" Target="../media/image211.png"/><Relationship Id="rId14" Type="http://schemas.openxmlformats.org/officeDocument/2006/relationships/customXml" Target="../ink/ink892.xml"/><Relationship Id="rId22" Type="http://schemas.openxmlformats.org/officeDocument/2006/relationships/customXml" Target="../ink/ink897.xml"/><Relationship Id="rId27" Type="http://schemas.openxmlformats.org/officeDocument/2006/relationships/customXml" Target="../ink/ink900.xml"/><Relationship Id="rId30" Type="http://schemas.openxmlformats.org/officeDocument/2006/relationships/customXml" Target="../ink/ink903.xml"/><Relationship Id="rId35" Type="http://schemas.openxmlformats.org/officeDocument/2006/relationships/customXml" Target="../ink/ink906.xml"/><Relationship Id="rId8" Type="http://schemas.openxmlformats.org/officeDocument/2006/relationships/customXml" Target="../ink/ink88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93790" y="1557218"/>
            <a:ext cx="1972747" cy="426244"/>
          </a:xfrm>
          <a:prstGeom prst="roundRect">
            <a:avLst>
              <a:gd name="adj" fmla="val 38315"/>
            </a:avLst>
          </a:prstGeom>
          <a:solidFill>
            <a:srgbClr val="DFE1EC"/>
          </a:solidFill>
          <a:ln/>
        </p:spPr>
      </p:sp>
      <p:sp>
        <p:nvSpPr>
          <p:cNvPr id="4" name="Text 1"/>
          <p:cNvSpPr/>
          <p:nvPr/>
        </p:nvSpPr>
        <p:spPr>
          <a:xfrm>
            <a:off x="929878" y="1625203"/>
            <a:ext cx="1700570" cy="290274"/>
          </a:xfrm>
          <a:prstGeom prst="rect">
            <a:avLst/>
          </a:prstGeom>
          <a:noFill/>
          <a:ln/>
        </p:spPr>
        <p:txBody>
          <a:bodyPr wrap="none" lIns="0" tIns="0" rIns="0" bIns="0" rtlCol="0" anchor="t"/>
          <a:lstStyle/>
          <a:p>
            <a:pPr marL="0" indent="0" algn="l">
              <a:lnSpc>
                <a:spcPts val="2250"/>
              </a:lnSpc>
              <a:buNone/>
            </a:pPr>
            <a:endParaRPr lang="en-US" sz="1400" dirty="0"/>
          </a:p>
        </p:txBody>
      </p:sp>
      <p:sp>
        <p:nvSpPr>
          <p:cNvPr id="5" name="Text 2"/>
          <p:cNvSpPr/>
          <p:nvPr/>
        </p:nvSpPr>
        <p:spPr>
          <a:xfrm>
            <a:off x="793790" y="207418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Automated Task Reminder &amp; Tracking Application</a:t>
            </a:r>
            <a:endParaRPr lang="en-US" sz="4450" dirty="0"/>
          </a:p>
        </p:txBody>
      </p:sp>
      <p:sp>
        <p:nvSpPr>
          <p:cNvPr id="6" name="Text 3"/>
          <p:cNvSpPr/>
          <p:nvPr/>
        </p:nvSpPr>
        <p:spPr>
          <a:xfrm>
            <a:off x="793790" y="4540687"/>
            <a:ext cx="7556421"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People forget daily tasks and deadlines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No proper system to track and manage tasks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Manual tracking leads to missed deadlines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Lack of reminders reduces productivity</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Need for an automated solution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744033"/>
            <a:ext cx="9300091"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Why a Task Reminder is Needed</a:t>
            </a:r>
            <a:endParaRPr lang="en-US" sz="4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3906441"/>
            <a:ext cx="566976" cy="566976"/>
          </a:xfrm>
          <a:prstGeom prst="rect">
            <a:avLst/>
          </a:prstGeom>
        </p:spPr>
      </p:pic>
      <p:sp>
        <p:nvSpPr>
          <p:cNvPr id="4" name="Text 1"/>
          <p:cNvSpPr/>
          <p:nvPr/>
        </p:nvSpPr>
        <p:spPr>
          <a:xfrm>
            <a:off x="1644253" y="39064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Stay Organized</a:t>
            </a:r>
            <a:endParaRPr lang="en-US" sz="2200" dirty="0"/>
          </a:p>
        </p:txBody>
      </p:sp>
      <p:sp>
        <p:nvSpPr>
          <p:cNvPr id="5" name="Text 2"/>
          <p:cNvSpPr/>
          <p:nvPr/>
        </p:nvSpPr>
        <p:spPr>
          <a:xfrm>
            <a:off x="1644253" y="4396859"/>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Helps users keep all tasks in one place and stay on track</a:t>
            </a:r>
            <a:endParaRPr lang="en-US" sz="1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5893" y="3906441"/>
            <a:ext cx="566976" cy="566976"/>
          </a:xfrm>
          <a:prstGeom prst="rect">
            <a:avLst/>
          </a:prstGeom>
        </p:spPr>
      </p:pic>
      <p:sp>
        <p:nvSpPr>
          <p:cNvPr id="7" name="Text 3"/>
          <p:cNvSpPr/>
          <p:nvPr/>
        </p:nvSpPr>
        <p:spPr>
          <a:xfrm>
            <a:off x="6086356" y="39064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Timely Reminders</a:t>
            </a:r>
            <a:endParaRPr lang="en-US" sz="2200" dirty="0"/>
          </a:p>
        </p:txBody>
      </p:sp>
      <p:sp>
        <p:nvSpPr>
          <p:cNvPr id="8" name="Text 4"/>
          <p:cNvSpPr/>
          <p:nvPr/>
        </p:nvSpPr>
        <p:spPr>
          <a:xfrm>
            <a:off x="6086356" y="4396859"/>
            <a:ext cx="3308152" cy="1088708"/>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Sends reminders before deadlines so users never miss important tasks</a:t>
            </a:r>
            <a:endParaRPr lang="en-US" sz="17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77995" y="3906441"/>
            <a:ext cx="566976" cy="566976"/>
          </a:xfrm>
          <a:prstGeom prst="rect">
            <a:avLst/>
          </a:prstGeom>
        </p:spPr>
      </p:pic>
      <p:sp>
        <p:nvSpPr>
          <p:cNvPr id="10" name="Text 5"/>
          <p:cNvSpPr/>
          <p:nvPr/>
        </p:nvSpPr>
        <p:spPr>
          <a:xfrm>
            <a:off x="10528459" y="39064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Saves Time</a:t>
            </a:r>
            <a:endParaRPr lang="en-US" sz="2200" dirty="0"/>
          </a:p>
        </p:txBody>
      </p:sp>
      <p:sp>
        <p:nvSpPr>
          <p:cNvPr id="11" name="Text 6"/>
          <p:cNvSpPr/>
          <p:nvPr/>
        </p:nvSpPr>
        <p:spPr>
          <a:xfrm>
            <a:off x="10528459" y="4396859"/>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Reduces manual effort and improves overall productivity</a:t>
            </a:r>
            <a:endParaRPr lang="en-US" sz="1750" dirty="0"/>
          </a:p>
        </p:txBody>
      </p:sp>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FCA9A6E7-5844-2D24-6834-8189C39F82F7}"/>
                  </a:ext>
                </a:extLst>
              </p14:cNvPr>
              <p14:cNvContentPartPr/>
              <p14:nvPr/>
            </p14:nvContentPartPr>
            <p14:xfrm>
              <a:off x="13189770" y="7932330"/>
              <a:ext cx="137160" cy="68760"/>
            </p14:xfrm>
          </p:contentPart>
        </mc:Choice>
        <mc:Fallback xmlns="">
          <p:pic>
            <p:nvPicPr>
              <p:cNvPr id="13" name="Ink 12">
                <a:extLst>
                  <a:ext uri="{FF2B5EF4-FFF2-40B4-BE49-F238E27FC236}">
                    <a16:creationId xmlns:a16="http://schemas.microsoft.com/office/drawing/2014/main" id="{FCA9A6E7-5844-2D24-6834-8189C39F82F7}"/>
                  </a:ext>
                </a:extLst>
              </p:cNvPr>
              <p:cNvPicPr/>
              <p:nvPr/>
            </p:nvPicPr>
            <p:blipFill>
              <a:blip r:embed="rId7"/>
              <a:stretch>
                <a:fillRect/>
              </a:stretch>
            </p:blipFill>
            <p:spPr>
              <a:xfrm>
                <a:off x="13126770" y="7869690"/>
                <a:ext cx="262800" cy="194400"/>
              </a:xfrm>
              <a:prstGeom prst="rect">
                <a:avLst/>
              </a:prstGeom>
            </p:spPr>
          </p:pic>
        </mc:Fallback>
      </mc:AlternateContent>
      <p:grpSp>
        <p:nvGrpSpPr>
          <p:cNvPr id="162" name="Group 161">
            <a:extLst>
              <a:ext uri="{FF2B5EF4-FFF2-40B4-BE49-F238E27FC236}">
                <a16:creationId xmlns:a16="http://schemas.microsoft.com/office/drawing/2014/main" id="{1455944E-C009-B1A1-8BF9-C27EC86CFF56}"/>
              </a:ext>
            </a:extLst>
          </p:cNvPr>
          <p:cNvGrpSpPr/>
          <p:nvPr/>
        </p:nvGrpSpPr>
        <p:grpSpPr>
          <a:xfrm>
            <a:off x="12812850" y="7840530"/>
            <a:ext cx="1646280" cy="252000"/>
            <a:chOff x="12812850" y="7840530"/>
            <a:chExt cx="1646280" cy="252000"/>
          </a:xfrm>
        </p:grpSpPr>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FCE317C6-0A08-CBB5-E376-E0EBD9A8B928}"/>
                    </a:ext>
                  </a:extLst>
                </p14:cNvPr>
                <p14:cNvContentPartPr/>
                <p14:nvPr/>
              </p14:nvContentPartPr>
              <p14:xfrm>
                <a:off x="13007250" y="7989570"/>
                <a:ext cx="360" cy="360"/>
              </p14:xfrm>
            </p:contentPart>
          </mc:Choice>
          <mc:Fallback xmlns="">
            <p:pic>
              <p:nvPicPr>
                <p:cNvPr id="14" name="Ink 13">
                  <a:extLst>
                    <a:ext uri="{FF2B5EF4-FFF2-40B4-BE49-F238E27FC236}">
                      <a16:creationId xmlns:a16="http://schemas.microsoft.com/office/drawing/2014/main" id="{FCE317C6-0A08-CBB5-E376-E0EBD9A8B928}"/>
                    </a:ext>
                  </a:extLst>
                </p:cNvPr>
                <p:cNvPicPr/>
                <p:nvPr/>
              </p:nvPicPr>
              <p:blipFill>
                <a:blip r:embed="rId9"/>
                <a:stretch>
                  <a:fillRect/>
                </a:stretch>
              </p:blipFill>
              <p:spPr>
                <a:xfrm>
                  <a:off x="12944610" y="7926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76615D45-693F-ABD1-D301-CE7F0D9A1750}"/>
                    </a:ext>
                  </a:extLst>
                </p14:cNvPr>
                <p14:cNvContentPartPr/>
                <p14:nvPr/>
              </p14:nvContentPartPr>
              <p14:xfrm>
                <a:off x="13076010" y="7966530"/>
                <a:ext cx="345600" cy="360"/>
              </p14:xfrm>
            </p:contentPart>
          </mc:Choice>
          <mc:Fallback xmlns="">
            <p:pic>
              <p:nvPicPr>
                <p:cNvPr id="15" name="Ink 14">
                  <a:extLst>
                    <a:ext uri="{FF2B5EF4-FFF2-40B4-BE49-F238E27FC236}">
                      <a16:creationId xmlns:a16="http://schemas.microsoft.com/office/drawing/2014/main" id="{76615D45-693F-ABD1-D301-CE7F0D9A1750}"/>
                    </a:ext>
                  </a:extLst>
                </p:cNvPr>
                <p:cNvPicPr/>
                <p:nvPr/>
              </p:nvPicPr>
              <p:blipFill>
                <a:blip r:embed="rId11"/>
                <a:stretch>
                  <a:fillRect/>
                </a:stretch>
              </p:blipFill>
              <p:spPr>
                <a:xfrm>
                  <a:off x="13013010" y="7903530"/>
                  <a:ext cx="4712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2A42C786-B59B-0176-602C-6521F9980633}"/>
                    </a:ext>
                  </a:extLst>
                </p14:cNvPr>
                <p14:cNvContentPartPr/>
                <p14:nvPr/>
              </p14:nvContentPartPr>
              <p14:xfrm>
                <a:off x="12812850" y="7908570"/>
                <a:ext cx="79920" cy="12600"/>
              </p14:xfrm>
            </p:contentPart>
          </mc:Choice>
          <mc:Fallback xmlns="">
            <p:pic>
              <p:nvPicPr>
                <p:cNvPr id="17" name="Ink 16">
                  <a:extLst>
                    <a:ext uri="{FF2B5EF4-FFF2-40B4-BE49-F238E27FC236}">
                      <a16:creationId xmlns:a16="http://schemas.microsoft.com/office/drawing/2014/main" id="{2A42C786-B59B-0176-602C-6521F9980633}"/>
                    </a:ext>
                  </a:extLst>
                </p:cNvPr>
                <p:cNvPicPr/>
                <p:nvPr/>
              </p:nvPicPr>
              <p:blipFill>
                <a:blip r:embed="rId13"/>
                <a:stretch>
                  <a:fillRect/>
                </a:stretch>
              </p:blipFill>
              <p:spPr>
                <a:xfrm>
                  <a:off x="12750210" y="7845930"/>
                  <a:ext cx="2055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A2276AB0-48CD-C317-B4DF-E58338C67636}"/>
                    </a:ext>
                  </a:extLst>
                </p14:cNvPr>
                <p14:cNvContentPartPr/>
                <p14:nvPr/>
              </p14:nvContentPartPr>
              <p14:xfrm>
                <a:off x="12961530" y="7909290"/>
                <a:ext cx="2160" cy="360"/>
              </p14:xfrm>
            </p:contentPart>
          </mc:Choice>
          <mc:Fallback xmlns="">
            <p:pic>
              <p:nvPicPr>
                <p:cNvPr id="18" name="Ink 17">
                  <a:extLst>
                    <a:ext uri="{FF2B5EF4-FFF2-40B4-BE49-F238E27FC236}">
                      <a16:creationId xmlns:a16="http://schemas.microsoft.com/office/drawing/2014/main" id="{A2276AB0-48CD-C317-B4DF-E58338C67636}"/>
                    </a:ext>
                  </a:extLst>
                </p:cNvPr>
                <p:cNvPicPr/>
                <p:nvPr/>
              </p:nvPicPr>
              <p:blipFill>
                <a:blip r:embed="rId15"/>
                <a:stretch>
                  <a:fillRect/>
                </a:stretch>
              </p:blipFill>
              <p:spPr>
                <a:xfrm>
                  <a:off x="12898530" y="784629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C60C0F02-FE4D-179D-8324-E350B9F7A204}"/>
                    </a:ext>
                  </a:extLst>
                </p14:cNvPr>
                <p14:cNvContentPartPr/>
                <p14:nvPr/>
              </p14:nvContentPartPr>
              <p14:xfrm>
                <a:off x="13018770" y="7909290"/>
                <a:ext cx="2160" cy="360"/>
              </p14:xfrm>
            </p:contentPart>
          </mc:Choice>
          <mc:Fallback xmlns="">
            <p:pic>
              <p:nvPicPr>
                <p:cNvPr id="19" name="Ink 18">
                  <a:extLst>
                    <a:ext uri="{FF2B5EF4-FFF2-40B4-BE49-F238E27FC236}">
                      <a16:creationId xmlns:a16="http://schemas.microsoft.com/office/drawing/2014/main" id="{C60C0F02-FE4D-179D-8324-E350B9F7A204}"/>
                    </a:ext>
                  </a:extLst>
                </p:cNvPr>
                <p:cNvPicPr/>
                <p:nvPr/>
              </p:nvPicPr>
              <p:blipFill>
                <a:blip r:embed="rId15"/>
                <a:stretch>
                  <a:fillRect/>
                </a:stretch>
              </p:blipFill>
              <p:spPr>
                <a:xfrm>
                  <a:off x="12955770" y="784629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1E5C8252-CA19-FBB2-E19F-632BED38B12A}"/>
                    </a:ext>
                  </a:extLst>
                </p14:cNvPr>
                <p14:cNvContentPartPr/>
                <p14:nvPr/>
              </p14:nvContentPartPr>
              <p14:xfrm>
                <a:off x="13098690" y="7909290"/>
                <a:ext cx="13680" cy="360"/>
              </p14:xfrm>
            </p:contentPart>
          </mc:Choice>
          <mc:Fallback xmlns="">
            <p:pic>
              <p:nvPicPr>
                <p:cNvPr id="20" name="Ink 19">
                  <a:extLst>
                    <a:ext uri="{FF2B5EF4-FFF2-40B4-BE49-F238E27FC236}">
                      <a16:creationId xmlns:a16="http://schemas.microsoft.com/office/drawing/2014/main" id="{1E5C8252-CA19-FBB2-E19F-632BED38B12A}"/>
                    </a:ext>
                  </a:extLst>
                </p:cNvPr>
                <p:cNvPicPr/>
                <p:nvPr/>
              </p:nvPicPr>
              <p:blipFill>
                <a:blip r:embed="rId18"/>
                <a:stretch>
                  <a:fillRect/>
                </a:stretch>
              </p:blipFill>
              <p:spPr>
                <a:xfrm>
                  <a:off x="13035690" y="784629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1" name="Ink 20">
                  <a:extLst>
                    <a:ext uri="{FF2B5EF4-FFF2-40B4-BE49-F238E27FC236}">
                      <a16:creationId xmlns:a16="http://schemas.microsoft.com/office/drawing/2014/main" id="{217C9800-4510-F6A7-1803-7C868A5332EB}"/>
                    </a:ext>
                  </a:extLst>
                </p14:cNvPr>
                <p14:cNvContentPartPr/>
                <p14:nvPr/>
              </p14:nvContentPartPr>
              <p14:xfrm>
                <a:off x="13133250" y="7909290"/>
                <a:ext cx="360" cy="360"/>
              </p14:xfrm>
            </p:contentPart>
          </mc:Choice>
          <mc:Fallback xmlns="">
            <p:pic>
              <p:nvPicPr>
                <p:cNvPr id="21" name="Ink 20">
                  <a:extLst>
                    <a:ext uri="{FF2B5EF4-FFF2-40B4-BE49-F238E27FC236}">
                      <a16:creationId xmlns:a16="http://schemas.microsoft.com/office/drawing/2014/main" id="{217C9800-4510-F6A7-1803-7C868A5332EB}"/>
                    </a:ext>
                  </a:extLst>
                </p:cNvPr>
                <p:cNvPicPr/>
                <p:nvPr/>
              </p:nvPicPr>
              <p:blipFill>
                <a:blip r:embed="rId9"/>
                <a:stretch>
                  <a:fillRect/>
                </a:stretch>
              </p:blipFill>
              <p:spPr>
                <a:xfrm>
                  <a:off x="1307025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93B41D50-50D9-BAFE-2061-21F433619472}"/>
                    </a:ext>
                  </a:extLst>
                </p14:cNvPr>
                <p14:cNvContentPartPr/>
                <p14:nvPr/>
              </p14:nvContentPartPr>
              <p14:xfrm>
                <a:off x="13114890" y="7909290"/>
                <a:ext cx="6840" cy="360"/>
              </p14:xfrm>
            </p:contentPart>
          </mc:Choice>
          <mc:Fallback xmlns="">
            <p:pic>
              <p:nvPicPr>
                <p:cNvPr id="22" name="Ink 21">
                  <a:extLst>
                    <a:ext uri="{FF2B5EF4-FFF2-40B4-BE49-F238E27FC236}">
                      <a16:creationId xmlns:a16="http://schemas.microsoft.com/office/drawing/2014/main" id="{93B41D50-50D9-BAFE-2061-21F433619472}"/>
                    </a:ext>
                  </a:extLst>
                </p:cNvPr>
                <p:cNvPicPr/>
                <p:nvPr/>
              </p:nvPicPr>
              <p:blipFill>
                <a:blip r:embed="rId21"/>
                <a:stretch>
                  <a:fillRect/>
                </a:stretch>
              </p:blipFill>
              <p:spPr>
                <a:xfrm>
                  <a:off x="13051890" y="784629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9FC1A73A-8197-5312-3695-A44424FA64A4}"/>
                    </a:ext>
                  </a:extLst>
                </p14:cNvPr>
                <p14:cNvContentPartPr/>
                <p14:nvPr/>
              </p14:nvContentPartPr>
              <p14:xfrm>
                <a:off x="13058010" y="7909290"/>
                <a:ext cx="6840" cy="360"/>
              </p14:xfrm>
            </p:contentPart>
          </mc:Choice>
          <mc:Fallback xmlns="">
            <p:pic>
              <p:nvPicPr>
                <p:cNvPr id="23" name="Ink 22">
                  <a:extLst>
                    <a:ext uri="{FF2B5EF4-FFF2-40B4-BE49-F238E27FC236}">
                      <a16:creationId xmlns:a16="http://schemas.microsoft.com/office/drawing/2014/main" id="{9FC1A73A-8197-5312-3695-A44424FA64A4}"/>
                    </a:ext>
                  </a:extLst>
                </p:cNvPr>
                <p:cNvPicPr/>
                <p:nvPr/>
              </p:nvPicPr>
              <p:blipFill>
                <a:blip r:embed="rId21"/>
                <a:stretch>
                  <a:fillRect/>
                </a:stretch>
              </p:blipFill>
              <p:spPr>
                <a:xfrm>
                  <a:off x="12995010" y="784629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4" name="Ink 23">
                  <a:extLst>
                    <a:ext uri="{FF2B5EF4-FFF2-40B4-BE49-F238E27FC236}">
                      <a16:creationId xmlns:a16="http://schemas.microsoft.com/office/drawing/2014/main" id="{CF8F4F93-21AE-73C1-6C21-C22B15046B65}"/>
                    </a:ext>
                  </a:extLst>
                </p14:cNvPr>
                <p14:cNvContentPartPr/>
                <p14:nvPr/>
              </p14:nvContentPartPr>
              <p14:xfrm>
                <a:off x="12996090" y="7909290"/>
                <a:ext cx="360" cy="360"/>
              </p14:xfrm>
            </p:contentPart>
          </mc:Choice>
          <mc:Fallback xmlns="">
            <p:pic>
              <p:nvPicPr>
                <p:cNvPr id="24" name="Ink 23">
                  <a:extLst>
                    <a:ext uri="{FF2B5EF4-FFF2-40B4-BE49-F238E27FC236}">
                      <a16:creationId xmlns:a16="http://schemas.microsoft.com/office/drawing/2014/main" id="{CF8F4F93-21AE-73C1-6C21-C22B15046B65}"/>
                    </a:ext>
                  </a:extLst>
                </p:cNvPr>
                <p:cNvPicPr/>
                <p:nvPr/>
              </p:nvPicPr>
              <p:blipFill>
                <a:blip r:embed="rId9"/>
                <a:stretch>
                  <a:fillRect/>
                </a:stretch>
              </p:blipFill>
              <p:spPr>
                <a:xfrm>
                  <a:off x="129330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5" name="Ink 24">
                  <a:extLst>
                    <a:ext uri="{FF2B5EF4-FFF2-40B4-BE49-F238E27FC236}">
                      <a16:creationId xmlns:a16="http://schemas.microsoft.com/office/drawing/2014/main" id="{A3A82A2B-7A1F-C803-44AA-FED11795E67A}"/>
                    </a:ext>
                  </a:extLst>
                </p14:cNvPr>
                <p14:cNvContentPartPr/>
                <p14:nvPr/>
              </p14:nvContentPartPr>
              <p14:xfrm>
                <a:off x="12996090" y="7909290"/>
                <a:ext cx="360" cy="360"/>
              </p14:xfrm>
            </p:contentPart>
          </mc:Choice>
          <mc:Fallback xmlns="">
            <p:pic>
              <p:nvPicPr>
                <p:cNvPr id="25" name="Ink 24">
                  <a:extLst>
                    <a:ext uri="{FF2B5EF4-FFF2-40B4-BE49-F238E27FC236}">
                      <a16:creationId xmlns:a16="http://schemas.microsoft.com/office/drawing/2014/main" id="{A3A82A2B-7A1F-C803-44AA-FED11795E67A}"/>
                    </a:ext>
                  </a:extLst>
                </p:cNvPr>
                <p:cNvPicPr/>
                <p:nvPr/>
              </p:nvPicPr>
              <p:blipFill>
                <a:blip r:embed="rId9"/>
                <a:stretch>
                  <a:fillRect/>
                </a:stretch>
              </p:blipFill>
              <p:spPr>
                <a:xfrm>
                  <a:off x="129330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6" name="Ink 25">
                  <a:extLst>
                    <a:ext uri="{FF2B5EF4-FFF2-40B4-BE49-F238E27FC236}">
                      <a16:creationId xmlns:a16="http://schemas.microsoft.com/office/drawing/2014/main" id="{16A5AC68-2405-7194-A59A-70774FF3E59B}"/>
                    </a:ext>
                  </a:extLst>
                </p14:cNvPr>
                <p14:cNvContentPartPr/>
                <p14:nvPr/>
              </p14:nvContentPartPr>
              <p14:xfrm>
                <a:off x="12996090" y="7893450"/>
                <a:ext cx="39960" cy="16200"/>
              </p14:xfrm>
            </p:contentPart>
          </mc:Choice>
          <mc:Fallback xmlns="">
            <p:pic>
              <p:nvPicPr>
                <p:cNvPr id="26" name="Ink 25">
                  <a:extLst>
                    <a:ext uri="{FF2B5EF4-FFF2-40B4-BE49-F238E27FC236}">
                      <a16:creationId xmlns:a16="http://schemas.microsoft.com/office/drawing/2014/main" id="{16A5AC68-2405-7194-A59A-70774FF3E59B}"/>
                    </a:ext>
                  </a:extLst>
                </p:cNvPr>
                <p:cNvPicPr/>
                <p:nvPr/>
              </p:nvPicPr>
              <p:blipFill>
                <a:blip r:embed="rId26"/>
                <a:stretch>
                  <a:fillRect/>
                </a:stretch>
              </p:blipFill>
              <p:spPr>
                <a:xfrm>
                  <a:off x="12933090" y="7830810"/>
                  <a:ext cx="1656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7" name="Ink 26">
                  <a:extLst>
                    <a:ext uri="{FF2B5EF4-FFF2-40B4-BE49-F238E27FC236}">
                      <a16:creationId xmlns:a16="http://schemas.microsoft.com/office/drawing/2014/main" id="{5CF24C83-8F19-8B88-2A4B-C07A002BC889}"/>
                    </a:ext>
                  </a:extLst>
                </p14:cNvPr>
                <p14:cNvContentPartPr/>
                <p14:nvPr/>
              </p14:nvContentPartPr>
              <p14:xfrm>
                <a:off x="13052610" y="7886610"/>
                <a:ext cx="6840" cy="360"/>
              </p14:xfrm>
            </p:contentPart>
          </mc:Choice>
          <mc:Fallback xmlns="">
            <p:pic>
              <p:nvPicPr>
                <p:cNvPr id="27" name="Ink 26">
                  <a:extLst>
                    <a:ext uri="{FF2B5EF4-FFF2-40B4-BE49-F238E27FC236}">
                      <a16:creationId xmlns:a16="http://schemas.microsoft.com/office/drawing/2014/main" id="{5CF24C83-8F19-8B88-2A4B-C07A002BC889}"/>
                    </a:ext>
                  </a:extLst>
                </p:cNvPr>
                <p:cNvPicPr/>
                <p:nvPr/>
              </p:nvPicPr>
              <p:blipFill>
                <a:blip r:embed="rId28"/>
                <a:stretch>
                  <a:fillRect/>
                </a:stretch>
              </p:blipFill>
              <p:spPr>
                <a:xfrm>
                  <a:off x="12989970" y="782361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8" name="Ink 27">
                  <a:extLst>
                    <a:ext uri="{FF2B5EF4-FFF2-40B4-BE49-F238E27FC236}">
                      <a16:creationId xmlns:a16="http://schemas.microsoft.com/office/drawing/2014/main" id="{EF6C2D5E-B32C-76E6-73C5-D041CD203537}"/>
                    </a:ext>
                  </a:extLst>
                </p14:cNvPr>
                <p14:cNvContentPartPr/>
                <p14:nvPr/>
              </p14:nvContentPartPr>
              <p14:xfrm>
                <a:off x="13144410" y="7886610"/>
                <a:ext cx="33120" cy="360"/>
              </p14:xfrm>
            </p:contentPart>
          </mc:Choice>
          <mc:Fallback xmlns="">
            <p:pic>
              <p:nvPicPr>
                <p:cNvPr id="28" name="Ink 27">
                  <a:extLst>
                    <a:ext uri="{FF2B5EF4-FFF2-40B4-BE49-F238E27FC236}">
                      <a16:creationId xmlns:a16="http://schemas.microsoft.com/office/drawing/2014/main" id="{EF6C2D5E-B32C-76E6-73C5-D041CD203537}"/>
                    </a:ext>
                  </a:extLst>
                </p:cNvPr>
                <p:cNvPicPr/>
                <p:nvPr/>
              </p:nvPicPr>
              <p:blipFill>
                <a:blip r:embed="rId30"/>
                <a:stretch>
                  <a:fillRect/>
                </a:stretch>
              </p:blipFill>
              <p:spPr>
                <a:xfrm>
                  <a:off x="13081770" y="7823610"/>
                  <a:ext cx="1587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9" name="Ink 28">
                  <a:extLst>
                    <a:ext uri="{FF2B5EF4-FFF2-40B4-BE49-F238E27FC236}">
                      <a16:creationId xmlns:a16="http://schemas.microsoft.com/office/drawing/2014/main" id="{3E884F89-B524-BECF-5709-273325F12652}"/>
                    </a:ext>
                  </a:extLst>
                </p14:cNvPr>
                <p14:cNvContentPartPr/>
                <p14:nvPr/>
              </p14:nvContentPartPr>
              <p14:xfrm>
                <a:off x="13201650" y="7886610"/>
                <a:ext cx="360" cy="360"/>
              </p14:xfrm>
            </p:contentPart>
          </mc:Choice>
          <mc:Fallback xmlns="">
            <p:pic>
              <p:nvPicPr>
                <p:cNvPr id="29" name="Ink 28">
                  <a:extLst>
                    <a:ext uri="{FF2B5EF4-FFF2-40B4-BE49-F238E27FC236}">
                      <a16:creationId xmlns:a16="http://schemas.microsoft.com/office/drawing/2014/main" id="{3E884F89-B524-BECF-5709-273325F12652}"/>
                    </a:ext>
                  </a:extLst>
                </p:cNvPr>
                <p:cNvPicPr/>
                <p:nvPr/>
              </p:nvPicPr>
              <p:blipFill>
                <a:blip r:embed="rId9"/>
                <a:stretch>
                  <a:fillRect/>
                </a:stretch>
              </p:blipFill>
              <p:spPr>
                <a:xfrm>
                  <a:off x="1313901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58162046-9E09-2AED-F4B8-18CEDECD7AB5}"/>
                    </a:ext>
                  </a:extLst>
                </p14:cNvPr>
                <p14:cNvContentPartPr/>
                <p14:nvPr/>
              </p14:nvContentPartPr>
              <p14:xfrm>
                <a:off x="13201650" y="7886610"/>
                <a:ext cx="360" cy="360"/>
              </p14:xfrm>
            </p:contentPart>
          </mc:Choice>
          <mc:Fallback xmlns="">
            <p:pic>
              <p:nvPicPr>
                <p:cNvPr id="30" name="Ink 29">
                  <a:extLst>
                    <a:ext uri="{FF2B5EF4-FFF2-40B4-BE49-F238E27FC236}">
                      <a16:creationId xmlns:a16="http://schemas.microsoft.com/office/drawing/2014/main" id="{58162046-9E09-2AED-F4B8-18CEDECD7AB5}"/>
                    </a:ext>
                  </a:extLst>
                </p:cNvPr>
                <p:cNvPicPr/>
                <p:nvPr/>
              </p:nvPicPr>
              <p:blipFill>
                <a:blip r:embed="rId9"/>
                <a:stretch>
                  <a:fillRect/>
                </a:stretch>
              </p:blipFill>
              <p:spPr>
                <a:xfrm>
                  <a:off x="1313901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1" name="Ink 30">
                  <a:extLst>
                    <a:ext uri="{FF2B5EF4-FFF2-40B4-BE49-F238E27FC236}">
                      <a16:creationId xmlns:a16="http://schemas.microsoft.com/office/drawing/2014/main" id="{E09716E4-99C3-B724-B6CB-01FA832CD50F}"/>
                    </a:ext>
                  </a:extLst>
                </p14:cNvPr>
                <p14:cNvContentPartPr/>
                <p14:nvPr/>
              </p14:nvContentPartPr>
              <p14:xfrm>
                <a:off x="13338810" y="7886610"/>
                <a:ext cx="13680" cy="360"/>
              </p14:xfrm>
            </p:contentPart>
          </mc:Choice>
          <mc:Fallback xmlns="">
            <p:pic>
              <p:nvPicPr>
                <p:cNvPr id="31" name="Ink 30">
                  <a:extLst>
                    <a:ext uri="{FF2B5EF4-FFF2-40B4-BE49-F238E27FC236}">
                      <a16:creationId xmlns:a16="http://schemas.microsoft.com/office/drawing/2014/main" id="{E09716E4-99C3-B724-B6CB-01FA832CD50F}"/>
                    </a:ext>
                  </a:extLst>
                </p:cNvPr>
                <p:cNvPicPr/>
                <p:nvPr/>
              </p:nvPicPr>
              <p:blipFill>
                <a:blip r:embed="rId18"/>
                <a:stretch>
                  <a:fillRect/>
                </a:stretch>
              </p:blipFill>
              <p:spPr>
                <a:xfrm>
                  <a:off x="13276170" y="782361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2" name="Ink 31">
                  <a:extLst>
                    <a:ext uri="{FF2B5EF4-FFF2-40B4-BE49-F238E27FC236}">
                      <a16:creationId xmlns:a16="http://schemas.microsoft.com/office/drawing/2014/main" id="{D02F7D75-A69A-E828-4E84-5B9EA7EE029F}"/>
                    </a:ext>
                  </a:extLst>
                </p14:cNvPr>
                <p14:cNvContentPartPr/>
                <p14:nvPr/>
              </p14:nvContentPartPr>
              <p14:xfrm>
                <a:off x="13373010" y="7886610"/>
                <a:ext cx="360" cy="360"/>
              </p14:xfrm>
            </p:contentPart>
          </mc:Choice>
          <mc:Fallback xmlns="">
            <p:pic>
              <p:nvPicPr>
                <p:cNvPr id="32" name="Ink 31">
                  <a:extLst>
                    <a:ext uri="{FF2B5EF4-FFF2-40B4-BE49-F238E27FC236}">
                      <a16:creationId xmlns:a16="http://schemas.microsoft.com/office/drawing/2014/main" id="{D02F7D75-A69A-E828-4E84-5B9EA7EE029F}"/>
                    </a:ext>
                  </a:extLst>
                </p:cNvPr>
                <p:cNvPicPr/>
                <p:nvPr/>
              </p:nvPicPr>
              <p:blipFill>
                <a:blip r:embed="rId9"/>
                <a:stretch>
                  <a:fillRect/>
                </a:stretch>
              </p:blipFill>
              <p:spPr>
                <a:xfrm>
                  <a:off x="1331001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3" name="Ink 32">
                  <a:extLst>
                    <a:ext uri="{FF2B5EF4-FFF2-40B4-BE49-F238E27FC236}">
                      <a16:creationId xmlns:a16="http://schemas.microsoft.com/office/drawing/2014/main" id="{9ADAB11B-F347-E50B-FC4B-2BE3D0E0B670}"/>
                    </a:ext>
                  </a:extLst>
                </p14:cNvPr>
                <p14:cNvContentPartPr/>
                <p14:nvPr/>
              </p14:nvContentPartPr>
              <p14:xfrm>
                <a:off x="13370850" y="7886610"/>
                <a:ext cx="2160" cy="360"/>
              </p14:xfrm>
            </p:contentPart>
          </mc:Choice>
          <mc:Fallback xmlns="">
            <p:pic>
              <p:nvPicPr>
                <p:cNvPr id="33" name="Ink 32">
                  <a:extLst>
                    <a:ext uri="{FF2B5EF4-FFF2-40B4-BE49-F238E27FC236}">
                      <a16:creationId xmlns:a16="http://schemas.microsoft.com/office/drawing/2014/main" id="{9ADAB11B-F347-E50B-FC4B-2BE3D0E0B670}"/>
                    </a:ext>
                  </a:extLst>
                </p:cNvPr>
                <p:cNvPicPr/>
                <p:nvPr/>
              </p:nvPicPr>
              <p:blipFill>
                <a:blip r:embed="rId36"/>
                <a:stretch>
                  <a:fillRect/>
                </a:stretch>
              </p:blipFill>
              <p:spPr>
                <a:xfrm>
                  <a:off x="13308210" y="782361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4" name="Ink 33">
                  <a:extLst>
                    <a:ext uri="{FF2B5EF4-FFF2-40B4-BE49-F238E27FC236}">
                      <a16:creationId xmlns:a16="http://schemas.microsoft.com/office/drawing/2014/main" id="{DCF492A0-F79E-9A23-8921-DEF5FF9A351C}"/>
                    </a:ext>
                  </a:extLst>
                </p14:cNvPr>
                <p14:cNvContentPartPr/>
                <p14:nvPr/>
              </p14:nvContentPartPr>
              <p14:xfrm>
                <a:off x="13300290" y="7886610"/>
                <a:ext cx="15840" cy="7200"/>
              </p14:xfrm>
            </p:contentPart>
          </mc:Choice>
          <mc:Fallback xmlns="">
            <p:pic>
              <p:nvPicPr>
                <p:cNvPr id="34" name="Ink 33">
                  <a:extLst>
                    <a:ext uri="{FF2B5EF4-FFF2-40B4-BE49-F238E27FC236}">
                      <a16:creationId xmlns:a16="http://schemas.microsoft.com/office/drawing/2014/main" id="{DCF492A0-F79E-9A23-8921-DEF5FF9A351C}"/>
                    </a:ext>
                  </a:extLst>
                </p:cNvPr>
                <p:cNvPicPr/>
                <p:nvPr/>
              </p:nvPicPr>
              <p:blipFill>
                <a:blip r:embed="rId38"/>
                <a:stretch>
                  <a:fillRect/>
                </a:stretch>
              </p:blipFill>
              <p:spPr>
                <a:xfrm>
                  <a:off x="13237650" y="7823610"/>
                  <a:ext cx="1414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5" name="Ink 34">
                  <a:extLst>
                    <a:ext uri="{FF2B5EF4-FFF2-40B4-BE49-F238E27FC236}">
                      <a16:creationId xmlns:a16="http://schemas.microsoft.com/office/drawing/2014/main" id="{4AE69D5B-8C3B-A4EA-6479-BDF6140007A5}"/>
                    </a:ext>
                  </a:extLst>
                </p14:cNvPr>
                <p14:cNvContentPartPr/>
                <p14:nvPr/>
              </p14:nvContentPartPr>
              <p14:xfrm>
                <a:off x="13256370" y="7897770"/>
                <a:ext cx="2160" cy="360"/>
              </p14:xfrm>
            </p:contentPart>
          </mc:Choice>
          <mc:Fallback xmlns="">
            <p:pic>
              <p:nvPicPr>
                <p:cNvPr id="35" name="Ink 34">
                  <a:extLst>
                    <a:ext uri="{FF2B5EF4-FFF2-40B4-BE49-F238E27FC236}">
                      <a16:creationId xmlns:a16="http://schemas.microsoft.com/office/drawing/2014/main" id="{4AE69D5B-8C3B-A4EA-6479-BDF6140007A5}"/>
                    </a:ext>
                  </a:extLst>
                </p:cNvPr>
                <p:cNvPicPr/>
                <p:nvPr/>
              </p:nvPicPr>
              <p:blipFill>
                <a:blip r:embed="rId36"/>
                <a:stretch>
                  <a:fillRect/>
                </a:stretch>
              </p:blipFill>
              <p:spPr>
                <a:xfrm>
                  <a:off x="13193730" y="78351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6" name="Ink 35">
                  <a:extLst>
                    <a:ext uri="{FF2B5EF4-FFF2-40B4-BE49-F238E27FC236}">
                      <a16:creationId xmlns:a16="http://schemas.microsoft.com/office/drawing/2014/main" id="{846A2EA1-CB5C-7BE1-92EF-AF9CC968B1FF}"/>
                    </a:ext>
                  </a:extLst>
                </p14:cNvPr>
                <p14:cNvContentPartPr/>
                <p14:nvPr/>
              </p14:nvContentPartPr>
              <p14:xfrm>
                <a:off x="13247010" y="7886610"/>
                <a:ext cx="360" cy="360"/>
              </p14:xfrm>
            </p:contentPart>
          </mc:Choice>
          <mc:Fallback xmlns="">
            <p:pic>
              <p:nvPicPr>
                <p:cNvPr id="36" name="Ink 35">
                  <a:extLst>
                    <a:ext uri="{FF2B5EF4-FFF2-40B4-BE49-F238E27FC236}">
                      <a16:creationId xmlns:a16="http://schemas.microsoft.com/office/drawing/2014/main" id="{846A2EA1-CB5C-7BE1-92EF-AF9CC968B1FF}"/>
                    </a:ext>
                  </a:extLst>
                </p:cNvPr>
                <p:cNvPicPr/>
                <p:nvPr/>
              </p:nvPicPr>
              <p:blipFill>
                <a:blip r:embed="rId9"/>
                <a:stretch>
                  <a:fillRect/>
                </a:stretch>
              </p:blipFill>
              <p:spPr>
                <a:xfrm>
                  <a:off x="1318437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7" name="Ink 36">
                  <a:extLst>
                    <a:ext uri="{FF2B5EF4-FFF2-40B4-BE49-F238E27FC236}">
                      <a16:creationId xmlns:a16="http://schemas.microsoft.com/office/drawing/2014/main" id="{E6B27885-9DCA-E39F-9D01-18DFFAFD29A3}"/>
                    </a:ext>
                  </a:extLst>
                </p14:cNvPr>
                <p14:cNvContentPartPr/>
                <p14:nvPr/>
              </p14:nvContentPartPr>
              <p14:xfrm>
                <a:off x="13247010" y="7886610"/>
                <a:ext cx="360" cy="360"/>
              </p14:xfrm>
            </p:contentPart>
          </mc:Choice>
          <mc:Fallback xmlns="">
            <p:pic>
              <p:nvPicPr>
                <p:cNvPr id="37" name="Ink 36">
                  <a:extLst>
                    <a:ext uri="{FF2B5EF4-FFF2-40B4-BE49-F238E27FC236}">
                      <a16:creationId xmlns:a16="http://schemas.microsoft.com/office/drawing/2014/main" id="{E6B27885-9DCA-E39F-9D01-18DFFAFD29A3}"/>
                    </a:ext>
                  </a:extLst>
                </p:cNvPr>
                <p:cNvPicPr/>
                <p:nvPr/>
              </p:nvPicPr>
              <p:blipFill>
                <a:blip r:embed="rId9"/>
                <a:stretch>
                  <a:fillRect/>
                </a:stretch>
              </p:blipFill>
              <p:spPr>
                <a:xfrm>
                  <a:off x="1318437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6328D2E6-A976-D527-47D6-5B39AE398C99}"/>
                    </a:ext>
                  </a:extLst>
                </p14:cNvPr>
                <p14:cNvContentPartPr/>
                <p14:nvPr/>
              </p14:nvContentPartPr>
              <p14:xfrm>
                <a:off x="13247010" y="7886610"/>
                <a:ext cx="360" cy="360"/>
              </p14:xfrm>
            </p:contentPart>
          </mc:Choice>
          <mc:Fallback xmlns="">
            <p:pic>
              <p:nvPicPr>
                <p:cNvPr id="38" name="Ink 37">
                  <a:extLst>
                    <a:ext uri="{FF2B5EF4-FFF2-40B4-BE49-F238E27FC236}">
                      <a16:creationId xmlns:a16="http://schemas.microsoft.com/office/drawing/2014/main" id="{6328D2E6-A976-D527-47D6-5B39AE398C99}"/>
                    </a:ext>
                  </a:extLst>
                </p:cNvPr>
                <p:cNvPicPr/>
                <p:nvPr/>
              </p:nvPicPr>
              <p:blipFill>
                <a:blip r:embed="rId9"/>
                <a:stretch>
                  <a:fillRect/>
                </a:stretch>
              </p:blipFill>
              <p:spPr>
                <a:xfrm>
                  <a:off x="1318437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9" name="Ink 38">
                  <a:extLst>
                    <a:ext uri="{FF2B5EF4-FFF2-40B4-BE49-F238E27FC236}">
                      <a16:creationId xmlns:a16="http://schemas.microsoft.com/office/drawing/2014/main" id="{9D7D0211-5D8B-5E8C-58A4-E8E1850FF660}"/>
                    </a:ext>
                  </a:extLst>
                </p14:cNvPr>
                <p14:cNvContentPartPr/>
                <p14:nvPr/>
              </p14:nvContentPartPr>
              <p14:xfrm>
                <a:off x="13361490" y="7886610"/>
                <a:ext cx="2160" cy="360"/>
              </p14:xfrm>
            </p:contentPart>
          </mc:Choice>
          <mc:Fallback xmlns="">
            <p:pic>
              <p:nvPicPr>
                <p:cNvPr id="39" name="Ink 38">
                  <a:extLst>
                    <a:ext uri="{FF2B5EF4-FFF2-40B4-BE49-F238E27FC236}">
                      <a16:creationId xmlns:a16="http://schemas.microsoft.com/office/drawing/2014/main" id="{9D7D0211-5D8B-5E8C-58A4-E8E1850FF660}"/>
                    </a:ext>
                  </a:extLst>
                </p:cNvPr>
                <p:cNvPicPr/>
                <p:nvPr/>
              </p:nvPicPr>
              <p:blipFill>
                <a:blip r:embed="rId36"/>
                <a:stretch>
                  <a:fillRect/>
                </a:stretch>
              </p:blipFill>
              <p:spPr>
                <a:xfrm>
                  <a:off x="13298850" y="782361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0" name="Ink 39">
                  <a:extLst>
                    <a:ext uri="{FF2B5EF4-FFF2-40B4-BE49-F238E27FC236}">
                      <a16:creationId xmlns:a16="http://schemas.microsoft.com/office/drawing/2014/main" id="{B8CABBA3-9323-8D25-E6E8-9E6DA3470695}"/>
                    </a:ext>
                  </a:extLst>
                </p14:cNvPr>
                <p14:cNvContentPartPr/>
                <p14:nvPr/>
              </p14:nvContentPartPr>
              <p14:xfrm>
                <a:off x="13373010" y="7886610"/>
                <a:ext cx="100440" cy="360"/>
              </p14:xfrm>
            </p:contentPart>
          </mc:Choice>
          <mc:Fallback xmlns="">
            <p:pic>
              <p:nvPicPr>
                <p:cNvPr id="40" name="Ink 39">
                  <a:extLst>
                    <a:ext uri="{FF2B5EF4-FFF2-40B4-BE49-F238E27FC236}">
                      <a16:creationId xmlns:a16="http://schemas.microsoft.com/office/drawing/2014/main" id="{B8CABBA3-9323-8D25-E6E8-9E6DA3470695}"/>
                    </a:ext>
                  </a:extLst>
                </p:cNvPr>
                <p:cNvPicPr/>
                <p:nvPr/>
              </p:nvPicPr>
              <p:blipFill>
                <a:blip r:embed="rId45"/>
                <a:stretch>
                  <a:fillRect/>
                </a:stretch>
              </p:blipFill>
              <p:spPr>
                <a:xfrm>
                  <a:off x="13310010" y="7823610"/>
                  <a:ext cx="2260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1" name="Ink 40">
                  <a:extLst>
                    <a:ext uri="{FF2B5EF4-FFF2-40B4-BE49-F238E27FC236}">
                      <a16:creationId xmlns:a16="http://schemas.microsoft.com/office/drawing/2014/main" id="{7BBF7E96-D2F8-1D68-8864-455945E43146}"/>
                    </a:ext>
                  </a:extLst>
                </p14:cNvPr>
                <p14:cNvContentPartPr/>
                <p14:nvPr/>
              </p14:nvContentPartPr>
              <p14:xfrm>
                <a:off x="13532850" y="7897770"/>
                <a:ext cx="360" cy="360"/>
              </p14:xfrm>
            </p:contentPart>
          </mc:Choice>
          <mc:Fallback xmlns="">
            <p:pic>
              <p:nvPicPr>
                <p:cNvPr id="41" name="Ink 40">
                  <a:extLst>
                    <a:ext uri="{FF2B5EF4-FFF2-40B4-BE49-F238E27FC236}">
                      <a16:creationId xmlns:a16="http://schemas.microsoft.com/office/drawing/2014/main" id="{7BBF7E96-D2F8-1D68-8864-455945E43146}"/>
                    </a:ext>
                  </a:extLst>
                </p:cNvPr>
                <p:cNvPicPr/>
                <p:nvPr/>
              </p:nvPicPr>
              <p:blipFill>
                <a:blip r:embed="rId9"/>
                <a:stretch>
                  <a:fillRect/>
                </a:stretch>
              </p:blipFill>
              <p:spPr>
                <a:xfrm>
                  <a:off x="1346985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2" name="Ink 41">
                  <a:extLst>
                    <a:ext uri="{FF2B5EF4-FFF2-40B4-BE49-F238E27FC236}">
                      <a16:creationId xmlns:a16="http://schemas.microsoft.com/office/drawing/2014/main" id="{763EAD46-26A8-A407-CDAE-4CA7C2992154}"/>
                    </a:ext>
                  </a:extLst>
                </p14:cNvPr>
                <p14:cNvContentPartPr/>
                <p14:nvPr/>
              </p14:nvContentPartPr>
              <p14:xfrm>
                <a:off x="13532850" y="7897770"/>
                <a:ext cx="360" cy="360"/>
              </p14:xfrm>
            </p:contentPart>
          </mc:Choice>
          <mc:Fallback xmlns="">
            <p:pic>
              <p:nvPicPr>
                <p:cNvPr id="42" name="Ink 41">
                  <a:extLst>
                    <a:ext uri="{FF2B5EF4-FFF2-40B4-BE49-F238E27FC236}">
                      <a16:creationId xmlns:a16="http://schemas.microsoft.com/office/drawing/2014/main" id="{763EAD46-26A8-A407-CDAE-4CA7C2992154}"/>
                    </a:ext>
                  </a:extLst>
                </p:cNvPr>
                <p:cNvPicPr/>
                <p:nvPr/>
              </p:nvPicPr>
              <p:blipFill>
                <a:blip r:embed="rId9"/>
                <a:stretch>
                  <a:fillRect/>
                </a:stretch>
              </p:blipFill>
              <p:spPr>
                <a:xfrm>
                  <a:off x="1346985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3" name="Ink 42">
                  <a:extLst>
                    <a:ext uri="{FF2B5EF4-FFF2-40B4-BE49-F238E27FC236}">
                      <a16:creationId xmlns:a16="http://schemas.microsoft.com/office/drawing/2014/main" id="{C9C568C5-9237-2B24-5F2D-FD16A9699505}"/>
                    </a:ext>
                  </a:extLst>
                </p14:cNvPr>
                <p14:cNvContentPartPr/>
                <p14:nvPr/>
              </p14:nvContentPartPr>
              <p14:xfrm>
                <a:off x="13532850" y="7897770"/>
                <a:ext cx="360" cy="360"/>
              </p14:xfrm>
            </p:contentPart>
          </mc:Choice>
          <mc:Fallback xmlns="">
            <p:pic>
              <p:nvPicPr>
                <p:cNvPr id="43" name="Ink 42">
                  <a:extLst>
                    <a:ext uri="{FF2B5EF4-FFF2-40B4-BE49-F238E27FC236}">
                      <a16:creationId xmlns:a16="http://schemas.microsoft.com/office/drawing/2014/main" id="{C9C568C5-9237-2B24-5F2D-FD16A9699505}"/>
                    </a:ext>
                  </a:extLst>
                </p:cNvPr>
                <p:cNvPicPr/>
                <p:nvPr/>
              </p:nvPicPr>
              <p:blipFill>
                <a:blip r:embed="rId9"/>
                <a:stretch>
                  <a:fillRect/>
                </a:stretch>
              </p:blipFill>
              <p:spPr>
                <a:xfrm>
                  <a:off x="1346985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4" name="Ink 43">
                  <a:extLst>
                    <a:ext uri="{FF2B5EF4-FFF2-40B4-BE49-F238E27FC236}">
                      <a16:creationId xmlns:a16="http://schemas.microsoft.com/office/drawing/2014/main" id="{32F6E21A-66FA-15E3-82B5-0C75A6574F0E}"/>
                    </a:ext>
                  </a:extLst>
                </p14:cNvPr>
                <p14:cNvContentPartPr/>
                <p14:nvPr/>
              </p14:nvContentPartPr>
              <p14:xfrm>
                <a:off x="13555890" y="7897770"/>
                <a:ext cx="13680" cy="360"/>
              </p14:xfrm>
            </p:contentPart>
          </mc:Choice>
          <mc:Fallback xmlns="">
            <p:pic>
              <p:nvPicPr>
                <p:cNvPr id="44" name="Ink 43">
                  <a:extLst>
                    <a:ext uri="{FF2B5EF4-FFF2-40B4-BE49-F238E27FC236}">
                      <a16:creationId xmlns:a16="http://schemas.microsoft.com/office/drawing/2014/main" id="{32F6E21A-66FA-15E3-82B5-0C75A6574F0E}"/>
                    </a:ext>
                  </a:extLst>
                </p:cNvPr>
                <p:cNvPicPr/>
                <p:nvPr/>
              </p:nvPicPr>
              <p:blipFill>
                <a:blip r:embed="rId18"/>
                <a:stretch>
                  <a:fillRect/>
                </a:stretch>
              </p:blipFill>
              <p:spPr>
                <a:xfrm>
                  <a:off x="13493250" y="783513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5" name="Ink 44">
                  <a:extLst>
                    <a:ext uri="{FF2B5EF4-FFF2-40B4-BE49-F238E27FC236}">
                      <a16:creationId xmlns:a16="http://schemas.microsoft.com/office/drawing/2014/main" id="{F6CECB5C-990E-32EC-D5D3-B1E860FA41C7}"/>
                    </a:ext>
                  </a:extLst>
                </p14:cNvPr>
                <p14:cNvContentPartPr/>
                <p14:nvPr/>
              </p14:nvContentPartPr>
              <p14:xfrm>
                <a:off x="13613130" y="7909290"/>
                <a:ext cx="6840" cy="360"/>
              </p14:xfrm>
            </p:contentPart>
          </mc:Choice>
          <mc:Fallback xmlns="">
            <p:pic>
              <p:nvPicPr>
                <p:cNvPr id="45" name="Ink 44">
                  <a:extLst>
                    <a:ext uri="{FF2B5EF4-FFF2-40B4-BE49-F238E27FC236}">
                      <a16:creationId xmlns:a16="http://schemas.microsoft.com/office/drawing/2014/main" id="{F6CECB5C-990E-32EC-D5D3-B1E860FA41C7}"/>
                    </a:ext>
                  </a:extLst>
                </p:cNvPr>
                <p:cNvPicPr/>
                <p:nvPr/>
              </p:nvPicPr>
              <p:blipFill>
                <a:blip r:embed="rId21"/>
                <a:stretch>
                  <a:fillRect/>
                </a:stretch>
              </p:blipFill>
              <p:spPr>
                <a:xfrm>
                  <a:off x="13550490" y="784629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6" name="Ink 45">
                  <a:extLst>
                    <a:ext uri="{FF2B5EF4-FFF2-40B4-BE49-F238E27FC236}">
                      <a16:creationId xmlns:a16="http://schemas.microsoft.com/office/drawing/2014/main" id="{59333907-1088-FA26-9017-52C53618E7E6}"/>
                    </a:ext>
                  </a:extLst>
                </p14:cNvPr>
                <p14:cNvContentPartPr/>
                <p14:nvPr/>
              </p14:nvContentPartPr>
              <p14:xfrm>
                <a:off x="13681890" y="7921170"/>
                <a:ext cx="6840" cy="360"/>
              </p14:xfrm>
            </p:contentPart>
          </mc:Choice>
          <mc:Fallback xmlns="">
            <p:pic>
              <p:nvPicPr>
                <p:cNvPr id="46" name="Ink 45">
                  <a:extLst>
                    <a:ext uri="{FF2B5EF4-FFF2-40B4-BE49-F238E27FC236}">
                      <a16:creationId xmlns:a16="http://schemas.microsoft.com/office/drawing/2014/main" id="{59333907-1088-FA26-9017-52C53618E7E6}"/>
                    </a:ext>
                  </a:extLst>
                </p:cNvPr>
                <p:cNvPicPr/>
                <p:nvPr/>
              </p:nvPicPr>
              <p:blipFill>
                <a:blip r:embed="rId21"/>
                <a:stretch>
                  <a:fillRect/>
                </a:stretch>
              </p:blipFill>
              <p:spPr>
                <a:xfrm>
                  <a:off x="13618890" y="785817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7" name="Ink 46">
                  <a:extLst>
                    <a:ext uri="{FF2B5EF4-FFF2-40B4-BE49-F238E27FC236}">
                      <a16:creationId xmlns:a16="http://schemas.microsoft.com/office/drawing/2014/main" id="{E8C939E0-29F8-E2C6-EF9B-17F3025DAB58}"/>
                    </a:ext>
                  </a:extLst>
                </p14:cNvPr>
                <p14:cNvContentPartPr/>
                <p14:nvPr/>
              </p14:nvContentPartPr>
              <p14:xfrm>
                <a:off x="13704570" y="7921170"/>
                <a:ext cx="360" cy="360"/>
              </p14:xfrm>
            </p:contentPart>
          </mc:Choice>
          <mc:Fallback xmlns="">
            <p:pic>
              <p:nvPicPr>
                <p:cNvPr id="47" name="Ink 46">
                  <a:extLst>
                    <a:ext uri="{FF2B5EF4-FFF2-40B4-BE49-F238E27FC236}">
                      <a16:creationId xmlns:a16="http://schemas.microsoft.com/office/drawing/2014/main" id="{E8C939E0-29F8-E2C6-EF9B-17F3025DAB58}"/>
                    </a:ext>
                  </a:extLst>
                </p:cNvPr>
                <p:cNvPicPr/>
                <p:nvPr/>
              </p:nvPicPr>
              <p:blipFill>
                <a:blip r:embed="rId9"/>
                <a:stretch>
                  <a:fillRect/>
                </a:stretch>
              </p:blipFill>
              <p:spPr>
                <a:xfrm>
                  <a:off x="13641570" y="78581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8" name="Ink 47">
                  <a:extLst>
                    <a:ext uri="{FF2B5EF4-FFF2-40B4-BE49-F238E27FC236}">
                      <a16:creationId xmlns:a16="http://schemas.microsoft.com/office/drawing/2014/main" id="{497012ED-2B6C-4417-0400-D17420031859}"/>
                    </a:ext>
                  </a:extLst>
                </p14:cNvPr>
                <p14:cNvContentPartPr/>
                <p14:nvPr/>
              </p14:nvContentPartPr>
              <p14:xfrm>
                <a:off x="13704570" y="7909290"/>
                <a:ext cx="360" cy="360"/>
              </p14:xfrm>
            </p:contentPart>
          </mc:Choice>
          <mc:Fallback xmlns="">
            <p:pic>
              <p:nvPicPr>
                <p:cNvPr id="48" name="Ink 47">
                  <a:extLst>
                    <a:ext uri="{FF2B5EF4-FFF2-40B4-BE49-F238E27FC236}">
                      <a16:creationId xmlns:a16="http://schemas.microsoft.com/office/drawing/2014/main" id="{497012ED-2B6C-4417-0400-D17420031859}"/>
                    </a:ext>
                  </a:extLst>
                </p:cNvPr>
                <p:cNvPicPr/>
                <p:nvPr/>
              </p:nvPicPr>
              <p:blipFill>
                <a:blip r:embed="rId9"/>
                <a:stretch>
                  <a:fillRect/>
                </a:stretch>
              </p:blipFill>
              <p:spPr>
                <a:xfrm>
                  <a:off x="1364157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9" name="Ink 48">
                  <a:extLst>
                    <a:ext uri="{FF2B5EF4-FFF2-40B4-BE49-F238E27FC236}">
                      <a16:creationId xmlns:a16="http://schemas.microsoft.com/office/drawing/2014/main" id="{858D0D49-6FF8-36DE-B8FF-747DAABEA1E0}"/>
                    </a:ext>
                  </a:extLst>
                </p14:cNvPr>
                <p14:cNvContentPartPr/>
                <p14:nvPr/>
              </p14:nvContentPartPr>
              <p14:xfrm>
                <a:off x="13715730" y="7909290"/>
                <a:ext cx="360" cy="360"/>
              </p14:xfrm>
            </p:contentPart>
          </mc:Choice>
          <mc:Fallback xmlns="">
            <p:pic>
              <p:nvPicPr>
                <p:cNvPr id="49" name="Ink 48">
                  <a:extLst>
                    <a:ext uri="{FF2B5EF4-FFF2-40B4-BE49-F238E27FC236}">
                      <a16:creationId xmlns:a16="http://schemas.microsoft.com/office/drawing/2014/main" id="{858D0D49-6FF8-36DE-B8FF-747DAABEA1E0}"/>
                    </a:ext>
                  </a:extLst>
                </p:cNvPr>
                <p:cNvPicPr/>
                <p:nvPr/>
              </p:nvPicPr>
              <p:blipFill>
                <a:blip r:embed="rId9"/>
                <a:stretch>
                  <a:fillRect/>
                </a:stretch>
              </p:blipFill>
              <p:spPr>
                <a:xfrm>
                  <a:off x="136530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0" name="Ink 49">
                  <a:extLst>
                    <a:ext uri="{FF2B5EF4-FFF2-40B4-BE49-F238E27FC236}">
                      <a16:creationId xmlns:a16="http://schemas.microsoft.com/office/drawing/2014/main" id="{BE1CF1E8-C654-7846-96DB-BEE04D75934A}"/>
                    </a:ext>
                  </a:extLst>
                </p14:cNvPr>
                <p14:cNvContentPartPr/>
                <p14:nvPr/>
              </p14:nvContentPartPr>
              <p14:xfrm>
                <a:off x="13679730" y="7886610"/>
                <a:ext cx="2520" cy="360"/>
              </p14:xfrm>
            </p:contentPart>
          </mc:Choice>
          <mc:Fallback xmlns="">
            <p:pic>
              <p:nvPicPr>
                <p:cNvPr id="50" name="Ink 49">
                  <a:extLst>
                    <a:ext uri="{FF2B5EF4-FFF2-40B4-BE49-F238E27FC236}">
                      <a16:creationId xmlns:a16="http://schemas.microsoft.com/office/drawing/2014/main" id="{BE1CF1E8-C654-7846-96DB-BEE04D75934A}"/>
                    </a:ext>
                  </a:extLst>
                </p:cNvPr>
                <p:cNvPicPr/>
                <p:nvPr/>
              </p:nvPicPr>
              <p:blipFill>
                <a:blip r:embed="rId36"/>
                <a:stretch>
                  <a:fillRect/>
                </a:stretch>
              </p:blipFill>
              <p:spPr>
                <a:xfrm>
                  <a:off x="13617090" y="7823610"/>
                  <a:ext cx="1281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1" name="Ink 50">
                  <a:extLst>
                    <a:ext uri="{FF2B5EF4-FFF2-40B4-BE49-F238E27FC236}">
                      <a16:creationId xmlns:a16="http://schemas.microsoft.com/office/drawing/2014/main" id="{CF4DEEC0-BC8B-1347-9266-8277225C57BA}"/>
                    </a:ext>
                  </a:extLst>
                </p14:cNvPr>
                <p14:cNvContentPartPr/>
                <p14:nvPr/>
              </p14:nvContentPartPr>
              <p14:xfrm>
                <a:off x="13670010" y="7886610"/>
                <a:ext cx="360" cy="360"/>
              </p14:xfrm>
            </p:contentPart>
          </mc:Choice>
          <mc:Fallback xmlns="">
            <p:pic>
              <p:nvPicPr>
                <p:cNvPr id="51" name="Ink 50">
                  <a:extLst>
                    <a:ext uri="{FF2B5EF4-FFF2-40B4-BE49-F238E27FC236}">
                      <a16:creationId xmlns:a16="http://schemas.microsoft.com/office/drawing/2014/main" id="{CF4DEEC0-BC8B-1347-9266-8277225C57BA}"/>
                    </a:ext>
                  </a:extLst>
                </p:cNvPr>
                <p:cNvPicPr/>
                <p:nvPr/>
              </p:nvPicPr>
              <p:blipFill>
                <a:blip r:embed="rId9"/>
                <a:stretch>
                  <a:fillRect/>
                </a:stretch>
              </p:blipFill>
              <p:spPr>
                <a:xfrm>
                  <a:off x="1360701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2" name="Ink 51">
                  <a:extLst>
                    <a:ext uri="{FF2B5EF4-FFF2-40B4-BE49-F238E27FC236}">
                      <a16:creationId xmlns:a16="http://schemas.microsoft.com/office/drawing/2014/main" id="{F406742C-EE45-D4AB-2B99-30934BAD1440}"/>
                    </a:ext>
                  </a:extLst>
                </p14:cNvPr>
                <p14:cNvContentPartPr/>
                <p14:nvPr/>
              </p14:nvContentPartPr>
              <p14:xfrm>
                <a:off x="13658490" y="7884450"/>
                <a:ext cx="360" cy="2160"/>
              </p14:xfrm>
            </p:contentPart>
          </mc:Choice>
          <mc:Fallback xmlns="">
            <p:pic>
              <p:nvPicPr>
                <p:cNvPr id="52" name="Ink 51">
                  <a:extLst>
                    <a:ext uri="{FF2B5EF4-FFF2-40B4-BE49-F238E27FC236}">
                      <a16:creationId xmlns:a16="http://schemas.microsoft.com/office/drawing/2014/main" id="{F406742C-EE45-D4AB-2B99-30934BAD1440}"/>
                    </a:ext>
                  </a:extLst>
                </p:cNvPr>
                <p:cNvPicPr/>
                <p:nvPr/>
              </p:nvPicPr>
              <p:blipFill>
                <a:blip r:embed="rId58"/>
                <a:stretch>
                  <a:fillRect/>
                </a:stretch>
              </p:blipFill>
              <p:spPr>
                <a:xfrm>
                  <a:off x="13595850" y="782181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3" name="Ink 52">
                  <a:extLst>
                    <a:ext uri="{FF2B5EF4-FFF2-40B4-BE49-F238E27FC236}">
                      <a16:creationId xmlns:a16="http://schemas.microsoft.com/office/drawing/2014/main" id="{ABEE4089-6E2B-7666-D24F-06593F277A93}"/>
                    </a:ext>
                  </a:extLst>
                </p14:cNvPr>
                <p14:cNvContentPartPr/>
                <p14:nvPr/>
              </p14:nvContentPartPr>
              <p14:xfrm>
                <a:off x="13658490" y="7863210"/>
                <a:ext cx="185040" cy="12240"/>
              </p14:xfrm>
            </p:contentPart>
          </mc:Choice>
          <mc:Fallback xmlns="">
            <p:pic>
              <p:nvPicPr>
                <p:cNvPr id="53" name="Ink 52">
                  <a:extLst>
                    <a:ext uri="{FF2B5EF4-FFF2-40B4-BE49-F238E27FC236}">
                      <a16:creationId xmlns:a16="http://schemas.microsoft.com/office/drawing/2014/main" id="{ABEE4089-6E2B-7666-D24F-06593F277A93}"/>
                    </a:ext>
                  </a:extLst>
                </p:cNvPr>
                <p:cNvPicPr/>
                <p:nvPr/>
              </p:nvPicPr>
              <p:blipFill>
                <a:blip r:embed="rId60"/>
                <a:stretch>
                  <a:fillRect/>
                </a:stretch>
              </p:blipFill>
              <p:spPr>
                <a:xfrm>
                  <a:off x="13595850" y="7800570"/>
                  <a:ext cx="3106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4" name="Ink 53">
                  <a:extLst>
                    <a:ext uri="{FF2B5EF4-FFF2-40B4-BE49-F238E27FC236}">
                      <a16:creationId xmlns:a16="http://schemas.microsoft.com/office/drawing/2014/main" id="{CD2A488F-FDB2-58D7-0D1B-2699DBA0BF8B}"/>
                    </a:ext>
                  </a:extLst>
                </p14:cNvPr>
                <p14:cNvContentPartPr/>
                <p14:nvPr/>
              </p14:nvContentPartPr>
              <p14:xfrm>
                <a:off x="13864410" y="7863930"/>
                <a:ext cx="360" cy="360"/>
              </p14:xfrm>
            </p:contentPart>
          </mc:Choice>
          <mc:Fallback xmlns="">
            <p:pic>
              <p:nvPicPr>
                <p:cNvPr id="54" name="Ink 53">
                  <a:extLst>
                    <a:ext uri="{FF2B5EF4-FFF2-40B4-BE49-F238E27FC236}">
                      <a16:creationId xmlns:a16="http://schemas.microsoft.com/office/drawing/2014/main" id="{CD2A488F-FDB2-58D7-0D1B-2699DBA0BF8B}"/>
                    </a:ext>
                  </a:extLst>
                </p:cNvPr>
                <p:cNvPicPr/>
                <p:nvPr/>
              </p:nvPicPr>
              <p:blipFill>
                <a:blip r:embed="rId9"/>
                <a:stretch>
                  <a:fillRect/>
                </a:stretch>
              </p:blipFill>
              <p:spPr>
                <a:xfrm>
                  <a:off x="13801410" y="7800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5" name="Ink 54">
                  <a:extLst>
                    <a:ext uri="{FF2B5EF4-FFF2-40B4-BE49-F238E27FC236}">
                      <a16:creationId xmlns:a16="http://schemas.microsoft.com/office/drawing/2014/main" id="{E0903975-7675-BA0D-4495-240BAD220F53}"/>
                    </a:ext>
                  </a:extLst>
                </p14:cNvPr>
                <p14:cNvContentPartPr/>
                <p14:nvPr/>
              </p14:nvContentPartPr>
              <p14:xfrm>
                <a:off x="13864410" y="7863930"/>
                <a:ext cx="360" cy="360"/>
              </p14:xfrm>
            </p:contentPart>
          </mc:Choice>
          <mc:Fallback xmlns="">
            <p:pic>
              <p:nvPicPr>
                <p:cNvPr id="55" name="Ink 54">
                  <a:extLst>
                    <a:ext uri="{FF2B5EF4-FFF2-40B4-BE49-F238E27FC236}">
                      <a16:creationId xmlns:a16="http://schemas.microsoft.com/office/drawing/2014/main" id="{E0903975-7675-BA0D-4495-240BAD220F53}"/>
                    </a:ext>
                  </a:extLst>
                </p:cNvPr>
                <p:cNvPicPr/>
                <p:nvPr/>
              </p:nvPicPr>
              <p:blipFill>
                <a:blip r:embed="rId9"/>
                <a:stretch>
                  <a:fillRect/>
                </a:stretch>
              </p:blipFill>
              <p:spPr>
                <a:xfrm>
                  <a:off x="13801410" y="7800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6" name="Ink 55">
                  <a:extLst>
                    <a:ext uri="{FF2B5EF4-FFF2-40B4-BE49-F238E27FC236}">
                      <a16:creationId xmlns:a16="http://schemas.microsoft.com/office/drawing/2014/main" id="{F4EB2176-A7D7-B0CE-16C9-D27C142CFD60}"/>
                    </a:ext>
                  </a:extLst>
                </p14:cNvPr>
                <p14:cNvContentPartPr/>
                <p14:nvPr/>
              </p14:nvContentPartPr>
              <p14:xfrm>
                <a:off x="13887450" y="7863930"/>
                <a:ext cx="113040" cy="2160"/>
              </p14:xfrm>
            </p:contentPart>
          </mc:Choice>
          <mc:Fallback xmlns="">
            <p:pic>
              <p:nvPicPr>
                <p:cNvPr id="56" name="Ink 55">
                  <a:extLst>
                    <a:ext uri="{FF2B5EF4-FFF2-40B4-BE49-F238E27FC236}">
                      <a16:creationId xmlns:a16="http://schemas.microsoft.com/office/drawing/2014/main" id="{F4EB2176-A7D7-B0CE-16C9-D27C142CFD60}"/>
                    </a:ext>
                  </a:extLst>
                </p:cNvPr>
                <p:cNvPicPr/>
                <p:nvPr/>
              </p:nvPicPr>
              <p:blipFill>
                <a:blip r:embed="rId64"/>
                <a:stretch>
                  <a:fillRect/>
                </a:stretch>
              </p:blipFill>
              <p:spPr>
                <a:xfrm>
                  <a:off x="13824810" y="7800930"/>
                  <a:ext cx="2386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7" name="Ink 56">
                  <a:extLst>
                    <a:ext uri="{FF2B5EF4-FFF2-40B4-BE49-F238E27FC236}">
                      <a16:creationId xmlns:a16="http://schemas.microsoft.com/office/drawing/2014/main" id="{0F812292-7250-423A-CF64-7E25962CCAF8}"/>
                    </a:ext>
                  </a:extLst>
                </p14:cNvPr>
                <p14:cNvContentPartPr/>
                <p14:nvPr/>
              </p14:nvContentPartPr>
              <p14:xfrm>
                <a:off x="14024610" y="7875090"/>
                <a:ext cx="13680" cy="360"/>
              </p14:xfrm>
            </p:contentPart>
          </mc:Choice>
          <mc:Fallback xmlns="">
            <p:pic>
              <p:nvPicPr>
                <p:cNvPr id="57" name="Ink 56">
                  <a:extLst>
                    <a:ext uri="{FF2B5EF4-FFF2-40B4-BE49-F238E27FC236}">
                      <a16:creationId xmlns:a16="http://schemas.microsoft.com/office/drawing/2014/main" id="{0F812292-7250-423A-CF64-7E25962CCAF8}"/>
                    </a:ext>
                  </a:extLst>
                </p:cNvPr>
                <p:cNvPicPr/>
                <p:nvPr/>
              </p:nvPicPr>
              <p:blipFill>
                <a:blip r:embed="rId18"/>
                <a:stretch>
                  <a:fillRect/>
                </a:stretch>
              </p:blipFill>
              <p:spPr>
                <a:xfrm>
                  <a:off x="13961970" y="781245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8" name="Ink 57">
                  <a:extLst>
                    <a:ext uri="{FF2B5EF4-FFF2-40B4-BE49-F238E27FC236}">
                      <a16:creationId xmlns:a16="http://schemas.microsoft.com/office/drawing/2014/main" id="{E256E327-006F-5E57-54B4-70709AFD1BF4}"/>
                    </a:ext>
                  </a:extLst>
                </p14:cNvPr>
                <p14:cNvContentPartPr/>
                <p14:nvPr/>
              </p14:nvContentPartPr>
              <p14:xfrm>
                <a:off x="14104530" y="7875090"/>
                <a:ext cx="89640" cy="2160"/>
              </p14:xfrm>
            </p:contentPart>
          </mc:Choice>
          <mc:Fallback xmlns="">
            <p:pic>
              <p:nvPicPr>
                <p:cNvPr id="58" name="Ink 57">
                  <a:extLst>
                    <a:ext uri="{FF2B5EF4-FFF2-40B4-BE49-F238E27FC236}">
                      <a16:creationId xmlns:a16="http://schemas.microsoft.com/office/drawing/2014/main" id="{E256E327-006F-5E57-54B4-70709AFD1BF4}"/>
                    </a:ext>
                  </a:extLst>
                </p:cNvPr>
                <p:cNvPicPr/>
                <p:nvPr/>
              </p:nvPicPr>
              <p:blipFill>
                <a:blip r:embed="rId67"/>
                <a:stretch>
                  <a:fillRect/>
                </a:stretch>
              </p:blipFill>
              <p:spPr>
                <a:xfrm>
                  <a:off x="14041890" y="7812450"/>
                  <a:ext cx="2152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9" name="Ink 58">
                  <a:extLst>
                    <a:ext uri="{FF2B5EF4-FFF2-40B4-BE49-F238E27FC236}">
                      <a16:creationId xmlns:a16="http://schemas.microsoft.com/office/drawing/2014/main" id="{D5F517AD-4571-5907-D033-0C5B45734B32}"/>
                    </a:ext>
                  </a:extLst>
                </p14:cNvPr>
                <p14:cNvContentPartPr/>
                <p14:nvPr/>
              </p14:nvContentPartPr>
              <p14:xfrm>
                <a:off x="14230530" y="7886610"/>
                <a:ext cx="6840" cy="360"/>
              </p14:xfrm>
            </p:contentPart>
          </mc:Choice>
          <mc:Fallback xmlns="">
            <p:pic>
              <p:nvPicPr>
                <p:cNvPr id="59" name="Ink 58">
                  <a:extLst>
                    <a:ext uri="{FF2B5EF4-FFF2-40B4-BE49-F238E27FC236}">
                      <a16:creationId xmlns:a16="http://schemas.microsoft.com/office/drawing/2014/main" id="{D5F517AD-4571-5907-D033-0C5B45734B32}"/>
                    </a:ext>
                  </a:extLst>
                </p:cNvPr>
                <p:cNvPicPr/>
                <p:nvPr/>
              </p:nvPicPr>
              <p:blipFill>
                <a:blip r:embed="rId21"/>
                <a:stretch>
                  <a:fillRect/>
                </a:stretch>
              </p:blipFill>
              <p:spPr>
                <a:xfrm>
                  <a:off x="14167530" y="782361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0" name="Ink 59">
                  <a:extLst>
                    <a:ext uri="{FF2B5EF4-FFF2-40B4-BE49-F238E27FC236}">
                      <a16:creationId xmlns:a16="http://schemas.microsoft.com/office/drawing/2014/main" id="{95C247BD-43CB-6189-4109-5A6D6675C1FE}"/>
                    </a:ext>
                  </a:extLst>
                </p14:cNvPr>
                <p14:cNvContentPartPr/>
                <p14:nvPr/>
              </p14:nvContentPartPr>
              <p14:xfrm>
                <a:off x="14264370" y="7886610"/>
                <a:ext cx="360" cy="360"/>
              </p14:xfrm>
            </p:contentPart>
          </mc:Choice>
          <mc:Fallback xmlns="">
            <p:pic>
              <p:nvPicPr>
                <p:cNvPr id="60" name="Ink 59">
                  <a:extLst>
                    <a:ext uri="{FF2B5EF4-FFF2-40B4-BE49-F238E27FC236}">
                      <a16:creationId xmlns:a16="http://schemas.microsoft.com/office/drawing/2014/main" id="{95C247BD-43CB-6189-4109-5A6D6675C1FE}"/>
                    </a:ext>
                  </a:extLst>
                </p:cNvPr>
                <p:cNvPicPr/>
                <p:nvPr/>
              </p:nvPicPr>
              <p:blipFill>
                <a:blip r:embed="rId9"/>
                <a:stretch>
                  <a:fillRect/>
                </a:stretch>
              </p:blipFill>
              <p:spPr>
                <a:xfrm>
                  <a:off x="1420173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1" name="Ink 60">
                  <a:extLst>
                    <a:ext uri="{FF2B5EF4-FFF2-40B4-BE49-F238E27FC236}">
                      <a16:creationId xmlns:a16="http://schemas.microsoft.com/office/drawing/2014/main" id="{63DAF6EE-8C77-E864-F00C-3F95D4B5AFE6}"/>
                    </a:ext>
                  </a:extLst>
                </p14:cNvPr>
                <p14:cNvContentPartPr/>
                <p14:nvPr/>
              </p14:nvContentPartPr>
              <p14:xfrm>
                <a:off x="14310450" y="7865010"/>
                <a:ext cx="22680" cy="10800"/>
              </p14:xfrm>
            </p:contentPart>
          </mc:Choice>
          <mc:Fallback xmlns="">
            <p:pic>
              <p:nvPicPr>
                <p:cNvPr id="61" name="Ink 60">
                  <a:extLst>
                    <a:ext uri="{FF2B5EF4-FFF2-40B4-BE49-F238E27FC236}">
                      <a16:creationId xmlns:a16="http://schemas.microsoft.com/office/drawing/2014/main" id="{63DAF6EE-8C77-E864-F00C-3F95D4B5AFE6}"/>
                    </a:ext>
                  </a:extLst>
                </p:cNvPr>
                <p:cNvPicPr/>
                <p:nvPr/>
              </p:nvPicPr>
              <p:blipFill>
                <a:blip r:embed="rId71"/>
                <a:stretch>
                  <a:fillRect/>
                </a:stretch>
              </p:blipFill>
              <p:spPr>
                <a:xfrm>
                  <a:off x="14247450" y="7802010"/>
                  <a:ext cx="1483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2" name="Ink 61">
                  <a:extLst>
                    <a:ext uri="{FF2B5EF4-FFF2-40B4-BE49-F238E27FC236}">
                      <a16:creationId xmlns:a16="http://schemas.microsoft.com/office/drawing/2014/main" id="{7C1100B8-0057-0870-940E-B28EB7BE4645}"/>
                    </a:ext>
                  </a:extLst>
                </p14:cNvPr>
                <p14:cNvContentPartPr/>
                <p14:nvPr/>
              </p14:nvContentPartPr>
              <p14:xfrm>
                <a:off x="14355810" y="7852410"/>
                <a:ext cx="33480" cy="360"/>
              </p14:xfrm>
            </p:contentPart>
          </mc:Choice>
          <mc:Fallback xmlns="">
            <p:pic>
              <p:nvPicPr>
                <p:cNvPr id="62" name="Ink 61">
                  <a:extLst>
                    <a:ext uri="{FF2B5EF4-FFF2-40B4-BE49-F238E27FC236}">
                      <a16:creationId xmlns:a16="http://schemas.microsoft.com/office/drawing/2014/main" id="{7C1100B8-0057-0870-940E-B28EB7BE4645}"/>
                    </a:ext>
                  </a:extLst>
                </p:cNvPr>
                <p:cNvPicPr/>
                <p:nvPr/>
              </p:nvPicPr>
              <p:blipFill>
                <a:blip r:embed="rId30"/>
                <a:stretch>
                  <a:fillRect/>
                </a:stretch>
              </p:blipFill>
              <p:spPr>
                <a:xfrm>
                  <a:off x="14292810" y="7789770"/>
                  <a:ext cx="159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3" name="Ink 62">
                  <a:extLst>
                    <a:ext uri="{FF2B5EF4-FFF2-40B4-BE49-F238E27FC236}">
                      <a16:creationId xmlns:a16="http://schemas.microsoft.com/office/drawing/2014/main" id="{83EACEC4-4F43-BA54-49AC-ADE39F7BBD4F}"/>
                    </a:ext>
                  </a:extLst>
                </p14:cNvPr>
                <p14:cNvContentPartPr/>
                <p14:nvPr/>
              </p14:nvContentPartPr>
              <p14:xfrm>
                <a:off x="14424210" y="7852410"/>
                <a:ext cx="20160" cy="13680"/>
              </p14:xfrm>
            </p:contentPart>
          </mc:Choice>
          <mc:Fallback xmlns="">
            <p:pic>
              <p:nvPicPr>
                <p:cNvPr id="63" name="Ink 62">
                  <a:extLst>
                    <a:ext uri="{FF2B5EF4-FFF2-40B4-BE49-F238E27FC236}">
                      <a16:creationId xmlns:a16="http://schemas.microsoft.com/office/drawing/2014/main" id="{83EACEC4-4F43-BA54-49AC-ADE39F7BBD4F}"/>
                    </a:ext>
                  </a:extLst>
                </p:cNvPr>
                <p:cNvPicPr/>
                <p:nvPr/>
              </p:nvPicPr>
              <p:blipFill>
                <a:blip r:embed="rId74"/>
                <a:stretch>
                  <a:fillRect/>
                </a:stretch>
              </p:blipFill>
              <p:spPr>
                <a:xfrm>
                  <a:off x="14361570" y="7789770"/>
                  <a:ext cx="1458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4" name="Ink 63">
                  <a:extLst>
                    <a:ext uri="{FF2B5EF4-FFF2-40B4-BE49-F238E27FC236}">
                      <a16:creationId xmlns:a16="http://schemas.microsoft.com/office/drawing/2014/main" id="{FEA1ADFA-B98A-115D-0D6E-C7ACC3145A0A}"/>
                    </a:ext>
                  </a:extLst>
                </p14:cNvPr>
                <p14:cNvContentPartPr/>
                <p14:nvPr/>
              </p14:nvContentPartPr>
              <p14:xfrm>
                <a:off x="14458770" y="7875090"/>
                <a:ext cx="360" cy="360"/>
              </p14:xfrm>
            </p:contentPart>
          </mc:Choice>
          <mc:Fallback xmlns="">
            <p:pic>
              <p:nvPicPr>
                <p:cNvPr id="64" name="Ink 63">
                  <a:extLst>
                    <a:ext uri="{FF2B5EF4-FFF2-40B4-BE49-F238E27FC236}">
                      <a16:creationId xmlns:a16="http://schemas.microsoft.com/office/drawing/2014/main" id="{FEA1ADFA-B98A-115D-0D6E-C7ACC3145A0A}"/>
                    </a:ext>
                  </a:extLst>
                </p:cNvPr>
                <p:cNvPicPr/>
                <p:nvPr/>
              </p:nvPicPr>
              <p:blipFill>
                <a:blip r:embed="rId9"/>
                <a:stretch>
                  <a:fillRect/>
                </a:stretch>
              </p:blipFill>
              <p:spPr>
                <a:xfrm>
                  <a:off x="14396130" y="7812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5" name="Ink 64">
                  <a:extLst>
                    <a:ext uri="{FF2B5EF4-FFF2-40B4-BE49-F238E27FC236}">
                      <a16:creationId xmlns:a16="http://schemas.microsoft.com/office/drawing/2014/main" id="{47AE3DF3-1714-2379-5554-EB5CB3F57CBC}"/>
                    </a:ext>
                  </a:extLst>
                </p14:cNvPr>
                <p14:cNvContentPartPr/>
                <p14:nvPr/>
              </p14:nvContentPartPr>
              <p14:xfrm>
                <a:off x="14424210" y="7921170"/>
                <a:ext cx="360" cy="360"/>
              </p14:xfrm>
            </p:contentPart>
          </mc:Choice>
          <mc:Fallback xmlns="">
            <p:pic>
              <p:nvPicPr>
                <p:cNvPr id="65" name="Ink 64">
                  <a:extLst>
                    <a:ext uri="{FF2B5EF4-FFF2-40B4-BE49-F238E27FC236}">
                      <a16:creationId xmlns:a16="http://schemas.microsoft.com/office/drawing/2014/main" id="{47AE3DF3-1714-2379-5554-EB5CB3F57CBC}"/>
                    </a:ext>
                  </a:extLst>
                </p:cNvPr>
                <p:cNvPicPr/>
                <p:nvPr/>
              </p:nvPicPr>
              <p:blipFill>
                <a:blip r:embed="rId9"/>
                <a:stretch>
                  <a:fillRect/>
                </a:stretch>
              </p:blipFill>
              <p:spPr>
                <a:xfrm>
                  <a:off x="14361570" y="78581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6" name="Ink 65">
                  <a:extLst>
                    <a:ext uri="{FF2B5EF4-FFF2-40B4-BE49-F238E27FC236}">
                      <a16:creationId xmlns:a16="http://schemas.microsoft.com/office/drawing/2014/main" id="{D290640A-17D9-4942-2E62-9DAD3A70259A}"/>
                    </a:ext>
                  </a:extLst>
                </p14:cNvPr>
                <p14:cNvContentPartPr/>
                <p14:nvPr/>
              </p14:nvContentPartPr>
              <p14:xfrm>
                <a:off x="14417370" y="7921170"/>
                <a:ext cx="7200" cy="15840"/>
              </p14:xfrm>
            </p:contentPart>
          </mc:Choice>
          <mc:Fallback xmlns="">
            <p:pic>
              <p:nvPicPr>
                <p:cNvPr id="66" name="Ink 65">
                  <a:extLst>
                    <a:ext uri="{FF2B5EF4-FFF2-40B4-BE49-F238E27FC236}">
                      <a16:creationId xmlns:a16="http://schemas.microsoft.com/office/drawing/2014/main" id="{D290640A-17D9-4942-2E62-9DAD3A70259A}"/>
                    </a:ext>
                  </a:extLst>
                </p:cNvPr>
                <p:cNvPicPr/>
                <p:nvPr/>
              </p:nvPicPr>
              <p:blipFill>
                <a:blip r:embed="rId78"/>
                <a:stretch>
                  <a:fillRect/>
                </a:stretch>
              </p:blipFill>
              <p:spPr>
                <a:xfrm>
                  <a:off x="14354370" y="7858170"/>
                  <a:ext cx="1328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7" name="Ink 66">
                  <a:extLst>
                    <a:ext uri="{FF2B5EF4-FFF2-40B4-BE49-F238E27FC236}">
                      <a16:creationId xmlns:a16="http://schemas.microsoft.com/office/drawing/2014/main" id="{2DFDCBAC-110E-2AD2-0170-20E28AA58A9D}"/>
                    </a:ext>
                  </a:extLst>
                </p14:cNvPr>
                <p14:cNvContentPartPr/>
                <p14:nvPr/>
              </p14:nvContentPartPr>
              <p14:xfrm>
                <a:off x="14399730" y="7955010"/>
                <a:ext cx="2160" cy="360"/>
              </p14:xfrm>
            </p:contentPart>
          </mc:Choice>
          <mc:Fallback xmlns="">
            <p:pic>
              <p:nvPicPr>
                <p:cNvPr id="67" name="Ink 66">
                  <a:extLst>
                    <a:ext uri="{FF2B5EF4-FFF2-40B4-BE49-F238E27FC236}">
                      <a16:creationId xmlns:a16="http://schemas.microsoft.com/office/drawing/2014/main" id="{2DFDCBAC-110E-2AD2-0170-20E28AA58A9D}"/>
                    </a:ext>
                  </a:extLst>
                </p:cNvPr>
                <p:cNvPicPr/>
                <p:nvPr/>
              </p:nvPicPr>
              <p:blipFill>
                <a:blip r:embed="rId15"/>
                <a:stretch>
                  <a:fillRect/>
                </a:stretch>
              </p:blipFill>
              <p:spPr>
                <a:xfrm>
                  <a:off x="14336730" y="78923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8" name="Ink 67">
                  <a:extLst>
                    <a:ext uri="{FF2B5EF4-FFF2-40B4-BE49-F238E27FC236}">
                      <a16:creationId xmlns:a16="http://schemas.microsoft.com/office/drawing/2014/main" id="{BEA7045A-73FD-5460-6D2B-B6029EE682DD}"/>
                    </a:ext>
                  </a:extLst>
                </p14:cNvPr>
                <p14:cNvContentPartPr/>
                <p14:nvPr/>
              </p14:nvContentPartPr>
              <p14:xfrm>
                <a:off x="14447610" y="7973370"/>
                <a:ext cx="2160" cy="4680"/>
              </p14:xfrm>
            </p:contentPart>
          </mc:Choice>
          <mc:Fallback xmlns="">
            <p:pic>
              <p:nvPicPr>
                <p:cNvPr id="68" name="Ink 67">
                  <a:extLst>
                    <a:ext uri="{FF2B5EF4-FFF2-40B4-BE49-F238E27FC236}">
                      <a16:creationId xmlns:a16="http://schemas.microsoft.com/office/drawing/2014/main" id="{BEA7045A-73FD-5460-6D2B-B6029EE682DD}"/>
                    </a:ext>
                  </a:extLst>
                </p:cNvPr>
                <p:cNvPicPr/>
                <p:nvPr/>
              </p:nvPicPr>
              <p:blipFill>
                <a:blip r:embed="rId81"/>
                <a:stretch>
                  <a:fillRect/>
                </a:stretch>
              </p:blipFill>
              <p:spPr>
                <a:xfrm>
                  <a:off x="14384610" y="7910370"/>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9" name="Ink 68">
                  <a:extLst>
                    <a:ext uri="{FF2B5EF4-FFF2-40B4-BE49-F238E27FC236}">
                      <a16:creationId xmlns:a16="http://schemas.microsoft.com/office/drawing/2014/main" id="{645CD2CE-3585-5115-9580-1A480F40C951}"/>
                    </a:ext>
                  </a:extLst>
                </p14:cNvPr>
                <p14:cNvContentPartPr/>
                <p14:nvPr/>
              </p14:nvContentPartPr>
              <p14:xfrm>
                <a:off x="14445450" y="7966530"/>
                <a:ext cx="2160" cy="360"/>
              </p14:xfrm>
            </p:contentPart>
          </mc:Choice>
          <mc:Fallback xmlns="">
            <p:pic>
              <p:nvPicPr>
                <p:cNvPr id="69" name="Ink 68">
                  <a:extLst>
                    <a:ext uri="{FF2B5EF4-FFF2-40B4-BE49-F238E27FC236}">
                      <a16:creationId xmlns:a16="http://schemas.microsoft.com/office/drawing/2014/main" id="{645CD2CE-3585-5115-9580-1A480F40C951}"/>
                    </a:ext>
                  </a:extLst>
                </p:cNvPr>
                <p:cNvPicPr/>
                <p:nvPr/>
              </p:nvPicPr>
              <p:blipFill>
                <a:blip r:embed="rId36"/>
                <a:stretch>
                  <a:fillRect/>
                </a:stretch>
              </p:blipFill>
              <p:spPr>
                <a:xfrm>
                  <a:off x="14382810" y="79035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0" name="Ink 69">
                  <a:extLst>
                    <a:ext uri="{FF2B5EF4-FFF2-40B4-BE49-F238E27FC236}">
                      <a16:creationId xmlns:a16="http://schemas.microsoft.com/office/drawing/2014/main" id="{A7DC4C88-81F6-70C5-2FE6-906987ABAAAF}"/>
                    </a:ext>
                  </a:extLst>
                </p14:cNvPr>
                <p14:cNvContentPartPr/>
                <p14:nvPr/>
              </p14:nvContentPartPr>
              <p14:xfrm>
                <a:off x="14330250" y="7977690"/>
                <a:ext cx="25920" cy="9720"/>
              </p14:xfrm>
            </p:contentPart>
          </mc:Choice>
          <mc:Fallback xmlns="">
            <p:pic>
              <p:nvPicPr>
                <p:cNvPr id="70" name="Ink 69">
                  <a:extLst>
                    <a:ext uri="{FF2B5EF4-FFF2-40B4-BE49-F238E27FC236}">
                      <a16:creationId xmlns:a16="http://schemas.microsoft.com/office/drawing/2014/main" id="{A7DC4C88-81F6-70C5-2FE6-906987ABAAAF}"/>
                    </a:ext>
                  </a:extLst>
                </p:cNvPr>
                <p:cNvPicPr/>
                <p:nvPr/>
              </p:nvPicPr>
              <p:blipFill>
                <a:blip r:embed="rId84"/>
                <a:stretch>
                  <a:fillRect/>
                </a:stretch>
              </p:blipFill>
              <p:spPr>
                <a:xfrm>
                  <a:off x="14267250" y="7915050"/>
                  <a:ext cx="1515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1" name="Ink 70">
                  <a:extLst>
                    <a:ext uri="{FF2B5EF4-FFF2-40B4-BE49-F238E27FC236}">
                      <a16:creationId xmlns:a16="http://schemas.microsoft.com/office/drawing/2014/main" id="{0C25A65C-2781-DF24-A3FC-1CD63B832D0A}"/>
                    </a:ext>
                  </a:extLst>
                </p14:cNvPr>
                <p14:cNvContentPartPr/>
                <p14:nvPr/>
              </p14:nvContentPartPr>
              <p14:xfrm>
                <a:off x="14251050" y="8001090"/>
                <a:ext cx="2160" cy="360"/>
              </p14:xfrm>
            </p:contentPart>
          </mc:Choice>
          <mc:Fallback xmlns="">
            <p:pic>
              <p:nvPicPr>
                <p:cNvPr id="71" name="Ink 70">
                  <a:extLst>
                    <a:ext uri="{FF2B5EF4-FFF2-40B4-BE49-F238E27FC236}">
                      <a16:creationId xmlns:a16="http://schemas.microsoft.com/office/drawing/2014/main" id="{0C25A65C-2781-DF24-A3FC-1CD63B832D0A}"/>
                    </a:ext>
                  </a:extLst>
                </p:cNvPr>
                <p:cNvPicPr/>
                <p:nvPr/>
              </p:nvPicPr>
              <p:blipFill>
                <a:blip r:embed="rId36"/>
                <a:stretch>
                  <a:fillRect/>
                </a:stretch>
              </p:blipFill>
              <p:spPr>
                <a:xfrm>
                  <a:off x="14188410" y="793809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2" name="Ink 71">
                  <a:extLst>
                    <a:ext uri="{FF2B5EF4-FFF2-40B4-BE49-F238E27FC236}">
                      <a16:creationId xmlns:a16="http://schemas.microsoft.com/office/drawing/2014/main" id="{D5E17541-0A43-9AD4-5006-192595AE461C}"/>
                    </a:ext>
                  </a:extLst>
                </p14:cNvPr>
                <p14:cNvContentPartPr/>
                <p14:nvPr/>
              </p14:nvContentPartPr>
              <p14:xfrm>
                <a:off x="14036130" y="7989570"/>
                <a:ext cx="360" cy="360"/>
              </p14:xfrm>
            </p:contentPart>
          </mc:Choice>
          <mc:Fallback xmlns="">
            <p:pic>
              <p:nvPicPr>
                <p:cNvPr id="72" name="Ink 71">
                  <a:extLst>
                    <a:ext uri="{FF2B5EF4-FFF2-40B4-BE49-F238E27FC236}">
                      <a16:creationId xmlns:a16="http://schemas.microsoft.com/office/drawing/2014/main" id="{D5E17541-0A43-9AD4-5006-192595AE461C}"/>
                    </a:ext>
                  </a:extLst>
                </p:cNvPr>
                <p:cNvPicPr/>
                <p:nvPr/>
              </p:nvPicPr>
              <p:blipFill>
                <a:blip r:embed="rId9"/>
                <a:stretch>
                  <a:fillRect/>
                </a:stretch>
              </p:blipFill>
              <p:spPr>
                <a:xfrm>
                  <a:off x="13973130" y="7926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3" name="Ink 72">
                  <a:extLst>
                    <a:ext uri="{FF2B5EF4-FFF2-40B4-BE49-F238E27FC236}">
                      <a16:creationId xmlns:a16="http://schemas.microsoft.com/office/drawing/2014/main" id="{CB7458CE-366A-B1C4-EE23-1C7F28732A95}"/>
                    </a:ext>
                  </a:extLst>
                </p14:cNvPr>
                <p14:cNvContentPartPr/>
                <p14:nvPr/>
              </p14:nvContentPartPr>
              <p14:xfrm>
                <a:off x="13898970" y="7989570"/>
                <a:ext cx="360" cy="360"/>
              </p14:xfrm>
            </p:contentPart>
          </mc:Choice>
          <mc:Fallback xmlns="">
            <p:pic>
              <p:nvPicPr>
                <p:cNvPr id="73" name="Ink 72">
                  <a:extLst>
                    <a:ext uri="{FF2B5EF4-FFF2-40B4-BE49-F238E27FC236}">
                      <a16:creationId xmlns:a16="http://schemas.microsoft.com/office/drawing/2014/main" id="{CB7458CE-366A-B1C4-EE23-1C7F28732A95}"/>
                    </a:ext>
                  </a:extLst>
                </p:cNvPr>
                <p:cNvPicPr/>
                <p:nvPr/>
              </p:nvPicPr>
              <p:blipFill>
                <a:blip r:embed="rId9"/>
                <a:stretch>
                  <a:fillRect/>
                </a:stretch>
              </p:blipFill>
              <p:spPr>
                <a:xfrm>
                  <a:off x="13835970" y="7926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4" name="Ink 73">
                  <a:extLst>
                    <a:ext uri="{FF2B5EF4-FFF2-40B4-BE49-F238E27FC236}">
                      <a16:creationId xmlns:a16="http://schemas.microsoft.com/office/drawing/2014/main" id="{4803C172-2BFD-CEF6-E5F9-F3D0CCBAEC48}"/>
                    </a:ext>
                  </a:extLst>
                </p14:cNvPr>
                <p14:cNvContentPartPr/>
                <p14:nvPr/>
              </p14:nvContentPartPr>
              <p14:xfrm>
                <a:off x="13704570" y="7989570"/>
                <a:ext cx="360" cy="360"/>
              </p14:xfrm>
            </p:contentPart>
          </mc:Choice>
          <mc:Fallback xmlns="">
            <p:pic>
              <p:nvPicPr>
                <p:cNvPr id="74" name="Ink 73">
                  <a:extLst>
                    <a:ext uri="{FF2B5EF4-FFF2-40B4-BE49-F238E27FC236}">
                      <a16:creationId xmlns:a16="http://schemas.microsoft.com/office/drawing/2014/main" id="{4803C172-2BFD-CEF6-E5F9-F3D0CCBAEC48}"/>
                    </a:ext>
                  </a:extLst>
                </p:cNvPr>
                <p:cNvPicPr/>
                <p:nvPr/>
              </p:nvPicPr>
              <p:blipFill>
                <a:blip r:embed="rId9"/>
                <a:stretch>
                  <a:fillRect/>
                </a:stretch>
              </p:blipFill>
              <p:spPr>
                <a:xfrm>
                  <a:off x="13641570" y="7926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5" name="Ink 74">
                  <a:extLst>
                    <a:ext uri="{FF2B5EF4-FFF2-40B4-BE49-F238E27FC236}">
                      <a16:creationId xmlns:a16="http://schemas.microsoft.com/office/drawing/2014/main" id="{940F85A0-7EE1-7E1D-AFF2-1D9674A70B5F}"/>
                    </a:ext>
                  </a:extLst>
                </p14:cNvPr>
                <p14:cNvContentPartPr/>
                <p14:nvPr/>
              </p14:nvContentPartPr>
              <p14:xfrm>
                <a:off x="13611330" y="7989570"/>
                <a:ext cx="2520" cy="360"/>
              </p14:xfrm>
            </p:contentPart>
          </mc:Choice>
          <mc:Fallback xmlns="">
            <p:pic>
              <p:nvPicPr>
                <p:cNvPr id="75" name="Ink 74">
                  <a:extLst>
                    <a:ext uri="{FF2B5EF4-FFF2-40B4-BE49-F238E27FC236}">
                      <a16:creationId xmlns:a16="http://schemas.microsoft.com/office/drawing/2014/main" id="{940F85A0-7EE1-7E1D-AFF2-1D9674A70B5F}"/>
                    </a:ext>
                  </a:extLst>
                </p:cNvPr>
                <p:cNvPicPr/>
                <p:nvPr/>
              </p:nvPicPr>
              <p:blipFill>
                <a:blip r:embed="rId15"/>
                <a:stretch>
                  <a:fillRect/>
                </a:stretch>
              </p:blipFill>
              <p:spPr>
                <a:xfrm>
                  <a:off x="13548330" y="7926930"/>
                  <a:ext cx="1281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6" name="Ink 75">
                  <a:extLst>
                    <a:ext uri="{FF2B5EF4-FFF2-40B4-BE49-F238E27FC236}">
                      <a16:creationId xmlns:a16="http://schemas.microsoft.com/office/drawing/2014/main" id="{0D734C48-1E98-F27A-3A16-BDA454E7DDB1}"/>
                    </a:ext>
                  </a:extLst>
                </p14:cNvPr>
                <p14:cNvContentPartPr/>
                <p14:nvPr/>
              </p14:nvContentPartPr>
              <p14:xfrm>
                <a:off x="13439610" y="8001090"/>
                <a:ext cx="13680" cy="360"/>
              </p14:xfrm>
            </p:contentPart>
          </mc:Choice>
          <mc:Fallback xmlns="">
            <p:pic>
              <p:nvPicPr>
                <p:cNvPr id="76" name="Ink 75">
                  <a:extLst>
                    <a:ext uri="{FF2B5EF4-FFF2-40B4-BE49-F238E27FC236}">
                      <a16:creationId xmlns:a16="http://schemas.microsoft.com/office/drawing/2014/main" id="{0D734C48-1E98-F27A-3A16-BDA454E7DDB1}"/>
                    </a:ext>
                  </a:extLst>
                </p:cNvPr>
                <p:cNvPicPr/>
                <p:nvPr/>
              </p:nvPicPr>
              <p:blipFill>
                <a:blip r:embed="rId18"/>
                <a:stretch>
                  <a:fillRect/>
                </a:stretch>
              </p:blipFill>
              <p:spPr>
                <a:xfrm>
                  <a:off x="13376610" y="793809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7" name="Ink 76">
                  <a:extLst>
                    <a:ext uri="{FF2B5EF4-FFF2-40B4-BE49-F238E27FC236}">
                      <a16:creationId xmlns:a16="http://schemas.microsoft.com/office/drawing/2014/main" id="{6B9A2999-D42D-6C91-BD46-489674AAF779}"/>
                    </a:ext>
                  </a:extLst>
                </p14:cNvPr>
                <p14:cNvContentPartPr/>
                <p14:nvPr/>
              </p14:nvContentPartPr>
              <p14:xfrm>
                <a:off x="13240530" y="8023770"/>
                <a:ext cx="18000" cy="4680"/>
              </p14:xfrm>
            </p:contentPart>
          </mc:Choice>
          <mc:Fallback xmlns="">
            <p:pic>
              <p:nvPicPr>
                <p:cNvPr id="77" name="Ink 76">
                  <a:extLst>
                    <a:ext uri="{FF2B5EF4-FFF2-40B4-BE49-F238E27FC236}">
                      <a16:creationId xmlns:a16="http://schemas.microsoft.com/office/drawing/2014/main" id="{6B9A2999-D42D-6C91-BD46-489674AAF779}"/>
                    </a:ext>
                  </a:extLst>
                </p:cNvPr>
                <p:cNvPicPr/>
                <p:nvPr/>
              </p:nvPicPr>
              <p:blipFill>
                <a:blip r:embed="rId92"/>
                <a:stretch>
                  <a:fillRect/>
                </a:stretch>
              </p:blipFill>
              <p:spPr>
                <a:xfrm>
                  <a:off x="13177890" y="7960770"/>
                  <a:ext cx="1436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8" name="Ink 77">
                  <a:extLst>
                    <a:ext uri="{FF2B5EF4-FFF2-40B4-BE49-F238E27FC236}">
                      <a16:creationId xmlns:a16="http://schemas.microsoft.com/office/drawing/2014/main" id="{4E2A006F-376C-1B7C-6998-B8AEC918B584}"/>
                    </a:ext>
                  </a:extLst>
                </p14:cNvPr>
                <p14:cNvContentPartPr/>
                <p14:nvPr/>
              </p14:nvContentPartPr>
              <p14:xfrm>
                <a:off x="13028130" y="8058330"/>
                <a:ext cx="2160" cy="360"/>
              </p14:xfrm>
            </p:contentPart>
          </mc:Choice>
          <mc:Fallback xmlns="">
            <p:pic>
              <p:nvPicPr>
                <p:cNvPr id="78" name="Ink 77">
                  <a:extLst>
                    <a:ext uri="{FF2B5EF4-FFF2-40B4-BE49-F238E27FC236}">
                      <a16:creationId xmlns:a16="http://schemas.microsoft.com/office/drawing/2014/main" id="{4E2A006F-376C-1B7C-6998-B8AEC918B584}"/>
                    </a:ext>
                  </a:extLst>
                </p:cNvPr>
                <p:cNvPicPr/>
                <p:nvPr/>
              </p:nvPicPr>
              <p:blipFill>
                <a:blip r:embed="rId15"/>
                <a:stretch>
                  <a:fillRect/>
                </a:stretch>
              </p:blipFill>
              <p:spPr>
                <a:xfrm>
                  <a:off x="12965130" y="79953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9" name="Ink 78">
                  <a:extLst>
                    <a:ext uri="{FF2B5EF4-FFF2-40B4-BE49-F238E27FC236}">
                      <a16:creationId xmlns:a16="http://schemas.microsoft.com/office/drawing/2014/main" id="{5EB42F74-0BA8-1755-6DCA-11125BF99AA8}"/>
                    </a:ext>
                  </a:extLst>
                </p14:cNvPr>
                <p14:cNvContentPartPr/>
                <p14:nvPr/>
              </p14:nvContentPartPr>
              <p14:xfrm>
                <a:off x="13016610" y="8058330"/>
                <a:ext cx="2160" cy="360"/>
              </p14:xfrm>
            </p:contentPart>
          </mc:Choice>
          <mc:Fallback xmlns="">
            <p:pic>
              <p:nvPicPr>
                <p:cNvPr id="79" name="Ink 78">
                  <a:extLst>
                    <a:ext uri="{FF2B5EF4-FFF2-40B4-BE49-F238E27FC236}">
                      <a16:creationId xmlns:a16="http://schemas.microsoft.com/office/drawing/2014/main" id="{5EB42F74-0BA8-1755-6DCA-11125BF99AA8}"/>
                    </a:ext>
                  </a:extLst>
                </p:cNvPr>
                <p:cNvPicPr/>
                <p:nvPr/>
              </p:nvPicPr>
              <p:blipFill>
                <a:blip r:embed="rId36"/>
                <a:stretch>
                  <a:fillRect/>
                </a:stretch>
              </p:blipFill>
              <p:spPr>
                <a:xfrm>
                  <a:off x="12953970" y="79953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0" name="Ink 79">
                  <a:extLst>
                    <a:ext uri="{FF2B5EF4-FFF2-40B4-BE49-F238E27FC236}">
                      <a16:creationId xmlns:a16="http://schemas.microsoft.com/office/drawing/2014/main" id="{3C7D15A9-227B-9436-6752-FE59165D8014}"/>
                    </a:ext>
                  </a:extLst>
                </p14:cNvPr>
                <p14:cNvContentPartPr/>
                <p14:nvPr/>
              </p14:nvContentPartPr>
              <p14:xfrm>
                <a:off x="12915450" y="8046450"/>
                <a:ext cx="360" cy="360"/>
              </p14:xfrm>
            </p:contentPart>
          </mc:Choice>
          <mc:Fallback xmlns="">
            <p:pic>
              <p:nvPicPr>
                <p:cNvPr id="80" name="Ink 79">
                  <a:extLst>
                    <a:ext uri="{FF2B5EF4-FFF2-40B4-BE49-F238E27FC236}">
                      <a16:creationId xmlns:a16="http://schemas.microsoft.com/office/drawing/2014/main" id="{3C7D15A9-227B-9436-6752-FE59165D8014}"/>
                    </a:ext>
                  </a:extLst>
                </p:cNvPr>
                <p:cNvPicPr/>
                <p:nvPr/>
              </p:nvPicPr>
              <p:blipFill>
                <a:blip r:embed="rId9"/>
                <a:stretch>
                  <a:fillRect/>
                </a:stretch>
              </p:blipFill>
              <p:spPr>
                <a:xfrm>
                  <a:off x="1285281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1" name="Ink 80">
                  <a:extLst>
                    <a:ext uri="{FF2B5EF4-FFF2-40B4-BE49-F238E27FC236}">
                      <a16:creationId xmlns:a16="http://schemas.microsoft.com/office/drawing/2014/main" id="{E04060B7-8BA8-D720-3A15-B9E515DECF98}"/>
                    </a:ext>
                  </a:extLst>
                </p14:cNvPr>
                <p14:cNvContentPartPr/>
                <p14:nvPr/>
              </p14:nvContentPartPr>
              <p14:xfrm>
                <a:off x="13235850" y="7919010"/>
                <a:ext cx="360" cy="2520"/>
              </p14:xfrm>
            </p:contentPart>
          </mc:Choice>
          <mc:Fallback xmlns="">
            <p:pic>
              <p:nvPicPr>
                <p:cNvPr id="81" name="Ink 80">
                  <a:extLst>
                    <a:ext uri="{FF2B5EF4-FFF2-40B4-BE49-F238E27FC236}">
                      <a16:creationId xmlns:a16="http://schemas.microsoft.com/office/drawing/2014/main" id="{E04060B7-8BA8-D720-3A15-B9E515DECF98}"/>
                    </a:ext>
                  </a:extLst>
                </p:cNvPr>
                <p:cNvPicPr/>
                <p:nvPr/>
              </p:nvPicPr>
              <p:blipFill>
                <a:blip r:embed="rId58"/>
                <a:stretch>
                  <a:fillRect/>
                </a:stretch>
              </p:blipFill>
              <p:spPr>
                <a:xfrm>
                  <a:off x="13172850" y="785637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3" name="Ink 82">
                  <a:extLst>
                    <a:ext uri="{FF2B5EF4-FFF2-40B4-BE49-F238E27FC236}">
                      <a16:creationId xmlns:a16="http://schemas.microsoft.com/office/drawing/2014/main" id="{7F8AD70E-5F94-FAE2-1CA3-FC3B9E20ADEC}"/>
                    </a:ext>
                  </a:extLst>
                </p14:cNvPr>
                <p14:cNvContentPartPr/>
                <p14:nvPr/>
              </p14:nvContentPartPr>
              <p14:xfrm>
                <a:off x="13133250" y="8092170"/>
                <a:ext cx="360" cy="360"/>
              </p14:xfrm>
            </p:contentPart>
          </mc:Choice>
          <mc:Fallback xmlns="">
            <p:pic>
              <p:nvPicPr>
                <p:cNvPr id="83" name="Ink 82">
                  <a:extLst>
                    <a:ext uri="{FF2B5EF4-FFF2-40B4-BE49-F238E27FC236}">
                      <a16:creationId xmlns:a16="http://schemas.microsoft.com/office/drawing/2014/main" id="{7F8AD70E-5F94-FAE2-1CA3-FC3B9E20ADEC}"/>
                    </a:ext>
                  </a:extLst>
                </p:cNvPr>
                <p:cNvPicPr/>
                <p:nvPr/>
              </p:nvPicPr>
              <p:blipFill>
                <a:blip r:embed="rId9"/>
                <a:stretch>
                  <a:fillRect/>
                </a:stretch>
              </p:blipFill>
              <p:spPr>
                <a:xfrm>
                  <a:off x="1307025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4" name="Ink 83">
                  <a:extLst>
                    <a:ext uri="{FF2B5EF4-FFF2-40B4-BE49-F238E27FC236}">
                      <a16:creationId xmlns:a16="http://schemas.microsoft.com/office/drawing/2014/main" id="{208E6179-764D-CAA5-3794-26B66F0A6A96}"/>
                    </a:ext>
                  </a:extLst>
                </p14:cNvPr>
                <p14:cNvContentPartPr/>
                <p14:nvPr/>
              </p14:nvContentPartPr>
              <p14:xfrm>
                <a:off x="13133250" y="8092170"/>
                <a:ext cx="360" cy="360"/>
              </p14:xfrm>
            </p:contentPart>
          </mc:Choice>
          <mc:Fallback xmlns="">
            <p:pic>
              <p:nvPicPr>
                <p:cNvPr id="84" name="Ink 83">
                  <a:extLst>
                    <a:ext uri="{FF2B5EF4-FFF2-40B4-BE49-F238E27FC236}">
                      <a16:creationId xmlns:a16="http://schemas.microsoft.com/office/drawing/2014/main" id="{208E6179-764D-CAA5-3794-26B66F0A6A96}"/>
                    </a:ext>
                  </a:extLst>
                </p:cNvPr>
                <p:cNvPicPr/>
                <p:nvPr/>
              </p:nvPicPr>
              <p:blipFill>
                <a:blip r:embed="rId9"/>
                <a:stretch>
                  <a:fillRect/>
                </a:stretch>
              </p:blipFill>
              <p:spPr>
                <a:xfrm>
                  <a:off x="1307025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5" name="Ink 84">
                  <a:extLst>
                    <a:ext uri="{FF2B5EF4-FFF2-40B4-BE49-F238E27FC236}">
                      <a16:creationId xmlns:a16="http://schemas.microsoft.com/office/drawing/2014/main" id="{BE70EC58-6801-6CF2-3C1B-C6E251C1EE87}"/>
                    </a:ext>
                  </a:extLst>
                </p14:cNvPr>
                <p14:cNvContentPartPr/>
                <p14:nvPr/>
              </p14:nvContentPartPr>
              <p14:xfrm>
                <a:off x="13315770" y="8069490"/>
                <a:ext cx="23040" cy="360"/>
              </p14:xfrm>
            </p:contentPart>
          </mc:Choice>
          <mc:Fallback xmlns="">
            <p:pic>
              <p:nvPicPr>
                <p:cNvPr id="85" name="Ink 84">
                  <a:extLst>
                    <a:ext uri="{FF2B5EF4-FFF2-40B4-BE49-F238E27FC236}">
                      <a16:creationId xmlns:a16="http://schemas.microsoft.com/office/drawing/2014/main" id="{BE70EC58-6801-6CF2-3C1B-C6E251C1EE87}"/>
                    </a:ext>
                  </a:extLst>
                </p:cNvPr>
                <p:cNvPicPr/>
                <p:nvPr/>
              </p:nvPicPr>
              <p:blipFill>
                <a:blip r:embed="rId100"/>
                <a:stretch>
                  <a:fillRect/>
                </a:stretch>
              </p:blipFill>
              <p:spPr>
                <a:xfrm>
                  <a:off x="13252770" y="8006850"/>
                  <a:ext cx="148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6" name="Ink 85">
                  <a:extLst>
                    <a:ext uri="{FF2B5EF4-FFF2-40B4-BE49-F238E27FC236}">
                      <a16:creationId xmlns:a16="http://schemas.microsoft.com/office/drawing/2014/main" id="{553A1BAB-3978-1A9B-F0AA-2D38C3D5F849}"/>
                    </a:ext>
                  </a:extLst>
                </p14:cNvPr>
                <p14:cNvContentPartPr/>
                <p14:nvPr/>
              </p14:nvContentPartPr>
              <p14:xfrm>
                <a:off x="13361490" y="8069490"/>
                <a:ext cx="2160" cy="360"/>
              </p14:xfrm>
            </p:contentPart>
          </mc:Choice>
          <mc:Fallback xmlns="">
            <p:pic>
              <p:nvPicPr>
                <p:cNvPr id="86" name="Ink 85">
                  <a:extLst>
                    <a:ext uri="{FF2B5EF4-FFF2-40B4-BE49-F238E27FC236}">
                      <a16:creationId xmlns:a16="http://schemas.microsoft.com/office/drawing/2014/main" id="{553A1BAB-3978-1A9B-F0AA-2D38C3D5F849}"/>
                    </a:ext>
                  </a:extLst>
                </p:cNvPr>
                <p:cNvPicPr/>
                <p:nvPr/>
              </p:nvPicPr>
              <p:blipFill>
                <a:blip r:embed="rId36"/>
                <a:stretch>
                  <a:fillRect/>
                </a:stretch>
              </p:blipFill>
              <p:spPr>
                <a:xfrm>
                  <a:off x="13298850" y="80068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7" name="Ink 86">
                  <a:extLst>
                    <a:ext uri="{FF2B5EF4-FFF2-40B4-BE49-F238E27FC236}">
                      <a16:creationId xmlns:a16="http://schemas.microsoft.com/office/drawing/2014/main" id="{7FF2C037-05D3-4CF4-D43A-9FA7C3944B64}"/>
                    </a:ext>
                  </a:extLst>
                </p14:cNvPr>
                <p14:cNvContentPartPr/>
                <p14:nvPr/>
              </p14:nvContentPartPr>
              <p14:xfrm>
                <a:off x="13395690" y="8069490"/>
                <a:ext cx="33480" cy="360"/>
              </p14:xfrm>
            </p:contentPart>
          </mc:Choice>
          <mc:Fallback xmlns="">
            <p:pic>
              <p:nvPicPr>
                <p:cNvPr id="87" name="Ink 86">
                  <a:extLst>
                    <a:ext uri="{FF2B5EF4-FFF2-40B4-BE49-F238E27FC236}">
                      <a16:creationId xmlns:a16="http://schemas.microsoft.com/office/drawing/2014/main" id="{7FF2C037-05D3-4CF4-D43A-9FA7C3944B64}"/>
                    </a:ext>
                  </a:extLst>
                </p:cNvPr>
                <p:cNvPicPr/>
                <p:nvPr/>
              </p:nvPicPr>
              <p:blipFill>
                <a:blip r:embed="rId30"/>
                <a:stretch>
                  <a:fillRect/>
                </a:stretch>
              </p:blipFill>
              <p:spPr>
                <a:xfrm>
                  <a:off x="13332690" y="8006850"/>
                  <a:ext cx="159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8" name="Ink 87">
                  <a:extLst>
                    <a:ext uri="{FF2B5EF4-FFF2-40B4-BE49-F238E27FC236}">
                      <a16:creationId xmlns:a16="http://schemas.microsoft.com/office/drawing/2014/main" id="{843A93B5-DB28-ADB4-BB37-284FBA3C7819}"/>
                    </a:ext>
                  </a:extLst>
                </p14:cNvPr>
                <p14:cNvContentPartPr/>
                <p14:nvPr/>
              </p14:nvContentPartPr>
              <p14:xfrm>
                <a:off x="13532850" y="8023770"/>
                <a:ext cx="14040" cy="360"/>
              </p14:xfrm>
            </p:contentPart>
          </mc:Choice>
          <mc:Fallback xmlns="">
            <p:pic>
              <p:nvPicPr>
                <p:cNvPr id="88" name="Ink 87">
                  <a:extLst>
                    <a:ext uri="{FF2B5EF4-FFF2-40B4-BE49-F238E27FC236}">
                      <a16:creationId xmlns:a16="http://schemas.microsoft.com/office/drawing/2014/main" id="{843A93B5-DB28-ADB4-BB37-284FBA3C7819}"/>
                    </a:ext>
                  </a:extLst>
                </p:cNvPr>
                <p:cNvPicPr/>
                <p:nvPr/>
              </p:nvPicPr>
              <p:blipFill>
                <a:blip r:embed="rId18"/>
                <a:stretch>
                  <a:fillRect/>
                </a:stretch>
              </p:blipFill>
              <p:spPr>
                <a:xfrm>
                  <a:off x="13469850" y="7960770"/>
                  <a:ext cx="139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9" name="Ink 88">
                  <a:extLst>
                    <a:ext uri="{FF2B5EF4-FFF2-40B4-BE49-F238E27FC236}">
                      <a16:creationId xmlns:a16="http://schemas.microsoft.com/office/drawing/2014/main" id="{26359197-9803-F59E-9F21-87E39CB59AAA}"/>
                    </a:ext>
                  </a:extLst>
                </p14:cNvPr>
                <p14:cNvContentPartPr/>
                <p14:nvPr/>
              </p14:nvContentPartPr>
              <p14:xfrm>
                <a:off x="13635810" y="7989570"/>
                <a:ext cx="22680" cy="360"/>
              </p14:xfrm>
            </p:contentPart>
          </mc:Choice>
          <mc:Fallback xmlns="">
            <p:pic>
              <p:nvPicPr>
                <p:cNvPr id="89" name="Ink 88">
                  <a:extLst>
                    <a:ext uri="{FF2B5EF4-FFF2-40B4-BE49-F238E27FC236}">
                      <a16:creationId xmlns:a16="http://schemas.microsoft.com/office/drawing/2014/main" id="{26359197-9803-F59E-9F21-87E39CB59AAA}"/>
                    </a:ext>
                  </a:extLst>
                </p:cNvPr>
                <p:cNvPicPr/>
                <p:nvPr/>
              </p:nvPicPr>
              <p:blipFill>
                <a:blip r:embed="rId105"/>
                <a:stretch>
                  <a:fillRect/>
                </a:stretch>
              </p:blipFill>
              <p:spPr>
                <a:xfrm>
                  <a:off x="13573170" y="7926930"/>
                  <a:ext cx="148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0" name="Ink 89">
                  <a:extLst>
                    <a:ext uri="{FF2B5EF4-FFF2-40B4-BE49-F238E27FC236}">
                      <a16:creationId xmlns:a16="http://schemas.microsoft.com/office/drawing/2014/main" id="{E3AE7B3D-C8B3-45B0-5514-0764DF89D45A}"/>
                    </a:ext>
                  </a:extLst>
                </p14:cNvPr>
                <p14:cNvContentPartPr/>
                <p14:nvPr/>
              </p14:nvContentPartPr>
              <p14:xfrm>
                <a:off x="13727250" y="7955010"/>
                <a:ext cx="14040" cy="360"/>
              </p14:xfrm>
            </p:contentPart>
          </mc:Choice>
          <mc:Fallback xmlns="">
            <p:pic>
              <p:nvPicPr>
                <p:cNvPr id="90" name="Ink 89">
                  <a:extLst>
                    <a:ext uri="{FF2B5EF4-FFF2-40B4-BE49-F238E27FC236}">
                      <a16:creationId xmlns:a16="http://schemas.microsoft.com/office/drawing/2014/main" id="{E3AE7B3D-C8B3-45B0-5514-0764DF89D45A}"/>
                    </a:ext>
                  </a:extLst>
                </p:cNvPr>
                <p:cNvPicPr/>
                <p:nvPr/>
              </p:nvPicPr>
              <p:blipFill>
                <a:blip r:embed="rId18"/>
                <a:stretch>
                  <a:fillRect/>
                </a:stretch>
              </p:blipFill>
              <p:spPr>
                <a:xfrm>
                  <a:off x="13664250" y="7892370"/>
                  <a:ext cx="139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1" name="Ink 90">
                  <a:extLst>
                    <a:ext uri="{FF2B5EF4-FFF2-40B4-BE49-F238E27FC236}">
                      <a16:creationId xmlns:a16="http://schemas.microsoft.com/office/drawing/2014/main" id="{77A6ECE6-A39F-E455-22D0-33798EA3DD2F}"/>
                    </a:ext>
                  </a:extLst>
                </p14:cNvPr>
                <p14:cNvContentPartPr/>
                <p14:nvPr/>
              </p14:nvContentPartPr>
              <p14:xfrm>
                <a:off x="13795650" y="7953210"/>
                <a:ext cx="20880" cy="2160"/>
              </p14:xfrm>
            </p:contentPart>
          </mc:Choice>
          <mc:Fallback xmlns="">
            <p:pic>
              <p:nvPicPr>
                <p:cNvPr id="91" name="Ink 90">
                  <a:extLst>
                    <a:ext uri="{FF2B5EF4-FFF2-40B4-BE49-F238E27FC236}">
                      <a16:creationId xmlns:a16="http://schemas.microsoft.com/office/drawing/2014/main" id="{77A6ECE6-A39F-E455-22D0-33798EA3DD2F}"/>
                    </a:ext>
                  </a:extLst>
                </p:cNvPr>
                <p:cNvPicPr/>
                <p:nvPr/>
              </p:nvPicPr>
              <p:blipFill>
                <a:blip r:embed="rId108"/>
                <a:stretch>
                  <a:fillRect/>
                </a:stretch>
              </p:blipFill>
              <p:spPr>
                <a:xfrm>
                  <a:off x="13733010" y="7890210"/>
                  <a:ext cx="146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2" name="Ink 91">
                  <a:extLst>
                    <a:ext uri="{FF2B5EF4-FFF2-40B4-BE49-F238E27FC236}">
                      <a16:creationId xmlns:a16="http://schemas.microsoft.com/office/drawing/2014/main" id="{D7AD764A-6896-F993-9C46-40AAFC429EE3}"/>
                    </a:ext>
                  </a:extLst>
                </p14:cNvPr>
                <p14:cNvContentPartPr/>
                <p14:nvPr/>
              </p14:nvContentPartPr>
              <p14:xfrm>
                <a:off x="13910130" y="7932330"/>
                <a:ext cx="13680" cy="360"/>
              </p14:xfrm>
            </p:contentPart>
          </mc:Choice>
          <mc:Fallback xmlns="">
            <p:pic>
              <p:nvPicPr>
                <p:cNvPr id="92" name="Ink 91">
                  <a:extLst>
                    <a:ext uri="{FF2B5EF4-FFF2-40B4-BE49-F238E27FC236}">
                      <a16:creationId xmlns:a16="http://schemas.microsoft.com/office/drawing/2014/main" id="{D7AD764A-6896-F993-9C46-40AAFC429EE3}"/>
                    </a:ext>
                  </a:extLst>
                </p:cNvPr>
                <p:cNvPicPr/>
                <p:nvPr/>
              </p:nvPicPr>
              <p:blipFill>
                <a:blip r:embed="rId18"/>
                <a:stretch>
                  <a:fillRect/>
                </a:stretch>
              </p:blipFill>
              <p:spPr>
                <a:xfrm>
                  <a:off x="13847490" y="786969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3" name="Ink 92">
                  <a:extLst>
                    <a:ext uri="{FF2B5EF4-FFF2-40B4-BE49-F238E27FC236}">
                      <a16:creationId xmlns:a16="http://schemas.microsoft.com/office/drawing/2014/main" id="{557B3DE4-7EC8-75BC-0357-D6BAD4D47C7D}"/>
                    </a:ext>
                  </a:extLst>
                </p14:cNvPr>
                <p14:cNvContentPartPr/>
                <p14:nvPr/>
              </p14:nvContentPartPr>
              <p14:xfrm>
                <a:off x="13944330" y="7921170"/>
                <a:ext cx="6840" cy="360"/>
              </p14:xfrm>
            </p:contentPart>
          </mc:Choice>
          <mc:Fallback xmlns="">
            <p:pic>
              <p:nvPicPr>
                <p:cNvPr id="93" name="Ink 92">
                  <a:extLst>
                    <a:ext uri="{FF2B5EF4-FFF2-40B4-BE49-F238E27FC236}">
                      <a16:creationId xmlns:a16="http://schemas.microsoft.com/office/drawing/2014/main" id="{557B3DE4-7EC8-75BC-0357-D6BAD4D47C7D}"/>
                    </a:ext>
                  </a:extLst>
                </p:cNvPr>
                <p:cNvPicPr/>
                <p:nvPr/>
              </p:nvPicPr>
              <p:blipFill>
                <a:blip r:embed="rId21"/>
                <a:stretch>
                  <a:fillRect/>
                </a:stretch>
              </p:blipFill>
              <p:spPr>
                <a:xfrm>
                  <a:off x="13881330" y="785817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5" name="Ink 94">
                  <a:extLst>
                    <a:ext uri="{FF2B5EF4-FFF2-40B4-BE49-F238E27FC236}">
                      <a16:creationId xmlns:a16="http://schemas.microsoft.com/office/drawing/2014/main" id="{0256B423-535F-8119-5951-305C1FD69DA2}"/>
                    </a:ext>
                  </a:extLst>
                </p14:cNvPr>
                <p14:cNvContentPartPr/>
                <p14:nvPr/>
              </p14:nvContentPartPr>
              <p14:xfrm>
                <a:off x="14344290" y="7977690"/>
                <a:ext cx="360" cy="360"/>
              </p14:xfrm>
            </p:contentPart>
          </mc:Choice>
          <mc:Fallback xmlns="">
            <p:pic>
              <p:nvPicPr>
                <p:cNvPr id="95" name="Ink 94">
                  <a:extLst>
                    <a:ext uri="{FF2B5EF4-FFF2-40B4-BE49-F238E27FC236}">
                      <a16:creationId xmlns:a16="http://schemas.microsoft.com/office/drawing/2014/main" id="{0256B423-535F-8119-5951-305C1FD69DA2}"/>
                    </a:ext>
                  </a:extLst>
                </p:cNvPr>
                <p:cNvPicPr/>
                <p:nvPr/>
              </p:nvPicPr>
              <p:blipFill>
                <a:blip r:embed="rId9"/>
                <a:stretch>
                  <a:fillRect/>
                </a:stretch>
              </p:blipFill>
              <p:spPr>
                <a:xfrm>
                  <a:off x="14281650" y="79150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6" name="Ink 95">
                  <a:extLst>
                    <a:ext uri="{FF2B5EF4-FFF2-40B4-BE49-F238E27FC236}">
                      <a16:creationId xmlns:a16="http://schemas.microsoft.com/office/drawing/2014/main" id="{0BA34EF0-09F4-7F4C-C3AD-DE3C30E548E0}"/>
                    </a:ext>
                  </a:extLst>
                </p14:cNvPr>
                <p14:cNvContentPartPr/>
                <p14:nvPr/>
              </p14:nvContentPartPr>
              <p14:xfrm>
                <a:off x="14344290" y="7977690"/>
                <a:ext cx="360" cy="360"/>
              </p14:xfrm>
            </p:contentPart>
          </mc:Choice>
          <mc:Fallback xmlns="">
            <p:pic>
              <p:nvPicPr>
                <p:cNvPr id="96" name="Ink 95">
                  <a:extLst>
                    <a:ext uri="{FF2B5EF4-FFF2-40B4-BE49-F238E27FC236}">
                      <a16:creationId xmlns:a16="http://schemas.microsoft.com/office/drawing/2014/main" id="{0BA34EF0-09F4-7F4C-C3AD-DE3C30E548E0}"/>
                    </a:ext>
                  </a:extLst>
                </p:cNvPr>
                <p:cNvPicPr/>
                <p:nvPr/>
              </p:nvPicPr>
              <p:blipFill>
                <a:blip r:embed="rId9"/>
                <a:stretch>
                  <a:fillRect/>
                </a:stretch>
              </p:blipFill>
              <p:spPr>
                <a:xfrm>
                  <a:off x="14281650" y="79150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8" name="Ink 97">
                  <a:extLst>
                    <a:ext uri="{FF2B5EF4-FFF2-40B4-BE49-F238E27FC236}">
                      <a16:creationId xmlns:a16="http://schemas.microsoft.com/office/drawing/2014/main" id="{57C56EB0-09CA-CA4C-81E3-FC84CAC78A07}"/>
                    </a:ext>
                  </a:extLst>
                </p14:cNvPr>
                <p14:cNvContentPartPr/>
                <p14:nvPr/>
              </p14:nvContentPartPr>
              <p14:xfrm>
                <a:off x="14184450" y="8069490"/>
                <a:ext cx="360" cy="360"/>
              </p14:xfrm>
            </p:contentPart>
          </mc:Choice>
          <mc:Fallback xmlns="">
            <p:pic>
              <p:nvPicPr>
                <p:cNvPr id="98" name="Ink 97">
                  <a:extLst>
                    <a:ext uri="{FF2B5EF4-FFF2-40B4-BE49-F238E27FC236}">
                      <a16:creationId xmlns:a16="http://schemas.microsoft.com/office/drawing/2014/main" id="{57C56EB0-09CA-CA4C-81E3-FC84CAC78A07}"/>
                    </a:ext>
                  </a:extLst>
                </p:cNvPr>
                <p:cNvPicPr/>
                <p:nvPr/>
              </p:nvPicPr>
              <p:blipFill>
                <a:blip r:embed="rId9"/>
                <a:stretch>
                  <a:fillRect/>
                </a:stretch>
              </p:blipFill>
              <p:spPr>
                <a:xfrm>
                  <a:off x="1412181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9" name="Ink 98">
                  <a:extLst>
                    <a:ext uri="{FF2B5EF4-FFF2-40B4-BE49-F238E27FC236}">
                      <a16:creationId xmlns:a16="http://schemas.microsoft.com/office/drawing/2014/main" id="{2E270892-0C8D-B11B-98B8-B32912E3309C}"/>
                    </a:ext>
                  </a:extLst>
                </p14:cNvPr>
                <p14:cNvContentPartPr/>
                <p14:nvPr/>
              </p14:nvContentPartPr>
              <p14:xfrm>
                <a:off x="14184450" y="8069490"/>
                <a:ext cx="360" cy="360"/>
              </p14:xfrm>
            </p:contentPart>
          </mc:Choice>
          <mc:Fallback xmlns="">
            <p:pic>
              <p:nvPicPr>
                <p:cNvPr id="99" name="Ink 98">
                  <a:extLst>
                    <a:ext uri="{FF2B5EF4-FFF2-40B4-BE49-F238E27FC236}">
                      <a16:creationId xmlns:a16="http://schemas.microsoft.com/office/drawing/2014/main" id="{2E270892-0C8D-B11B-98B8-B32912E3309C}"/>
                    </a:ext>
                  </a:extLst>
                </p:cNvPr>
                <p:cNvPicPr/>
                <p:nvPr/>
              </p:nvPicPr>
              <p:blipFill>
                <a:blip r:embed="rId9"/>
                <a:stretch>
                  <a:fillRect/>
                </a:stretch>
              </p:blipFill>
              <p:spPr>
                <a:xfrm>
                  <a:off x="1412181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00" name="Ink 99">
                  <a:extLst>
                    <a:ext uri="{FF2B5EF4-FFF2-40B4-BE49-F238E27FC236}">
                      <a16:creationId xmlns:a16="http://schemas.microsoft.com/office/drawing/2014/main" id="{81C90732-07DC-A9AA-BDAE-608BB93AE8F9}"/>
                    </a:ext>
                  </a:extLst>
                </p14:cNvPr>
                <p14:cNvContentPartPr/>
                <p14:nvPr/>
              </p14:nvContentPartPr>
              <p14:xfrm>
                <a:off x="14148090" y="8069490"/>
                <a:ext cx="2160" cy="360"/>
              </p14:xfrm>
            </p:contentPart>
          </mc:Choice>
          <mc:Fallback xmlns="">
            <p:pic>
              <p:nvPicPr>
                <p:cNvPr id="100" name="Ink 99">
                  <a:extLst>
                    <a:ext uri="{FF2B5EF4-FFF2-40B4-BE49-F238E27FC236}">
                      <a16:creationId xmlns:a16="http://schemas.microsoft.com/office/drawing/2014/main" id="{81C90732-07DC-A9AA-BDAE-608BB93AE8F9}"/>
                    </a:ext>
                  </a:extLst>
                </p:cNvPr>
                <p:cNvPicPr/>
                <p:nvPr/>
              </p:nvPicPr>
              <p:blipFill>
                <a:blip r:embed="rId15"/>
                <a:stretch>
                  <a:fillRect/>
                </a:stretch>
              </p:blipFill>
              <p:spPr>
                <a:xfrm>
                  <a:off x="14085090" y="80068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1" name="Ink 100">
                  <a:extLst>
                    <a:ext uri="{FF2B5EF4-FFF2-40B4-BE49-F238E27FC236}">
                      <a16:creationId xmlns:a16="http://schemas.microsoft.com/office/drawing/2014/main" id="{728BF643-A64A-2923-2C5D-9C5D86661215}"/>
                    </a:ext>
                  </a:extLst>
                </p14:cNvPr>
                <p14:cNvContentPartPr/>
                <p14:nvPr/>
              </p14:nvContentPartPr>
              <p14:xfrm>
                <a:off x="14098050" y="8069490"/>
                <a:ext cx="6840" cy="360"/>
              </p14:xfrm>
            </p:contentPart>
          </mc:Choice>
          <mc:Fallback xmlns="">
            <p:pic>
              <p:nvPicPr>
                <p:cNvPr id="101" name="Ink 100">
                  <a:extLst>
                    <a:ext uri="{FF2B5EF4-FFF2-40B4-BE49-F238E27FC236}">
                      <a16:creationId xmlns:a16="http://schemas.microsoft.com/office/drawing/2014/main" id="{728BF643-A64A-2923-2C5D-9C5D86661215}"/>
                    </a:ext>
                  </a:extLst>
                </p:cNvPr>
                <p:cNvPicPr/>
                <p:nvPr/>
              </p:nvPicPr>
              <p:blipFill>
                <a:blip r:embed="rId21"/>
                <a:stretch>
                  <a:fillRect/>
                </a:stretch>
              </p:blipFill>
              <p:spPr>
                <a:xfrm>
                  <a:off x="14035410" y="800685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2" name="Ink 101">
                  <a:extLst>
                    <a:ext uri="{FF2B5EF4-FFF2-40B4-BE49-F238E27FC236}">
                      <a16:creationId xmlns:a16="http://schemas.microsoft.com/office/drawing/2014/main" id="{84ACD7E1-1E3C-79C9-86BB-8AEF8744CC1A}"/>
                    </a:ext>
                  </a:extLst>
                </p14:cNvPr>
                <p14:cNvContentPartPr/>
                <p14:nvPr/>
              </p14:nvContentPartPr>
              <p14:xfrm>
                <a:off x="13999410" y="8069490"/>
                <a:ext cx="2160" cy="360"/>
              </p14:xfrm>
            </p:contentPart>
          </mc:Choice>
          <mc:Fallback xmlns="">
            <p:pic>
              <p:nvPicPr>
                <p:cNvPr id="102" name="Ink 101">
                  <a:extLst>
                    <a:ext uri="{FF2B5EF4-FFF2-40B4-BE49-F238E27FC236}">
                      <a16:creationId xmlns:a16="http://schemas.microsoft.com/office/drawing/2014/main" id="{84ACD7E1-1E3C-79C9-86BB-8AEF8744CC1A}"/>
                    </a:ext>
                  </a:extLst>
                </p:cNvPr>
                <p:cNvPicPr/>
                <p:nvPr/>
              </p:nvPicPr>
              <p:blipFill>
                <a:blip r:embed="rId36"/>
                <a:stretch>
                  <a:fillRect/>
                </a:stretch>
              </p:blipFill>
              <p:spPr>
                <a:xfrm>
                  <a:off x="13936770" y="80068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3" name="Ink 102">
                  <a:extLst>
                    <a:ext uri="{FF2B5EF4-FFF2-40B4-BE49-F238E27FC236}">
                      <a16:creationId xmlns:a16="http://schemas.microsoft.com/office/drawing/2014/main" id="{E71C4EFB-65BC-FA10-FEAA-3D6F864881C7}"/>
                    </a:ext>
                  </a:extLst>
                </p14:cNvPr>
                <p14:cNvContentPartPr/>
                <p14:nvPr/>
              </p14:nvContentPartPr>
              <p14:xfrm>
                <a:off x="13942170" y="8069490"/>
                <a:ext cx="2160" cy="360"/>
              </p14:xfrm>
            </p:contentPart>
          </mc:Choice>
          <mc:Fallback xmlns="">
            <p:pic>
              <p:nvPicPr>
                <p:cNvPr id="103" name="Ink 102">
                  <a:extLst>
                    <a:ext uri="{FF2B5EF4-FFF2-40B4-BE49-F238E27FC236}">
                      <a16:creationId xmlns:a16="http://schemas.microsoft.com/office/drawing/2014/main" id="{E71C4EFB-65BC-FA10-FEAA-3D6F864881C7}"/>
                    </a:ext>
                  </a:extLst>
                </p:cNvPr>
                <p:cNvPicPr/>
                <p:nvPr/>
              </p:nvPicPr>
              <p:blipFill>
                <a:blip r:embed="rId36"/>
                <a:stretch>
                  <a:fillRect/>
                </a:stretch>
              </p:blipFill>
              <p:spPr>
                <a:xfrm>
                  <a:off x="13879530" y="80068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4" name="Ink 103">
                  <a:extLst>
                    <a:ext uri="{FF2B5EF4-FFF2-40B4-BE49-F238E27FC236}">
                      <a16:creationId xmlns:a16="http://schemas.microsoft.com/office/drawing/2014/main" id="{7D1D9EBC-3FBB-1257-CAED-593885FE3982}"/>
                    </a:ext>
                  </a:extLst>
                </p14:cNvPr>
                <p14:cNvContentPartPr/>
                <p14:nvPr/>
              </p14:nvContentPartPr>
              <p14:xfrm>
                <a:off x="13841730" y="8069490"/>
                <a:ext cx="360" cy="360"/>
              </p14:xfrm>
            </p:contentPart>
          </mc:Choice>
          <mc:Fallback xmlns="">
            <p:pic>
              <p:nvPicPr>
                <p:cNvPr id="104" name="Ink 103">
                  <a:extLst>
                    <a:ext uri="{FF2B5EF4-FFF2-40B4-BE49-F238E27FC236}">
                      <a16:creationId xmlns:a16="http://schemas.microsoft.com/office/drawing/2014/main" id="{7D1D9EBC-3FBB-1257-CAED-593885FE3982}"/>
                    </a:ext>
                  </a:extLst>
                </p:cNvPr>
                <p:cNvPicPr/>
                <p:nvPr/>
              </p:nvPicPr>
              <p:blipFill>
                <a:blip r:embed="rId9"/>
                <a:stretch>
                  <a:fillRect/>
                </a:stretch>
              </p:blipFill>
              <p:spPr>
                <a:xfrm>
                  <a:off x="1377873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5" name="Ink 104">
                  <a:extLst>
                    <a:ext uri="{FF2B5EF4-FFF2-40B4-BE49-F238E27FC236}">
                      <a16:creationId xmlns:a16="http://schemas.microsoft.com/office/drawing/2014/main" id="{FAD25BCE-38D0-25CF-F3B8-AE2B27842750}"/>
                    </a:ext>
                  </a:extLst>
                </p14:cNvPr>
                <p14:cNvContentPartPr/>
                <p14:nvPr/>
              </p14:nvContentPartPr>
              <p14:xfrm>
                <a:off x="13784490" y="8069490"/>
                <a:ext cx="360" cy="360"/>
              </p14:xfrm>
            </p:contentPart>
          </mc:Choice>
          <mc:Fallback xmlns="">
            <p:pic>
              <p:nvPicPr>
                <p:cNvPr id="105" name="Ink 104">
                  <a:extLst>
                    <a:ext uri="{FF2B5EF4-FFF2-40B4-BE49-F238E27FC236}">
                      <a16:creationId xmlns:a16="http://schemas.microsoft.com/office/drawing/2014/main" id="{FAD25BCE-38D0-25CF-F3B8-AE2B27842750}"/>
                    </a:ext>
                  </a:extLst>
                </p:cNvPr>
                <p:cNvPicPr/>
                <p:nvPr/>
              </p:nvPicPr>
              <p:blipFill>
                <a:blip r:embed="rId9"/>
                <a:stretch>
                  <a:fillRect/>
                </a:stretch>
              </p:blipFill>
              <p:spPr>
                <a:xfrm>
                  <a:off x="1372149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6" name="Ink 105">
                  <a:extLst>
                    <a:ext uri="{FF2B5EF4-FFF2-40B4-BE49-F238E27FC236}">
                      <a16:creationId xmlns:a16="http://schemas.microsoft.com/office/drawing/2014/main" id="{47238B4C-67FF-F023-5AF5-0D633953BD59}"/>
                    </a:ext>
                  </a:extLst>
                </p14:cNvPr>
                <p14:cNvContentPartPr/>
                <p14:nvPr/>
              </p14:nvContentPartPr>
              <p14:xfrm>
                <a:off x="13734090" y="8069490"/>
                <a:ext cx="4680" cy="2160"/>
              </p14:xfrm>
            </p:contentPart>
          </mc:Choice>
          <mc:Fallback xmlns="">
            <p:pic>
              <p:nvPicPr>
                <p:cNvPr id="106" name="Ink 105">
                  <a:extLst>
                    <a:ext uri="{FF2B5EF4-FFF2-40B4-BE49-F238E27FC236}">
                      <a16:creationId xmlns:a16="http://schemas.microsoft.com/office/drawing/2014/main" id="{47238B4C-67FF-F023-5AF5-0D633953BD59}"/>
                    </a:ext>
                  </a:extLst>
                </p:cNvPr>
                <p:cNvPicPr/>
                <p:nvPr/>
              </p:nvPicPr>
              <p:blipFill>
                <a:blip r:embed="rId122"/>
                <a:stretch>
                  <a:fillRect/>
                </a:stretch>
              </p:blipFill>
              <p:spPr>
                <a:xfrm>
                  <a:off x="13671090" y="800685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7" name="Ink 106">
                  <a:extLst>
                    <a:ext uri="{FF2B5EF4-FFF2-40B4-BE49-F238E27FC236}">
                      <a16:creationId xmlns:a16="http://schemas.microsoft.com/office/drawing/2014/main" id="{D5BD2917-107D-E4F9-D20E-09F88F119E4A}"/>
                    </a:ext>
                  </a:extLst>
                </p14:cNvPr>
                <p14:cNvContentPartPr/>
                <p14:nvPr/>
              </p14:nvContentPartPr>
              <p14:xfrm>
                <a:off x="13727250" y="8092170"/>
                <a:ext cx="360" cy="360"/>
              </p14:xfrm>
            </p:contentPart>
          </mc:Choice>
          <mc:Fallback xmlns="">
            <p:pic>
              <p:nvPicPr>
                <p:cNvPr id="107" name="Ink 106">
                  <a:extLst>
                    <a:ext uri="{FF2B5EF4-FFF2-40B4-BE49-F238E27FC236}">
                      <a16:creationId xmlns:a16="http://schemas.microsoft.com/office/drawing/2014/main" id="{D5BD2917-107D-E4F9-D20E-09F88F119E4A}"/>
                    </a:ext>
                  </a:extLst>
                </p:cNvPr>
                <p:cNvPicPr/>
                <p:nvPr/>
              </p:nvPicPr>
              <p:blipFill>
                <a:blip r:embed="rId9"/>
                <a:stretch>
                  <a:fillRect/>
                </a:stretch>
              </p:blipFill>
              <p:spPr>
                <a:xfrm>
                  <a:off x="1366425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8" name="Ink 107">
                  <a:extLst>
                    <a:ext uri="{FF2B5EF4-FFF2-40B4-BE49-F238E27FC236}">
                      <a16:creationId xmlns:a16="http://schemas.microsoft.com/office/drawing/2014/main" id="{15561363-9F54-29AF-0234-99A9A05C2B32}"/>
                    </a:ext>
                  </a:extLst>
                </p14:cNvPr>
                <p14:cNvContentPartPr/>
                <p14:nvPr/>
              </p14:nvContentPartPr>
              <p14:xfrm>
                <a:off x="13645170" y="8092170"/>
                <a:ext cx="2160" cy="360"/>
              </p14:xfrm>
            </p:contentPart>
          </mc:Choice>
          <mc:Fallback xmlns="">
            <p:pic>
              <p:nvPicPr>
                <p:cNvPr id="108" name="Ink 107">
                  <a:extLst>
                    <a:ext uri="{FF2B5EF4-FFF2-40B4-BE49-F238E27FC236}">
                      <a16:creationId xmlns:a16="http://schemas.microsoft.com/office/drawing/2014/main" id="{15561363-9F54-29AF-0234-99A9A05C2B32}"/>
                    </a:ext>
                  </a:extLst>
                </p:cNvPr>
                <p:cNvPicPr/>
                <p:nvPr/>
              </p:nvPicPr>
              <p:blipFill>
                <a:blip r:embed="rId36"/>
                <a:stretch>
                  <a:fillRect/>
                </a:stretch>
              </p:blipFill>
              <p:spPr>
                <a:xfrm>
                  <a:off x="13582530" y="80295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9" name="Ink 108">
                  <a:extLst>
                    <a:ext uri="{FF2B5EF4-FFF2-40B4-BE49-F238E27FC236}">
                      <a16:creationId xmlns:a16="http://schemas.microsoft.com/office/drawing/2014/main" id="{978A420D-B46A-A5B1-A631-D66A1167FC25}"/>
                    </a:ext>
                  </a:extLst>
                </p14:cNvPr>
                <p14:cNvContentPartPr/>
                <p14:nvPr/>
              </p14:nvContentPartPr>
              <p14:xfrm>
                <a:off x="13601250" y="8092170"/>
                <a:ext cx="360" cy="360"/>
              </p14:xfrm>
            </p:contentPart>
          </mc:Choice>
          <mc:Fallback xmlns="">
            <p:pic>
              <p:nvPicPr>
                <p:cNvPr id="109" name="Ink 108">
                  <a:extLst>
                    <a:ext uri="{FF2B5EF4-FFF2-40B4-BE49-F238E27FC236}">
                      <a16:creationId xmlns:a16="http://schemas.microsoft.com/office/drawing/2014/main" id="{978A420D-B46A-A5B1-A631-D66A1167FC25}"/>
                    </a:ext>
                  </a:extLst>
                </p:cNvPr>
                <p:cNvPicPr/>
                <p:nvPr/>
              </p:nvPicPr>
              <p:blipFill>
                <a:blip r:embed="rId9"/>
                <a:stretch>
                  <a:fillRect/>
                </a:stretch>
              </p:blipFill>
              <p:spPr>
                <a:xfrm>
                  <a:off x="1353861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1" name="Ink 110">
                  <a:extLst>
                    <a:ext uri="{FF2B5EF4-FFF2-40B4-BE49-F238E27FC236}">
                      <a16:creationId xmlns:a16="http://schemas.microsoft.com/office/drawing/2014/main" id="{2C7D64B5-BB3D-7605-2B5C-0BFB1E55DC6E}"/>
                    </a:ext>
                  </a:extLst>
                </p14:cNvPr>
                <p14:cNvContentPartPr/>
                <p14:nvPr/>
              </p14:nvContentPartPr>
              <p14:xfrm>
                <a:off x="13430250" y="7932330"/>
                <a:ext cx="360" cy="360"/>
              </p14:xfrm>
            </p:contentPart>
          </mc:Choice>
          <mc:Fallback xmlns="">
            <p:pic>
              <p:nvPicPr>
                <p:cNvPr id="111" name="Ink 110">
                  <a:extLst>
                    <a:ext uri="{FF2B5EF4-FFF2-40B4-BE49-F238E27FC236}">
                      <a16:creationId xmlns:a16="http://schemas.microsoft.com/office/drawing/2014/main" id="{2C7D64B5-BB3D-7605-2B5C-0BFB1E55DC6E}"/>
                    </a:ext>
                  </a:extLst>
                </p:cNvPr>
                <p:cNvPicPr/>
                <p:nvPr/>
              </p:nvPicPr>
              <p:blipFill>
                <a:blip r:embed="rId9"/>
                <a:stretch>
                  <a:fillRect/>
                </a:stretch>
              </p:blipFill>
              <p:spPr>
                <a:xfrm>
                  <a:off x="133672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12" name="Ink 111">
                  <a:extLst>
                    <a:ext uri="{FF2B5EF4-FFF2-40B4-BE49-F238E27FC236}">
                      <a16:creationId xmlns:a16="http://schemas.microsoft.com/office/drawing/2014/main" id="{97141048-10F8-3E2B-FE07-80B9A743B019}"/>
                    </a:ext>
                  </a:extLst>
                </p14:cNvPr>
                <p14:cNvContentPartPr/>
                <p14:nvPr/>
              </p14:nvContentPartPr>
              <p14:xfrm>
                <a:off x="13430250" y="7932330"/>
                <a:ext cx="360" cy="360"/>
              </p14:xfrm>
            </p:contentPart>
          </mc:Choice>
          <mc:Fallback xmlns="">
            <p:pic>
              <p:nvPicPr>
                <p:cNvPr id="112" name="Ink 111">
                  <a:extLst>
                    <a:ext uri="{FF2B5EF4-FFF2-40B4-BE49-F238E27FC236}">
                      <a16:creationId xmlns:a16="http://schemas.microsoft.com/office/drawing/2014/main" id="{97141048-10F8-3E2B-FE07-80B9A743B019}"/>
                    </a:ext>
                  </a:extLst>
                </p:cNvPr>
                <p:cNvPicPr/>
                <p:nvPr/>
              </p:nvPicPr>
              <p:blipFill>
                <a:blip r:embed="rId9"/>
                <a:stretch>
                  <a:fillRect/>
                </a:stretch>
              </p:blipFill>
              <p:spPr>
                <a:xfrm>
                  <a:off x="133672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3" name="Ink 112">
                  <a:extLst>
                    <a:ext uri="{FF2B5EF4-FFF2-40B4-BE49-F238E27FC236}">
                      <a16:creationId xmlns:a16="http://schemas.microsoft.com/office/drawing/2014/main" id="{75069951-5932-D9EF-044B-614486ABF514}"/>
                    </a:ext>
                  </a:extLst>
                </p14:cNvPr>
                <p14:cNvContentPartPr/>
                <p14:nvPr/>
              </p14:nvContentPartPr>
              <p14:xfrm>
                <a:off x="13430250" y="7932330"/>
                <a:ext cx="360" cy="360"/>
              </p14:xfrm>
            </p:contentPart>
          </mc:Choice>
          <mc:Fallback xmlns="">
            <p:pic>
              <p:nvPicPr>
                <p:cNvPr id="113" name="Ink 112">
                  <a:extLst>
                    <a:ext uri="{FF2B5EF4-FFF2-40B4-BE49-F238E27FC236}">
                      <a16:creationId xmlns:a16="http://schemas.microsoft.com/office/drawing/2014/main" id="{75069951-5932-D9EF-044B-614486ABF514}"/>
                    </a:ext>
                  </a:extLst>
                </p:cNvPr>
                <p:cNvPicPr/>
                <p:nvPr/>
              </p:nvPicPr>
              <p:blipFill>
                <a:blip r:embed="rId9"/>
                <a:stretch>
                  <a:fillRect/>
                </a:stretch>
              </p:blipFill>
              <p:spPr>
                <a:xfrm>
                  <a:off x="133672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4" name="Ink 113">
                  <a:extLst>
                    <a:ext uri="{FF2B5EF4-FFF2-40B4-BE49-F238E27FC236}">
                      <a16:creationId xmlns:a16="http://schemas.microsoft.com/office/drawing/2014/main" id="{D63BA136-22F1-5BE3-C2A2-A0CBF1D8510A}"/>
                    </a:ext>
                  </a:extLst>
                </p14:cNvPr>
                <p14:cNvContentPartPr/>
                <p14:nvPr/>
              </p14:nvContentPartPr>
              <p14:xfrm>
                <a:off x="13430250" y="7932330"/>
                <a:ext cx="360" cy="360"/>
              </p14:xfrm>
            </p:contentPart>
          </mc:Choice>
          <mc:Fallback xmlns="">
            <p:pic>
              <p:nvPicPr>
                <p:cNvPr id="114" name="Ink 113">
                  <a:extLst>
                    <a:ext uri="{FF2B5EF4-FFF2-40B4-BE49-F238E27FC236}">
                      <a16:creationId xmlns:a16="http://schemas.microsoft.com/office/drawing/2014/main" id="{D63BA136-22F1-5BE3-C2A2-A0CBF1D8510A}"/>
                    </a:ext>
                  </a:extLst>
                </p:cNvPr>
                <p:cNvPicPr/>
                <p:nvPr/>
              </p:nvPicPr>
              <p:blipFill>
                <a:blip r:embed="rId9"/>
                <a:stretch>
                  <a:fillRect/>
                </a:stretch>
              </p:blipFill>
              <p:spPr>
                <a:xfrm>
                  <a:off x="133672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6" name="Ink 115">
                  <a:extLst>
                    <a:ext uri="{FF2B5EF4-FFF2-40B4-BE49-F238E27FC236}">
                      <a16:creationId xmlns:a16="http://schemas.microsoft.com/office/drawing/2014/main" id="{F6DBBE60-F7EE-5883-222B-11921162578C}"/>
                    </a:ext>
                  </a:extLst>
                </p14:cNvPr>
                <p14:cNvContentPartPr/>
                <p14:nvPr/>
              </p14:nvContentPartPr>
              <p14:xfrm>
                <a:off x="14310450" y="8090370"/>
                <a:ext cx="360" cy="2160"/>
              </p14:xfrm>
            </p:contentPart>
          </mc:Choice>
          <mc:Fallback xmlns="">
            <p:pic>
              <p:nvPicPr>
                <p:cNvPr id="116" name="Ink 115">
                  <a:extLst>
                    <a:ext uri="{FF2B5EF4-FFF2-40B4-BE49-F238E27FC236}">
                      <a16:creationId xmlns:a16="http://schemas.microsoft.com/office/drawing/2014/main" id="{F6DBBE60-F7EE-5883-222B-11921162578C}"/>
                    </a:ext>
                  </a:extLst>
                </p:cNvPr>
                <p:cNvPicPr/>
                <p:nvPr/>
              </p:nvPicPr>
              <p:blipFill>
                <a:blip r:embed="rId131"/>
                <a:stretch>
                  <a:fillRect/>
                </a:stretch>
              </p:blipFill>
              <p:spPr>
                <a:xfrm>
                  <a:off x="14247450" y="802737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7" name="Ink 116">
                  <a:extLst>
                    <a:ext uri="{FF2B5EF4-FFF2-40B4-BE49-F238E27FC236}">
                      <a16:creationId xmlns:a16="http://schemas.microsoft.com/office/drawing/2014/main" id="{6BBD553B-27DA-1F5C-9D26-E273385A5667}"/>
                    </a:ext>
                  </a:extLst>
                </p14:cNvPr>
                <p14:cNvContentPartPr/>
                <p14:nvPr/>
              </p14:nvContentPartPr>
              <p14:xfrm>
                <a:off x="14321610" y="8081010"/>
                <a:ext cx="360" cy="360"/>
              </p14:xfrm>
            </p:contentPart>
          </mc:Choice>
          <mc:Fallback xmlns="">
            <p:pic>
              <p:nvPicPr>
                <p:cNvPr id="117" name="Ink 116">
                  <a:extLst>
                    <a:ext uri="{FF2B5EF4-FFF2-40B4-BE49-F238E27FC236}">
                      <a16:creationId xmlns:a16="http://schemas.microsoft.com/office/drawing/2014/main" id="{6BBD553B-27DA-1F5C-9D26-E273385A5667}"/>
                    </a:ext>
                  </a:extLst>
                </p:cNvPr>
                <p:cNvPicPr/>
                <p:nvPr/>
              </p:nvPicPr>
              <p:blipFill>
                <a:blip r:embed="rId9"/>
                <a:stretch>
                  <a:fillRect/>
                </a:stretch>
              </p:blipFill>
              <p:spPr>
                <a:xfrm>
                  <a:off x="14258970" y="80180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18" name="Ink 117">
                  <a:extLst>
                    <a:ext uri="{FF2B5EF4-FFF2-40B4-BE49-F238E27FC236}">
                      <a16:creationId xmlns:a16="http://schemas.microsoft.com/office/drawing/2014/main" id="{7068BB27-254E-94AB-DF6C-BA43E5698C19}"/>
                    </a:ext>
                  </a:extLst>
                </p14:cNvPr>
                <p14:cNvContentPartPr/>
                <p14:nvPr/>
              </p14:nvContentPartPr>
              <p14:xfrm>
                <a:off x="14390370" y="8046450"/>
                <a:ext cx="360" cy="360"/>
              </p14:xfrm>
            </p:contentPart>
          </mc:Choice>
          <mc:Fallback xmlns="">
            <p:pic>
              <p:nvPicPr>
                <p:cNvPr id="118" name="Ink 117">
                  <a:extLst>
                    <a:ext uri="{FF2B5EF4-FFF2-40B4-BE49-F238E27FC236}">
                      <a16:creationId xmlns:a16="http://schemas.microsoft.com/office/drawing/2014/main" id="{7068BB27-254E-94AB-DF6C-BA43E5698C19}"/>
                    </a:ext>
                  </a:extLst>
                </p:cNvPr>
                <p:cNvPicPr/>
                <p:nvPr/>
              </p:nvPicPr>
              <p:blipFill>
                <a:blip r:embed="rId9"/>
                <a:stretch>
                  <a:fillRect/>
                </a:stretch>
              </p:blipFill>
              <p:spPr>
                <a:xfrm>
                  <a:off x="1432737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20" name="Ink 119">
                  <a:extLst>
                    <a:ext uri="{FF2B5EF4-FFF2-40B4-BE49-F238E27FC236}">
                      <a16:creationId xmlns:a16="http://schemas.microsoft.com/office/drawing/2014/main" id="{01419214-AB86-D394-B15C-48A47895000C}"/>
                    </a:ext>
                  </a:extLst>
                </p14:cNvPr>
                <p14:cNvContentPartPr/>
                <p14:nvPr/>
              </p14:nvContentPartPr>
              <p14:xfrm>
                <a:off x="14138730" y="7955010"/>
                <a:ext cx="360" cy="360"/>
              </p14:xfrm>
            </p:contentPart>
          </mc:Choice>
          <mc:Fallback xmlns="">
            <p:pic>
              <p:nvPicPr>
                <p:cNvPr id="120" name="Ink 119">
                  <a:extLst>
                    <a:ext uri="{FF2B5EF4-FFF2-40B4-BE49-F238E27FC236}">
                      <a16:creationId xmlns:a16="http://schemas.microsoft.com/office/drawing/2014/main" id="{01419214-AB86-D394-B15C-48A47895000C}"/>
                    </a:ext>
                  </a:extLst>
                </p:cNvPr>
                <p:cNvPicPr/>
                <p:nvPr/>
              </p:nvPicPr>
              <p:blipFill>
                <a:blip r:embed="rId9"/>
                <a:stretch>
                  <a:fillRect/>
                </a:stretch>
              </p:blipFill>
              <p:spPr>
                <a:xfrm>
                  <a:off x="14075730" y="78923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21" name="Ink 120">
                  <a:extLst>
                    <a:ext uri="{FF2B5EF4-FFF2-40B4-BE49-F238E27FC236}">
                      <a16:creationId xmlns:a16="http://schemas.microsoft.com/office/drawing/2014/main" id="{84733723-2621-61E3-7881-BF898BFC168E}"/>
                    </a:ext>
                  </a:extLst>
                </p14:cNvPr>
                <p14:cNvContentPartPr/>
                <p14:nvPr/>
              </p14:nvContentPartPr>
              <p14:xfrm>
                <a:off x="14136570" y="7955010"/>
                <a:ext cx="2160" cy="360"/>
              </p14:xfrm>
            </p:contentPart>
          </mc:Choice>
          <mc:Fallback xmlns="">
            <p:pic>
              <p:nvPicPr>
                <p:cNvPr id="121" name="Ink 120">
                  <a:extLst>
                    <a:ext uri="{FF2B5EF4-FFF2-40B4-BE49-F238E27FC236}">
                      <a16:creationId xmlns:a16="http://schemas.microsoft.com/office/drawing/2014/main" id="{84733723-2621-61E3-7881-BF898BFC168E}"/>
                    </a:ext>
                  </a:extLst>
                </p:cNvPr>
                <p:cNvPicPr/>
                <p:nvPr/>
              </p:nvPicPr>
              <p:blipFill>
                <a:blip r:embed="rId36"/>
                <a:stretch>
                  <a:fillRect/>
                </a:stretch>
              </p:blipFill>
              <p:spPr>
                <a:xfrm>
                  <a:off x="14073930" y="78923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22" name="Ink 121">
                  <a:extLst>
                    <a:ext uri="{FF2B5EF4-FFF2-40B4-BE49-F238E27FC236}">
                      <a16:creationId xmlns:a16="http://schemas.microsoft.com/office/drawing/2014/main" id="{616F85DD-D286-B23C-8E5E-33CD4510D58C}"/>
                    </a:ext>
                  </a:extLst>
                </p14:cNvPr>
                <p14:cNvContentPartPr/>
                <p14:nvPr/>
              </p14:nvContentPartPr>
              <p14:xfrm>
                <a:off x="13693050" y="7863930"/>
                <a:ext cx="360" cy="360"/>
              </p14:xfrm>
            </p:contentPart>
          </mc:Choice>
          <mc:Fallback xmlns="">
            <p:pic>
              <p:nvPicPr>
                <p:cNvPr id="122" name="Ink 121">
                  <a:extLst>
                    <a:ext uri="{FF2B5EF4-FFF2-40B4-BE49-F238E27FC236}">
                      <a16:creationId xmlns:a16="http://schemas.microsoft.com/office/drawing/2014/main" id="{616F85DD-D286-B23C-8E5E-33CD4510D58C}"/>
                    </a:ext>
                  </a:extLst>
                </p:cNvPr>
                <p:cNvPicPr/>
                <p:nvPr/>
              </p:nvPicPr>
              <p:blipFill>
                <a:blip r:embed="rId9"/>
                <a:stretch>
                  <a:fillRect/>
                </a:stretch>
              </p:blipFill>
              <p:spPr>
                <a:xfrm>
                  <a:off x="13630410" y="7800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23" name="Ink 122">
                  <a:extLst>
                    <a:ext uri="{FF2B5EF4-FFF2-40B4-BE49-F238E27FC236}">
                      <a16:creationId xmlns:a16="http://schemas.microsoft.com/office/drawing/2014/main" id="{99423982-4473-3EFC-60BD-FEEEA2C27A77}"/>
                    </a:ext>
                  </a:extLst>
                </p14:cNvPr>
                <p14:cNvContentPartPr/>
                <p14:nvPr/>
              </p14:nvContentPartPr>
              <p14:xfrm>
                <a:off x="13693050" y="7863930"/>
                <a:ext cx="360" cy="360"/>
              </p14:xfrm>
            </p:contentPart>
          </mc:Choice>
          <mc:Fallback xmlns="">
            <p:pic>
              <p:nvPicPr>
                <p:cNvPr id="123" name="Ink 122">
                  <a:extLst>
                    <a:ext uri="{FF2B5EF4-FFF2-40B4-BE49-F238E27FC236}">
                      <a16:creationId xmlns:a16="http://schemas.microsoft.com/office/drawing/2014/main" id="{99423982-4473-3EFC-60BD-FEEEA2C27A77}"/>
                    </a:ext>
                  </a:extLst>
                </p:cNvPr>
                <p:cNvPicPr/>
                <p:nvPr/>
              </p:nvPicPr>
              <p:blipFill>
                <a:blip r:embed="rId9"/>
                <a:stretch>
                  <a:fillRect/>
                </a:stretch>
              </p:blipFill>
              <p:spPr>
                <a:xfrm>
                  <a:off x="13630410" y="7800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24" name="Ink 123">
                  <a:extLst>
                    <a:ext uri="{FF2B5EF4-FFF2-40B4-BE49-F238E27FC236}">
                      <a16:creationId xmlns:a16="http://schemas.microsoft.com/office/drawing/2014/main" id="{0E66FE77-8158-16A9-C859-78A1DB04B856}"/>
                    </a:ext>
                  </a:extLst>
                </p14:cNvPr>
                <p14:cNvContentPartPr/>
                <p14:nvPr/>
              </p14:nvContentPartPr>
              <p14:xfrm>
                <a:off x="13693050" y="7863930"/>
                <a:ext cx="360" cy="360"/>
              </p14:xfrm>
            </p:contentPart>
          </mc:Choice>
          <mc:Fallback xmlns="">
            <p:pic>
              <p:nvPicPr>
                <p:cNvPr id="124" name="Ink 123">
                  <a:extLst>
                    <a:ext uri="{FF2B5EF4-FFF2-40B4-BE49-F238E27FC236}">
                      <a16:creationId xmlns:a16="http://schemas.microsoft.com/office/drawing/2014/main" id="{0E66FE77-8158-16A9-C859-78A1DB04B856}"/>
                    </a:ext>
                  </a:extLst>
                </p:cNvPr>
                <p:cNvPicPr/>
                <p:nvPr/>
              </p:nvPicPr>
              <p:blipFill>
                <a:blip r:embed="rId9"/>
                <a:stretch>
                  <a:fillRect/>
                </a:stretch>
              </p:blipFill>
              <p:spPr>
                <a:xfrm>
                  <a:off x="13630410" y="7800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26" name="Ink 125">
                  <a:extLst>
                    <a:ext uri="{FF2B5EF4-FFF2-40B4-BE49-F238E27FC236}">
                      <a16:creationId xmlns:a16="http://schemas.microsoft.com/office/drawing/2014/main" id="{E637FFD9-0CE2-D362-6798-692BA066AC2C}"/>
                    </a:ext>
                  </a:extLst>
                </p14:cNvPr>
                <p14:cNvContentPartPr/>
                <p14:nvPr/>
              </p14:nvContentPartPr>
              <p14:xfrm>
                <a:off x="13407570" y="7875090"/>
                <a:ext cx="360" cy="360"/>
              </p14:xfrm>
            </p:contentPart>
          </mc:Choice>
          <mc:Fallback xmlns="">
            <p:pic>
              <p:nvPicPr>
                <p:cNvPr id="126" name="Ink 125">
                  <a:extLst>
                    <a:ext uri="{FF2B5EF4-FFF2-40B4-BE49-F238E27FC236}">
                      <a16:creationId xmlns:a16="http://schemas.microsoft.com/office/drawing/2014/main" id="{E637FFD9-0CE2-D362-6798-692BA066AC2C}"/>
                    </a:ext>
                  </a:extLst>
                </p:cNvPr>
                <p:cNvPicPr/>
                <p:nvPr/>
              </p:nvPicPr>
              <p:blipFill>
                <a:blip r:embed="rId9"/>
                <a:stretch>
                  <a:fillRect/>
                </a:stretch>
              </p:blipFill>
              <p:spPr>
                <a:xfrm>
                  <a:off x="13344570" y="7812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27" name="Ink 126">
                  <a:extLst>
                    <a:ext uri="{FF2B5EF4-FFF2-40B4-BE49-F238E27FC236}">
                      <a16:creationId xmlns:a16="http://schemas.microsoft.com/office/drawing/2014/main" id="{18C560B1-19BA-D86D-8508-9DD5F878BEEC}"/>
                    </a:ext>
                  </a:extLst>
                </p14:cNvPr>
                <p14:cNvContentPartPr/>
                <p14:nvPr/>
              </p14:nvContentPartPr>
              <p14:xfrm>
                <a:off x="13407570" y="7875090"/>
                <a:ext cx="360" cy="360"/>
              </p14:xfrm>
            </p:contentPart>
          </mc:Choice>
          <mc:Fallback xmlns="">
            <p:pic>
              <p:nvPicPr>
                <p:cNvPr id="127" name="Ink 126">
                  <a:extLst>
                    <a:ext uri="{FF2B5EF4-FFF2-40B4-BE49-F238E27FC236}">
                      <a16:creationId xmlns:a16="http://schemas.microsoft.com/office/drawing/2014/main" id="{18C560B1-19BA-D86D-8508-9DD5F878BEEC}"/>
                    </a:ext>
                  </a:extLst>
                </p:cNvPr>
                <p:cNvPicPr/>
                <p:nvPr/>
              </p:nvPicPr>
              <p:blipFill>
                <a:blip r:embed="rId9"/>
                <a:stretch>
                  <a:fillRect/>
                </a:stretch>
              </p:blipFill>
              <p:spPr>
                <a:xfrm>
                  <a:off x="13344570" y="7812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8" name="Ink 127">
                  <a:extLst>
                    <a:ext uri="{FF2B5EF4-FFF2-40B4-BE49-F238E27FC236}">
                      <a16:creationId xmlns:a16="http://schemas.microsoft.com/office/drawing/2014/main" id="{519D6753-3661-C76C-2E30-B41540B971AA}"/>
                    </a:ext>
                  </a:extLst>
                </p14:cNvPr>
                <p14:cNvContentPartPr/>
                <p14:nvPr/>
              </p14:nvContentPartPr>
              <p14:xfrm>
                <a:off x="13430250" y="7840530"/>
                <a:ext cx="360" cy="360"/>
              </p14:xfrm>
            </p:contentPart>
          </mc:Choice>
          <mc:Fallback xmlns="">
            <p:pic>
              <p:nvPicPr>
                <p:cNvPr id="128" name="Ink 127">
                  <a:extLst>
                    <a:ext uri="{FF2B5EF4-FFF2-40B4-BE49-F238E27FC236}">
                      <a16:creationId xmlns:a16="http://schemas.microsoft.com/office/drawing/2014/main" id="{519D6753-3661-C76C-2E30-B41540B971AA}"/>
                    </a:ext>
                  </a:extLst>
                </p:cNvPr>
                <p:cNvPicPr/>
                <p:nvPr/>
              </p:nvPicPr>
              <p:blipFill>
                <a:blip r:embed="rId9"/>
                <a:stretch>
                  <a:fillRect/>
                </a:stretch>
              </p:blipFill>
              <p:spPr>
                <a:xfrm>
                  <a:off x="13367250" y="77778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29" name="Ink 128">
                  <a:extLst>
                    <a:ext uri="{FF2B5EF4-FFF2-40B4-BE49-F238E27FC236}">
                      <a16:creationId xmlns:a16="http://schemas.microsoft.com/office/drawing/2014/main" id="{8B9B3CF7-350E-13DC-33BB-F32100971BA7}"/>
                    </a:ext>
                  </a:extLst>
                </p14:cNvPr>
                <p14:cNvContentPartPr/>
                <p14:nvPr/>
              </p14:nvContentPartPr>
              <p14:xfrm>
                <a:off x="13430250" y="7840530"/>
                <a:ext cx="360" cy="360"/>
              </p14:xfrm>
            </p:contentPart>
          </mc:Choice>
          <mc:Fallback xmlns="">
            <p:pic>
              <p:nvPicPr>
                <p:cNvPr id="129" name="Ink 128">
                  <a:extLst>
                    <a:ext uri="{FF2B5EF4-FFF2-40B4-BE49-F238E27FC236}">
                      <a16:creationId xmlns:a16="http://schemas.microsoft.com/office/drawing/2014/main" id="{8B9B3CF7-350E-13DC-33BB-F32100971BA7}"/>
                    </a:ext>
                  </a:extLst>
                </p:cNvPr>
                <p:cNvPicPr/>
                <p:nvPr/>
              </p:nvPicPr>
              <p:blipFill>
                <a:blip r:embed="rId9"/>
                <a:stretch>
                  <a:fillRect/>
                </a:stretch>
              </p:blipFill>
              <p:spPr>
                <a:xfrm>
                  <a:off x="13367250" y="77778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31" name="Ink 130">
                  <a:extLst>
                    <a:ext uri="{FF2B5EF4-FFF2-40B4-BE49-F238E27FC236}">
                      <a16:creationId xmlns:a16="http://schemas.microsoft.com/office/drawing/2014/main" id="{D14CC758-4310-6DED-3A40-70E5453B5FA8}"/>
                    </a:ext>
                  </a:extLst>
                </p14:cNvPr>
                <p14:cNvContentPartPr/>
                <p14:nvPr/>
              </p14:nvContentPartPr>
              <p14:xfrm>
                <a:off x="13624650" y="7975890"/>
                <a:ext cx="360" cy="2160"/>
              </p14:xfrm>
            </p:contentPart>
          </mc:Choice>
          <mc:Fallback xmlns="">
            <p:pic>
              <p:nvPicPr>
                <p:cNvPr id="131" name="Ink 130">
                  <a:extLst>
                    <a:ext uri="{FF2B5EF4-FFF2-40B4-BE49-F238E27FC236}">
                      <a16:creationId xmlns:a16="http://schemas.microsoft.com/office/drawing/2014/main" id="{D14CC758-4310-6DED-3A40-70E5453B5FA8}"/>
                    </a:ext>
                  </a:extLst>
                </p:cNvPr>
                <p:cNvPicPr/>
                <p:nvPr/>
              </p:nvPicPr>
              <p:blipFill>
                <a:blip r:embed="rId131"/>
                <a:stretch>
                  <a:fillRect/>
                </a:stretch>
              </p:blipFill>
              <p:spPr>
                <a:xfrm>
                  <a:off x="13561650" y="791289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32" name="Ink 131">
                  <a:extLst>
                    <a:ext uri="{FF2B5EF4-FFF2-40B4-BE49-F238E27FC236}">
                      <a16:creationId xmlns:a16="http://schemas.microsoft.com/office/drawing/2014/main" id="{622887A2-E9B6-DFC2-0FB2-2BBF9CE8FD46}"/>
                    </a:ext>
                  </a:extLst>
                </p14:cNvPr>
                <p14:cNvContentPartPr/>
                <p14:nvPr/>
              </p14:nvContentPartPr>
              <p14:xfrm>
                <a:off x="13624650" y="7966530"/>
                <a:ext cx="360" cy="360"/>
              </p14:xfrm>
            </p:contentPart>
          </mc:Choice>
          <mc:Fallback xmlns="">
            <p:pic>
              <p:nvPicPr>
                <p:cNvPr id="132" name="Ink 131">
                  <a:extLst>
                    <a:ext uri="{FF2B5EF4-FFF2-40B4-BE49-F238E27FC236}">
                      <a16:creationId xmlns:a16="http://schemas.microsoft.com/office/drawing/2014/main" id="{622887A2-E9B6-DFC2-0FB2-2BBF9CE8FD46}"/>
                    </a:ext>
                  </a:extLst>
                </p:cNvPr>
                <p:cNvPicPr/>
                <p:nvPr/>
              </p:nvPicPr>
              <p:blipFill>
                <a:blip r:embed="rId9"/>
                <a:stretch>
                  <a:fillRect/>
                </a:stretch>
              </p:blipFill>
              <p:spPr>
                <a:xfrm>
                  <a:off x="135616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33" name="Ink 132">
                  <a:extLst>
                    <a:ext uri="{FF2B5EF4-FFF2-40B4-BE49-F238E27FC236}">
                      <a16:creationId xmlns:a16="http://schemas.microsoft.com/office/drawing/2014/main" id="{C5AC9CDC-5CEE-6F55-CA5D-D9A4A4E1AD06}"/>
                    </a:ext>
                  </a:extLst>
                </p14:cNvPr>
                <p14:cNvContentPartPr/>
                <p14:nvPr/>
              </p14:nvContentPartPr>
              <p14:xfrm>
                <a:off x="13624650" y="7966530"/>
                <a:ext cx="360" cy="360"/>
              </p14:xfrm>
            </p:contentPart>
          </mc:Choice>
          <mc:Fallback xmlns="">
            <p:pic>
              <p:nvPicPr>
                <p:cNvPr id="133" name="Ink 132">
                  <a:extLst>
                    <a:ext uri="{FF2B5EF4-FFF2-40B4-BE49-F238E27FC236}">
                      <a16:creationId xmlns:a16="http://schemas.microsoft.com/office/drawing/2014/main" id="{C5AC9CDC-5CEE-6F55-CA5D-D9A4A4E1AD06}"/>
                    </a:ext>
                  </a:extLst>
                </p:cNvPr>
                <p:cNvPicPr/>
                <p:nvPr/>
              </p:nvPicPr>
              <p:blipFill>
                <a:blip r:embed="rId9"/>
                <a:stretch>
                  <a:fillRect/>
                </a:stretch>
              </p:blipFill>
              <p:spPr>
                <a:xfrm>
                  <a:off x="135616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34" name="Ink 133">
                  <a:extLst>
                    <a:ext uri="{FF2B5EF4-FFF2-40B4-BE49-F238E27FC236}">
                      <a16:creationId xmlns:a16="http://schemas.microsoft.com/office/drawing/2014/main" id="{FBE0A627-DEB3-5884-7537-1D0F9FB34767}"/>
                    </a:ext>
                  </a:extLst>
                </p14:cNvPr>
                <p14:cNvContentPartPr/>
                <p14:nvPr/>
              </p14:nvContentPartPr>
              <p14:xfrm>
                <a:off x="13624650" y="7966530"/>
                <a:ext cx="360" cy="360"/>
              </p14:xfrm>
            </p:contentPart>
          </mc:Choice>
          <mc:Fallback xmlns="">
            <p:pic>
              <p:nvPicPr>
                <p:cNvPr id="134" name="Ink 133">
                  <a:extLst>
                    <a:ext uri="{FF2B5EF4-FFF2-40B4-BE49-F238E27FC236}">
                      <a16:creationId xmlns:a16="http://schemas.microsoft.com/office/drawing/2014/main" id="{FBE0A627-DEB3-5884-7537-1D0F9FB34767}"/>
                    </a:ext>
                  </a:extLst>
                </p:cNvPr>
                <p:cNvPicPr/>
                <p:nvPr/>
              </p:nvPicPr>
              <p:blipFill>
                <a:blip r:embed="rId9"/>
                <a:stretch>
                  <a:fillRect/>
                </a:stretch>
              </p:blipFill>
              <p:spPr>
                <a:xfrm>
                  <a:off x="135616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35" name="Ink 134">
                  <a:extLst>
                    <a:ext uri="{FF2B5EF4-FFF2-40B4-BE49-F238E27FC236}">
                      <a16:creationId xmlns:a16="http://schemas.microsoft.com/office/drawing/2014/main" id="{A87D37A7-E4AF-D8B2-0E64-A9FCD99C11AA}"/>
                    </a:ext>
                  </a:extLst>
                </p14:cNvPr>
                <p14:cNvContentPartPr/>
                <p14:nvPr/>
              </p14:nvContentPartPr>
              <p14:xfrm>
                <a:off x="13624650" y="7966530"/>
                <a:ext cx="360" cy="360"/>
              </p14:xfrm>
            </p:contentPart>
          </mc:Choice>
          <mc:Fallback xmlns="">
            <p:pic>
              <p:nvPicPr>
                <p:cNvPr id="135" name="Ink 134">
                  <a:extLst>
                    <a:ext uri="{FF2B5EF4-FFF2-40B4-BE49-F238E27FC236}">
                      <a16:creationId xmlns:a16="http://schemas.microsoft.com/office/drawing/2014/main" id="{A87D37A7-E4AF-D8B2-0E64-A9FCD99C11AA}"/>
                    </a:ext>
                  </a:extLst>
                </p:cNvPr>
                <p:cNvPicPr/>
                <p:nvPr/>
              </p:nvPicPr>
              <p:blipFill>
                <a:blip r:embed="rId9"/>
                <a:stretch>
                  <a:fillRect/>
                </a:stretch>
              </p:blipFill>
              <p:spPr>
                <a:xfrm>
                  <a:off x="135616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36" name="Ink 135">
                  <a:extLst>
                    <a:ext uri="{FF2B5EF4-FFF2-40B4-BE49-F238E27FC236}">
                      <a16:creationId xmlns:a16="http://schemas.microsoft.com/office/drawing/2014/main" id="{B01B463D-4ABC-44DF-ABDA-D78FD4CA82CC}"/>
                    </a:ext>
                  </a:extLst>
                </p14:cNvPr>
                <p14:cNvContentPartPr/>
                <p14:nvPr/>
              </p14:nvContentPartPr>
              <p14:xfrm>
                <a:off x="13624650" y="7966530"/>
                <a:ext cx="360" cy="360"/>
              </p14:xfrm>
            </p:contentPart>
          </mc:Choice>
          <mc:Fallback xmlns="">
            <p:pic>
              <p:nvPicPr>
                <p:cNvPr id="136" name="Ink 135">
                  <a:extLst>
                    <a:ext uri="{FF2B5EF4-FFF2-40B4-BE49-F238E27FC236}">
                      <a16:creationId xmlns:a16="http://schemas.microsoft.com/office/drawing/2014/main" id="{B01B463D-4ABC-44DF-ABDA-D78FD4CA82CC}"/>
                    </a:ext>
                  </a:extLst>
                </p:cNvPr>
                <p:cNvPicPr/>
                <p:nvPr/>
              </p:nvPicPr>
              <p:blipFill>
                <a:blip r:embed="rId9"/>
                <a:stretch>
                  <a:fillRect/>
                </a:stretch>
              </p:blipFill>
              <p:spPr>
                <a:xfrm>
                  <a:off x="135616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37" name="Ink 136">
                  <a:extLst>
                    <a:ext uri="{FF2B5EF4-FFF2-40B4-BE49-F238E27FC236}">
                      <a16:creationId xmlns:a16="http://schemas.microsoft.com/office/drawing/2014/main" id="{A0037D51-40D1-90FF-D903-5190EE8F03AB}"/>
                    </a:ext>
                  </a:extLst>
                </p14:cNvPr>
                <p14:cNvContentPartPr/>
                <p14:nvPr/>
              </p14:nvContentPartPr>
              <p14:xfrm>
                <a:off x="13624650" y="7966530"/>
                <a:ext cx="360" cy="360"/>
              </p14:xfrm>
            </p:contentPart>
          </mc:Choice>
          <mc:Fallback xmlns="">
            <p:pic>
              <p:nvPicPr>
                <p:cNvPr id="137" name="Ink 136">
                  <a:extLst>
                    <a:ext uri="{FF2B5EF4-FFF2-40B4-BE49-F238E27FC236}">
                      <a16:creationId xmlns:a16="http://schemas.microsoft.com/office/drawing/2014/main" id="{A0037D51-40D1-90FF-D903-5190EE8F03AB}"/>
                    </a:ext>
                  </a:extLst>
                </p:cNvPr>
                <p:cNvPicPr/>
                <p:nvPr/>
              </p:nvPicPr>
              <p:blipFill>
                <a:blip r:embed="rId9"/>
                <a:stretch>
                  <a:fillRect/>
                </a:stretch>
              </p:blipFill>
              <p:spPr>
                <a:xfrm>
                  <a:off x="135616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39" name="Ink 138">
                  <a:extLst>
                    <a:ext uri="{FF2B5EF4-FFF2-40B4-BE49-F238E27FC236}">
                      <a16:creationId xmlns:a16="http://schemas.microsoft.com/office/drawing/2014/main" id="{2292748B-EEFA-4723-FD6A-14BDD375A2EF}"/>
                    </a:ext>
                  </a:extLst>
                </p14:cNvPr>
                <p14:cNvContentPartPr/>
                <p14:nvPr/>
              </p14:nvContentPartPr>
              <p14:xfrm>
                <a:off x="13670010" y="8058330"/>
                <a:ext cx="360" cy="360"/>
              </p14:xfrm>
            </p:contentPart>
          </mc:Choice>
          <mc:Fallback xmlns="">
            <p:pic>
              <p:nvPicPr>
                <p:cNvPr id="139" name="Ink 138">
                  <a:extLst>
                    <a:ext uri="{FF2B5EF4-FFF2-40B4-BE49-F238E27FC236}">
                      <a16:creationId xmlns:a16="http://schemas.microsoft.com/office/drawing/2014/main" id="{2292748B-EEFA-4723-FD6A-14BDD375A2EF}"/>
                    </a:ext>
                  </a:extLst>
                </p:cNvPr>
                <p:cNvPicPr/>
                <p:nvPr/>
              </p:nvPicPr>
              <p:blipFill>
                <a:blip r:embed="rId9"/>
                <a:stretch>
                  <a:fillRect/>
                </a:stretch>
              </p:blipFill>
              <p:spPr>
                <a:xfrm>
                  <a:off x="13607010" y="79953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40" name="Ink 139">
                  <a:extLst>
                    <a:ext uri="{FF2B5EF4-FFF2-40B4-BE49-F238E27FC236}">
                      <a16:creationId xmlns:a16="http://schemas.microsoft.com/office/drawing/2014/main" id="{B915F2B9-9D45-A042-8B82-7C1F5230B738}"/>
                    </a:ext>
                  </a:extLst>
                </p14:cNvPr>
                <p14:cNvContentPartPr/>
                <p14:nvPr/>
              </p14:nvContentPartPr>
              <p14:xfrm>
                <a:off x="13670010" y="8058330"/>
                <a:ext cx="360" cy="360"/>
              </p14:xfrm>
            </p:contentPart>
          </mc:Choice>
          <mc:Fallback xmlns="">
            <p:pic>
              <p:nvPicPr>
                <p:cNvPr id="140" name="Ink 139">
                  <a:extLst>
                    <a:ext uri="{FF2B5EF4-FFF2-40B4-BE49-F238E27FC236}">
                      <a16:creationId xmlns:a16="http://schemas.microsoft.com/office/drawing/2014/main" id="{B915F2B9-9D45-A042-8B82-7C1F5230B738}"/>
                    </a:ext>
                  </a:extLst>
                </p:cNvPr>
                <p:cNvPicPr/>
                <p:nvPr/>
              </p:nvPicPr>
              <p:blipFill>
                <a:blip r:embed="rId9"/>
                <a:stretch>
                  <a:fillRect/>
                </a:stretch>
              </p:blipFill>
              <p:spPr>
                <a:xfrm>
                  <a:off x="13607010" y="79953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41" name="Ink 140">
                  <a:extLst>
                    <a:ext uri="{FF2B5EF4-FFF2-40B4-BE49-F238E27FC236}">
                      <a16:creationId xmlns:a16="http://schemas.microsoft.com/office/drawing/2014/main" id="{B7C6C205-162A-1B06-6323-0CC887FCCFCA}"/>
                    </a:ext>
                  </a:extLst>
                </p14:cNvPr>
                <p14:cNvContentPartPr/>
                <p14:nvPr/>
              </p14:nvContentPartPr>
              <p14:xfrm>
                <a:off x="13670010" y="8058330"/>
                <a:ext cx="360" cy="360"/>
              </p14:xfrm>
            </p:contentPart>
          </mc:Choice>
          <mc:Fallback xmlns="">
            <p:pic>
              <p:nvPicPr>
                <p:cNvPr id="141" name="Ink 140">
                  <a:extLst>
                    <a:ext uri="{FF2B5EF4-FFF2-40B4-BE49-F238E27FC236}">
                      <a16:creationId xmlns:a16="http://schemas.microsoft.com/office/drawing/2014/main" id="{B7C6C205-162A-1B06-6323-0CC887FCCFCA}"/>
                    </a:ext>
                  </a:extLst>
                </p:cNvPr>
                <p:cNvPicPr/>
                <p:nvPr/>
              </p:nvPicPr>
              <p:blipFill>
                <a:blip r:embed="rId9"/>
                <a:stretch>
                  <a:fillRect/>
                </a:stretch>
              </p:blipFill>
              <p:spPr>
                <a:xfrm>
                  <a:off x="13607010" y="79953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42" name="Ink 141">
                  <a:extLst>
                    <a:ext uri="{FF2B5EF4-FFF2-40B4-BE49-F238E27FC236}">
                      <a16:creationId xmlns:a16="http://schemas.microsoft.com/office/drawing/2014/main" id="{170E5DC4-76DB-DCD1-241F-0AA03FA071E6}"/>
                    </a:ext>
                  </a:extLst>
                </p14:cNvPr>
                <p14:cNvContentPartPr/>
                <p14:nvPr/>
              </p14:nvContentPartPr>
              <p14:xfrm>
                <a:off x="13670010" y="8056170"/>
                <a:ext cx="360" cy="2520"/>
              </p14:xfrm>
            </p:contentPart>
          </mc:Choice>
          <mc:Fallback xmlns="">
            <p:pic>
              <p:nvPicPr>
                <p:cNvPr id="142" name="Ink 141">
                  <a:extLst>
                    <a:ext uri="{FF2B5EF4-FFF2-40B4-BE49-F238E27FC236}">
                      <a16:creationId xmlns:a16="http://schemas.microsoft.com/office/drawing/2014/main" id="{170E5DC4-76DB-DCD1-241F-0AA03FA071E6}"/>
                    </a:ext>
                  </a:extLst>
                </p:cNvPr>
                <p:cNvPicPr/>
                <p:nvPr/>
              </p:nvPicPr>
              <p:blipFill>
                <a:blip r:embed="rId58"/>
                <a:stretch>
                  <a:fillRect/>
                </a:stretch>
              </p:blipFill>
              <p:spPr>
                <a:xfrm>
                  <a:off x="13607010" y="799353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43" name="Ink 142">
                  <a:extLst>
                    <a:ext uri="{FF2B5EF4-FFF2-40B4-BE49-F238E27FC236}">
                      <a16:creationId xmlns:a16="http://schemas.microsoft.com/office/drawing/2014/main" id="{E94534B9-8A0E-63D3-7B62-051DD6854DF9}"/>
                    </a:ext>
                  </a:extLst>
                </p14:cNvPr>
                <p14:cNvContentPartPr/>
                <p14:nvPr/>
              </p14:nvContentPartPr>
              <p14:xfrm>
                <a:off x="13670010" y="8046450"/>
                <a:ext cx="360" cy="360"/>
              </p14:xfrm>
            </p:contentPart>
          </mc:Choice>
          <mc:Fallback xmlns="">
            <p:pic>
              <p:nvPicPr>
                <p:cNvPr id="143" name="Ink 142">
                  <a:extLst>
                    <a:ext uri="{FF2B5EF4-FFF2-40B4-BE49-F238E27FC236}">
                      <a16:creationId xmlns:a16="http://schemas.microsoft.com/office/drawing/2014/main" id="{E94534B9-8A0E-63D3-7B62-051DD6854DF9}"/>
                    </a:ext>
                  </a:extLst>
                </p:cNvPr>
                <p:cNvPicPr/>
                <p:nvPr/>
              </p:nvPicPr>
              <p:blipFill>
                <a:blip r:embed="rId9"/>
                <a:stretch>
                  <a:fillRect/>
                </a:stretch>
              </p:blipFill>
              <p:spPr>
                <a:xfrm>
                  <a:off x="1360701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44" name="Ink 143">
                  <a:extLst>
                    <a:ext uri="{FF2B5EF4-FFF2-40B4-BE49-F238E27FC236}">
                      <a16:creationId xmlns:a16="http://schemas.microsoft.com/office/drawing/2014/main" id="{697BC09C-1248-5B38-B51A-44FB20558BDE}"/>
                    </a:ext>
                  </a:extLst>
                </p14:cNvPr>
                <p14:cNvContentPartPr/>
                <p14:nvPr/>
              </p14:nvContentPartPr>
              <p14:xfrm>
                <a:off x="13670010" y="8046450"/>
                <a:ext cx="360" cy="360"/>
              </p14:xfrm>
            </p:contentPart>
          </mc:Choice>
          <mc:Fallback xmlns="">
            <p:pic>
              <p:nvPicPr>
                <p:cNvPr id="144" name="Ink 143">
                  <a:extLst>
                    <a:ext uri="{FF2B5EF4-FFF2-40B4-BE49-F238E27FC236}">
                      <a16:creationId xmlns:a16="http://schemas.microsoft.com/office/drawing/2014/main" id="{697BC09C-1248-5B38-B51A-44FB20558BDE}"/>
                    </a:ext>
                  </a:extLst>
                </p:cNvPr>
                <p:cNvPicPr/>
                <p:nvPr/>
              </p:nvPicPr>
              <p:blipFill>
                <a:blip r:embed="rId9"/>
                <a:stretch>
                  <a:fillRect/>
                </a:stretch>
              </p:blipFill>
              <p:spPr>
                <a:xfrm>
                  <a:off x="1360701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46" name="Ink 145">
                  <a:extLst>
                    <a:ext uri="{FF2B5EF4-FFF2-40B4-BE49-F238E27FC236}">
                      <a16:creationId xmlns:a16="http://schemas.microsoft.com/office/drawing/2014/main" id="{5C05910F-2702-4CA7-0BAE-176FA84B1363}"/>
                    </a:ext>
                  </a:extLst>
                </p14:cNvPr>
                <p14:cNvContentPartPr/>
                <p14:nvPr/>
              </p14:nvContentPartPr>
              <p14:xfrm>
                <a:off x="13521330" y="7897770"/>
                <a:ext cx="360" cy="360"/>
              </p14:xfrm>
            </p:contentPart>
          </mc:Choice>
          <mc:Fallback xmlns="">
            <p:pic>
              <p:nvPicPr>
                <p:cNvPr id="146" name="Ink 145">
                  <a:extLst>
                    <a:ext uri="{FF2B5EF4-FFF2-40B4-BE49-F238E27FC236}">
                      <a16:creationId xmlns:a16="http://schemas.microsoft.com/office/drawing/2014/main" id="{5C05910F-2702-4CA7-0BAE-176FA84B1363}"/>
                    </a:ext>
                  </a:extLst>
                </p:cNvPr>
                <p:cNvPicPr/>
                <p:nvPr/>
              </p:nvPicPr>
              <p:blipFill>
                <a:blip r:embed="rId9"/>
                <a:stretch>
                  <a:fillRect/>
                </a:stretch>
              </p:blipFill>
              <p:spPr>
                <a:xfrm>
                  <a:off x="1345869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47" name="Ink 146">
                  <a:extLst>
                    <a:ext uri="{FF2B5EF4-FFF2-40B4-BE49-F238E27FC236}">
                      <a16:creationId xmlns:a16="http://schemas.microsoft.com/office/drawing/2014/main" id="{512B9B5C-4DCB-9BD7-DCBC-490C6F5A6DAD}"/>
                    </a:ext>
                  </a:extLst>
                </p14:cNvPr>
                <p14:cNvContentPartPr/>
                <p14:nvPr/>
              </p14:nvContentPartPr>
              <p14:xfrm>
                <a:off x="13521330" y="7895970"/>
                <a:ext cx="360" cy="2160"/>
              </p14:xfrm>
            </p:contentPart>
          </mc:Choice>
          <mc:Fallback xmlns="">
            <p:pic>
              <p:nvPicPr>
                <p:cNvPr id="147" name="Ink 146">
                  <a:extLst>
                    <a:ext uri="{FF2B5EF4-FFF2-40B4-BE49-F238E27FC236}">
                      <a16:creationId xmlns:a16="http://schemas.microsoft.com/office/drawing/2014/main" id="{512B9B5C-4DCB-9BD7-DCBC-490C6F5A6DAD}"/>
                    </a:ext>
                  </a:extLst>
                </p:cNvPr>
                <p:cNvPicPr/>
                <p:nvPr/>
              </p:nvPicPr>
              <p:blipFill>
                <a:blip r:embed="rId131"/>
                <a:stretch>
                  <a:fillRect/>
                </a:stretch>
              </p:blipFill>
              <p:spPr>
                <a:xfrm>
                  <a:off x="13458690" y="783297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49" name="Ink 148">
                  <a:extLst>
                    <a:ext uri="{FF2B5EF4-FFF2-40B4-BE49-F238E27FC236}">
                      <a16:creationId xmlns:a16="http://schemas.microsoft.com/office/drawing/2014/main" id="{7F03A07B-2867-86AF-69E6-EFCDEDC6327A}"/>
                    </a:ext>
                  </a:extLst>
                </p14:cNvPr>
                <p14:cNvContentPartPr/>
                <p14:nvPr/>
              </p14:nvContentPartPr>
              <p14:xfrm>
                <a:off x="13430250" y="7907130"/>
                <a:ext cx="360" cy="2160"/>
              </p14:xfrm>
            </p:contentPart>
          </mc:Choice>
          <mc:Fallback xmlns="">
            <p:pic>
              <p:nvPicPr>
                <p:cNvPr id="149" name="Ink 148">
                  <a:extLst>
                    <a:ext uri="{FF2B5EF4-FFF2-40B4-BE49-F238E27FC236}">
                      <a16:creationId xmlns:a16="http://schemas.microsoft.com/office/drawing/2014/main" id="{7F03A07B-2867-86AF-69E6-EFCDEDC6327A}"/>
                    </a:ext>
                  </a:extLst>
                </p:cNvPr>
                <p:cNvPicPr/>
                <p:nvPr/>
              </p:nvPicPr>
              <p:blipFill>
                <a:blip r:embed="rId58"/>
                <a:stretch>
                  <a:fillRect/>
                </a:stretch>
              </p:blipFill>
              <p:spPr>
                <a:xfrm>
                  <a:off x="13367250" y="784449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50" name="Ink 149">
                  <a:extLst>
                    <a:ext uri="{FF2B5EF4-FFF2-40B4-BE49-F238E27FC236}">
                      <a16:creationId xmlns:a16="http://schemas.microsoft.com/office/drawing/2014/main" id="{E52D2BFE-CD05-8211-34E4-11E98B36D2FB}"/>
                    </a:ext>
                  </a:extLst>
                </p14:cNvPr>
                <p14:cNvContentPartPr/>
                <p14:nvPr/>
              </p14:nvContentPartPr>
              <p14:xfrm>
                <a:off x="13418730" y="7897770"/>
                <a:ext cx="360" cy="360"/>
              </p14:xfrm>
            </p:contentPart>
          </mc:Choice>
          <mc:Fallback xmlns="">
            <p:pic>
              <p:nvPicPr>
                <p:cNvPr id="150" name="Ink 149">
                  <a:extLst>
                    <a:ext uri="{FF2B5EF4-FFF2-40B4-BE49-F238E27FC236}">
                      <a16:creationId xmlns:a16="http://schemas.microsoft.com/office/drawing/2014/main" id="{E52D2BFE-CD05-8211-34E4-11E98B36D2FB}"/>
                    </a:ext>
                  </a:extLst>
                </p:cNvPr>
                <p:cNvPicPr/>
                <p:nvPr/>
              </p:nvPicPr>
              <p:blipFill>
                <a:blip r:embed="rId9"/>
                <a:stretch>
                  <a:fillRect/>
                </a:stretch>
              </p:blipFill>
              <p:spPr>
                <a:xfrm>
                  <a:off x="1335609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52" name="Ink 151">
                  <a:extLst>
                    <a:ext uri="{FF2B5EF4-FFF2-40B4-BE49-F238E27FC236}">
                      <a16:creationId xmlns:a16="http://schemas.microsoft.com/office/drawing/2014/main" id="{93471A47-41A0-61DD-403E-9BC9A0A0D445}"/>
                    </a:ext>
                  </a:extLst>
                </p14:cNvPr>
                <p14:cNvContentPartPr/>
                <p14:nvPr/>
              </p14:nvContentPartPr>
              <p14:xfrm>
                <a:off x="13704570" y="7921170"/>
                <a:ext cx="2160" cy="360"/>
              </p14:xfrm>
            </p:contentPart>
          </mc:Choice>
          <mc:Fallback xmlns="">
            <p:pic>
              <p:nvPicPr>
                <p:cNvPr id="152" name="Ink 151">
                  <a:extLst>
                    <a:ext uri="{FF2B5EF4-FFF2-40B4-BE49-F238E27FC236}">
                      <a16:creationId xmlns:a16="http://schemas.microsoft.com/office/drawing/2014/main" id="{93471A47-41A0-61DD-403E-9BC9A0A0D445}"/>
                    </a:ext>
                  </a:extLst>
                </p:cNvPr>
                <p:cNvPicPr/>
                <p:nvPr/>
              </p:nvPicPr>
              <p:blipFill>
                <a:blip r:embed="rId15"/>
                <a:stretch>
                  <a:fillRect/>
                </a:stretch>
              </p:blipFill>
              <p:spPr>
                <a:xfrm>
                  <a:off x="13641570" y="78581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53" name="Ink 152">
                  <a:extLst>
                    <a:ext uri="{FF2B5EF4-FFF2-40B4-BE49-F238E27FC236}">
                      <a16:creationId xmlns:a16="http://schemas.microsoft.com/office/drawing/2014/main" id="{73469900-ECA4-62AB-9EBC-3F1B77E30F33}"/>
                    </a:ext>
                  </a:extLst>
                </p14:cNvPr>
                <p14:cNvContentPartPr/>
                <p14:nvPr/>
              </p14:nvContentPartPr>
              <p14:xfrm>
                <a:off x="13715730" y="7919010"/>
                <a:ext cx="360" cy="2520"/>
              </p14:xfrm>
            </p:contentPart>
          </mc:Choice>
          <mc:Fallback xmlns="">
            <p:pic>
              <p:nvPicPr>
                <p:cNvPr id="153" name="Ink 152">
                  <a:extLst>
                    <a:ext uri="{FF2B5EF4-FFF2-40B4-BE49-F238E27FC236}">
                      <a16:creationId xmlns:a16="http://schemas.microsoft.com/office/drawing/2014/main" id="{73469900-ECA4-62AB-9EBC-3F1B77E30F33}"/>
                    </a:ext>
                  </a:extLst>
                </p:cNvPr>
                <p:cNvPicPr/>
                <p:nvPr/>
              </p:nvPicPr>
              <p:blipFill>
                <a:blip r:embed="rId58"/>
                <a:stretch>
                  <a:fillRect/>
                </a:stretch>
              </p:blipFill>
              <p:spPr>
                <a:xfrm>
                  <a:off x="13653090" y="785637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54" name="Ink 153">
                  <a:extLst>
                    <a:ext uri="{FF2B5EF4-FFF2-40B4-BE49-F238E27FC236}">
                      <a16:creationId xmlns:a16="http://schemas.microsoft.com/office/drawing/2014/main" id="{26BAE548-D2AB-A134-9A5D-78C88114E703}"/>
                    </a:ext>
                  </a:extLst>
                </p14:cNvPr>
                <p14:cNvContentPartPr/>
                <p14:nvPr/>
              </p14:nvContentPartPr>
              <p14:xfrm>
                <a:off x="13715730" y="7909290"/>
                <a:ext cx="360" cy="360"/>
              </p14:xfrm>
            </p:contentPart>
          </mc:Choice>
          <mc:Fallback xmlns="">
            <p:pic>
              <p:nvPicPr>
                <p:cNvPr id="154" name="Ink 153">
                  <a:extLst>
                    <a:ext uri="{FF2B5EF4-FFF2-40B4-BE49-F238E27FC236}">
                      <a16:creationId xmlns:a16="http://schemas.microsoft.com/office/drawing/2014/main" id="{26BAE548-D2AB-A134-9A5D-78C88114E703}"/>
                    </a:ext>
                  </a:extLst>
                </p:cNvPr>
                <p:cNvPicPr/>
                <p:nvPr/>
              </p:nvPicPr>
              <p:blipFill>
                <a:blip r:embed="rId9"/>
                <a:stretch>
                  <a:fillRect/>
                </a:stretch>
              </p:blipFill>
              <p:spPr>
                <a:xfrm>
                  <a:off x="136530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55" name="Ink 154">
                  <a:extLst>
                    <a:ext uri="{FF2B5EF4-FFF2-40B4-BE49-F238E27FC236}">
                      <a16:creationId xmlns:a16="http://schemas.microsoft.com/office/drawing/2014/main" id="{95B3A13F-9A0A-0F32-1701-074A99077FCF}"/>
                    </a:ext>
                  </a:extLst>
                </p14:cNvPr>
                <p14:cNvContentPartPr/>
                <p14:nvPr/>
              </p14:nvContentPartPr>
              <p14:xfrm>
                <a:off x="13715730" y="7909290"/>
                <a:ext cx="360" cy="360"/>
              </p14:xfrm>
            </p:contentPart>
          </mc:Choice>
          <mc:Fallback xmlns="">
            <p:pic>
              <p:nvPicPr>
                <p:cNvPr id="155" name="Ink 154">
                  <a:extLst>
                    <a:ext uri="{FF2B5EF4-FFF2-40B4-BE49-F238E27FC236}">
                      <a16:creationId xmlns:a16="http://schemas.microsoft.com/office/drawing/2014/main" id="{95B3A13F-9A0A-0F32-1701-074A99077FCF}"/>
                    </a:ext>
                  </a:extLst>
                </p:cNvPr>
                <p:cNvPicPr/>
                <p:nvPr/>
              </p:nvPicPr>
              <p:blipFill>
                <a:blip r:embed="rId9"/>
                <a:stretch>
                  <a:fillRect/>
                </a:stretch>
              </p:blipFill>
              <p:spPr>
                <a:xfrm>
                  <a:off x="136530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56" name="Ink 155">
                  <a:extLst>
                    <a:ext uri="{FF2B5EF4-FFF2-40B4-BE49-F238E27FC236}">
                      <a16:creationId xmlns:a16="http://schemas.microsoft.com/office/drawing/2014/main" id="{912BA828-AEDA-BA23-245C-154115C1827B}"/>
                    </a:ext>
                  </a:extLst>
                </p14:cNvPr>
                <p14:cNvContentPartPr/>
                <p14:nvPr/>
              </p14:nvContentPartPr>
              <p14:xfrm>
                <a:off x="13715730" y="7909290"/>
                <a:ext cx="360" cy="360"/>
              </p14:xfrm>
            </p:contentPart>
          </mc:Choice>
          <mc:Fallback xmlns="">
            <p:pic>
              <p:nvPicPr>
                <p:cNvPr id="156" name="Ink 155">
                  <a:extLst>
                    <a:ext uri="{FF2B5EF4-FFF2-40B4-BE49-F238E27FC236}">
                      <a16:creationId xmlns:a16="http://schemas.microsoft.com/office/drawing/2014/main" id="{912BA828-AEDA-BA23-245C-154115C1827B}"/>
                    </a:ext>
                  </a:extLst>
                </p:cNvPr>
                <p:cNvPicPr/>
                <p:nvPr/>
              </p:nvPicPr>
              <p:blipFill>
                <a:blip r:embed="rId9"/>
                <a:stretch>
                  <a:fillRect/>
                </a:stretch>
              </p:blipFill>
              <p:spPr>
                <a:xfrm>
                  <a:off x="136530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57" name="Ink 156">
                  <a:extLst>
                    <a:ext uri="{FF2B5EF4-FFF2-40B4-BE49-F238E27FC236}">
                      <a16:creationId xmlns:a16="http://schemas.microsoft.com/office/drawing/2014/main" id="{CAD07F88-9306-3E00-C9CC-FA47C53CA0E5}"/>
                    </a:ext>
                  </a:extLst>
                </p14:cNvPr>
                <p14:cNvContentPartPr/>
                <p14:nvPr/>
              </p14:nvContentPartPr>
              <p14:xfrm>
                <a:off x="13715730" y="7886610"/>
                <a:ext cx="360" cy="360"/>
              </p14:xfrm>
            </p:contentPart>
          </mc:Choice>
          <mc:Fallback xmlns="">
            <p:pic>
              <p:nvPicPr>
                <p:cNvPr id="157" name="Ink 156">
                  <a:extLst>
                    <a:ext uri="{FF2B5EF4-FFF2-40B4-BE49-F238E27FC236}">
                      <a16:creationId xmlns:a16="http://schemas.microsoft.com/office/drawing/2014/main" id="{CAD07F88-9306-3E00-C9CC-FA47C53CA0E5}"/>
                    </a:ext>
                  </a:extLst>
                </p:cNvPr>
                <p:cNvPicPr/>
                <p:nvPr/>
              </p:nvPicPr>
              <p:blipFill>
                <a:blip r:embed="rId9"/>
                <a:stretch>
                  <a:fillRect/>
                </a:stretch>
              </p:blipFill>
              <p:spPr>
                <a:xfrm>
                  <a:off x="1365309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58" name="Ink 157">
                  <a:extLst>
                    <a:ext uri="{FF2B5EF4-FFF2-40B4-BE49-F238E27FC236}">
                      <a16:creationId xmlns:a16="http://schemas.microsoft.com/office/drawing/2014/main" id="{7FFE7888-1A4B-0BC7-0F1C-A99958378C46}"/>
                    </a:ext>
                  </a:extLst>
                </p14:cNvPr>
                <p14:cNvContentPartPr/>
                <p14:nvPr/>
              </p14:nvContentPartPr>
              <p14:xfrm>
                <a:off x="13715730" y="7884450"/>
                <a:ext cx="360" cy="2160"/>
              </p14:xfrm>
            </p:contentPart>
          </mc:Choice>
          <mc:Fallback xmlns="">
            <p:pic>
              <p:nvPicPr>
                <p:cNvPr id="158" name="Ink 157">
                  <a:extLst>
                    <a:ext uri="{FF2B5EF4-FFF2-40B4-BE49-F238E27FC236}">
                      <a16:creationId xmlns:a16="http://schemas.microsoft.com/office/drawing/2014/main" id="{7FFE7888-1A4B-0BC7-0F1C-A99958378C46}"/>
                    </a:ext>
                  </a:extLst>
                </p:cNvPr>
                <p:cNvPicPr/>
                <p:nvPr/>
              </p:nvPicPr>
              <p:blipFill>
                <a:blip r:embed="rId58"/>
                <a:stretch>
                  <a:fillRect/>
                </a:stretch>
              </p:blipFill>
              <p:spPr>
                <a:xfrm>
                  <a:off x="13653090" y="782181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59" name="Ink 158">
                  <a:extLst>
                    <a:ext uri="{FF2B5EF4-FFF2-40B4-BE49-F238E27FC236}">
                      <a16:creationId xmlns:a16="http://schemas.microsoft.com/office/drawing/2014/main" id="{E7189969-DE1B-19BC-C822-CF8019588C57}"/>
                    </a:ext>
                  </a:extLst>
                </p14:cNvPr>
                <p14:cNvContentPartPr/>
                <p14:nvPr/>
              </p14:nvContentPartPr>
              <p14:xfrm>
                <a:off x="13715730" y="7875090"/>
                <a:ext cx="360" cy="360"/>
              </p14:xfrm>
            </p:contentPart>
          </mc:Choice>
          <mc:Fallback xmlns="">
            <p:pic>
              <p:nvPicPr>
                <p:cNvPr id="159" name="Ink 158">
                  <a:extLst>
                    <a:ext uri="{FF2B5EF4-FFF2-40B4-BE49-F238E27FC236}">
                      <a16:creationId xmlns:a16="http://schemas.microsoft.com/office/drawing/2014/main" id="{E7189969-DE1B-19BC-C822-CF8019588C57}"/>
                    </a:ext>
                  </a:extLst>
                </p:cNvPr>
                <p:cNvPicPr/>
                <p:nvPr/>
              </p:nvPicPr>
              <p:blipFill>
                <a:blip r:embed="rId9"/>
                <a:stretch>
                  <a:fillRect/>
                </a:stretch>
              </p:blipFill>
              <p:spPr>
                <a:xfrm>
                  <a:off x="13653090" y="7812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60" name="Ink 159">
                  <a:extLst>
                    <a:ext uri="{FF2B5EF4-FFF2-40B4-BE49-F238E27FC236}">
                      <a16:creationId xmlns:a16="http://schemas.microsoft.com/office/drawing/2014/main" id="{5349A94B-CDCF-73F0-DD2E-94E04AB927EF}"/>
                    </a:ext>
                  </a:extLst>
                </p14:cNvPr>
                <p14:cNvContentPartPr/>
                <p14:nvPr/>
              </p14:nvContentPartPr>
              <p14:xfrm>
                <a:off x="13715730" y="7875090"/>
                <a:ext cx="360" cy="360"/>
              </p14:xfrm>
            </p:contentPart>
          </mc:Choice>
          <mc:Fallback xmlns="">
            <p:pic>
              <p:nvPicPr>
                <p:cNvPr id="160" name="Ink 159">
                  <a:extLst>
                    <a:ext uri="{FF2B5EF4-FFF2-40B4-BE49-F238E27FC236}">
                      <a16:creationId xmlns:a16="http://schemas.microsoft.com/office/drawing/2014/main" id="{5349A94B-CDCF-73F0-DD2E-94E04AB927EF}"/>
                    </a:ext>
                  </a:extLst>
                </p:cNvPr>
                <p:cNvPicPr/>
                <p:nvPr/>
              </p:nvPicPr>
              <p:blipFill>
                <a:blip r:embed="rId9"/>
                <a:stretch>
                  <a:fillRect/>
                </a:stretch>
              </p:blipFill>
              <p:spPr>
                <a:xfrm>
                  <a:off x="13653090" y="7812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61" name="Ink 160">
                  <a:extLst>
                    <a:ext uri="{FF2B5EF4-FFF2-40B4-BE49-F238E27FC236}">
                      <a16:creationId xmlns:a16="http://schemas.microsoft.com/office/drawing/2014/main" id="{0F6E948C-4790-A693-654F-B05878709468}"/>
                    </a:ext>
                  </a:extLst>
                </p14:cNvPr>
                <p14:cNvContentPartPr/>
                <p14:nvPr/>
              </p14:nvContentPartPr>
              <p14:xfrm>
                <a:off x="13715730" y="7875090"/>
                <a:ext cx="360" cy="360"/>
              </p14:xfrm>
            </p:contentPart>
          </mc:Choice>
          <mc:Fallback xmlns="">
            <p:pic>
              <p:nvPicPr>
                <p:cNvPr id="161" name="Ink 160">
                  <a:extLst>
                    <a:ext uri="{FF2B5EF4-FFF2-40B4-BE49-F238E27FC236}">
                      <a16:creationId xmlns:a16="http://schemas.microsoft.com/office/drawing/2014/main" id="{0F6E948C-4790-A693-654F-B05878709468}"/>
                    </a:ext>
                  </a:extLst>
                </p:cNvPr>
                <p:cNvPicPr/>
                <p:nvPr/>
              </p:nvPicPr>
              <p:blipFill>
                <a:blip r:embed="rId9"/>
                <a:stretch>
                  <a:fillRect/>
                </a:stretch>
              </p:blipFill>
              <p:spPr>
                <a:xfrm>
                  <a:off x="13653090" y="7812450"/>
                  <a:ext cx="126000" cy="126000"/>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4382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Project Objectives</a:t>
            </a:r>
            <a:endParaRPr lang="en-US" sz="4450" dirty="0"/>
          </a:p>
        </p:txBody>
      </p:sp>
      <p:sp>
        <p:nvSpPr>
          <p:cNvPr id="3" name="Shape 1"/>
          <p:cNvSpPr/>
          <p:nvPr/>
        </p:nvSpPr>
        <p:spPr>
          <a:xfrm>
            <a:off x="793790" y="2546390"/>
            <a:ext cx="4196358" cy="2394823"/>
          </a:xfrm>
          <a:prstGeom prst="roundRect">
            <a:avLst>
              <a:gd name="adj" fmla="val 6109"/>
            </a:avLst>
          </a:prstGeom>
          <a:solidFill>
            <a:srgbClr val="FFFFFF"/>
          </a:solidFill>
          <a:ln/>
        </p:spPr>
      </p:sp>
      <p:pic>
        <p:nvPicPr>
          <p:cNvPr id="4" name="Image 0" descr="preencoded.png"/>
          <p:cNvPicPr>
            <a:picLocks noChangeAspect="1"/>
          </p:cNvPicPr>
          <p:nvPr/>
        </p:nvPicPr>
        <p:blipFill>
          <a:blip r:embed="rId3"/>
          <a:stretch>
            <a:fillRect/>
          </a:stretch>
        </p:blipFill>
        <p:spPr>
          <a:xfrm>
            <a:off x="793790" y="2515910"/>
            <a:ext cx="4196358" cy="121920"/>
          </a:xfrm>
          <a:prstGeom prst="rect">
            <a:avLst/>
          </a:prstGeom>
        </p:spPr>
      </p:pic>
      <p:pic>
        <p:nvPicPr>
          <p:cNvPr id="5" name="Image 1" descr="preencoded.png"/>
          <p:cNvPicPr>
            <a:picLocks noChangeAspect="1"/>
          </p:cNvPicPr>
          <p:nvPr/>
        </p:nvPicPr>
        <p:blipFill>
          <a:blip r:embed="rId4"/>
          <a:stretch>
            <a:fillRect/>
          </a:stretch>
        </p:blipFill>
        <p:spPr>
          <a:xfrm>
            <a:off x="2551688" y="2206228"/>
            <a:ext cx="680442" cy="680442"/>
          </a:xfrm>
          <a:prstGeom prst="rect">
            <a:avLst/>
          </a:prstGeom>
        </p:spPr>
      </p:pic>
      <p:sp>
        <p:nvSpPr>
          <p:cNvPr id="6" name="Text 2"/>
          <p:cNvSpPr/>
          <p:nvPr/>
        </p:nvSpPr>
        <p:spPr>
          <a:xfrm>
            <a:off x="2755761" y="2376368"/>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Montserrat Medium" pitchFamily="34" charset="0"/>
                <a:ea typeface="Montserrat Medium" pitchFamily="34" charset="-122"/>
                <a:cs typeface="Montserrat Medium" pitchFamily="34" charset="-120"/>
              </a:rPr>
              <a:t>1</a:t>
            </a:r>
            <a:endParaRPr lang="en-US" sz="2100" dirty="0"/>
          </a:p>
        </p:txBody>
      </p:sp>
      <p:sp>
        <p:nvSpPr>
          <p:cNvPr id="7" name="Text 3"/>
          <p:cNvSpPr/>
          <p:nvPr/>
        </p:nvSpPr>
        <p:spPr>
          <a:xfrm>
            <a:off x="1051084" y="3113365"/>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Task Management System</a:t>
            </a:r>
            <a:endParaRPr lang="en-US" sz="2200" dirty="0"/>
          </a:p>
        </p:txBody>
      </p:sp>
      <p:sp>
        <p:nvSpPr>
          <p:cNvPr id="8" name="Text 4"/>
          <p:cNvSpPr/>
          <p:nvPr/>
        </p:nvSpPr>
        <p:spPr>
          <a:xfrm>
            <a:off x="1051084" y="3958114"/>
            <a:ext cx="3681770"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Create a system for managing daily tasks</a:t>
            </a:r>
            <a:endParaRPr lang="en-US" sz="1750" dirty="0"/>
          </a:p>
        </p:txBody>
      </p:sp>
      <p:sp>
        <p:nvSpPr>
          <p:cNvPr id="9" name="Shape 5"/>
          <p:cNvSpPr/>
          <p:nvPr/>
        </p:nvSpPr>
        <p:spPr>
          <a:xfrm>
            <a:off x="5216962" y="2546390"/>
            <a:ext cx="4196358" cy="2394823"/>
          </a:xfrm>
          <a:prstGeom prst="roundRect">
            <a:avLst>
              <a:gd name="adj" fmla="val 6109"/>
            </a:avLst>
          </a:prstGeom>
          <a:solidFill>
            <a:srgbClr val="FFFFFF"/>
          </a:solidFill>
          <a:ln/>
        </p:spPr>
      </p:sp>
      <p:pic>
        <p:nvPicPr>
          <p:cNvPr id="10" name="Image 2" descr="preencoded.png"/>
          <p:cNvPicPr>
            <a:picLocks noChangeAspect="1"/>
          </p:cNvPicPr>
          <p:nvPr/>
        </p:nvPicPr>
        <p:blipFill>
          <a:blip r:embed="rId3"/>
          <a:stretch>
            <a:fillRect/>
          </a:stretch>
        </p:blipFill>
        <p:spPr>
          <a:xfrm>
            <a:off x="5216962" y="2515910"/>
            <a:ext cx="4196358" cy="121920"/>
          </a:xfrm>
          <a:prstGeom prst="rect">
            <a:avLst/>
          </a:prstGeom>
        </p:spPr>
      </p:pic>
      <p:pic>
        <p:nvPicPr>
          <p:cNvPr id="11" name="Image 3" descr="preencoded.png"/>
          <p:cNvPicPr>
            <a:picLocks noChangeAspect="1"/>
          </p:cNvPicPr>
          <p:nvPr/>
        </p:nvPicPr>
        <p:blipFill>
          <a:blip r:embed="rId4"/>
          <a:stretch>
            <a:fillRect/>
          </a:stretch>
        </p:blipFill>
        <p:spPr>
          <a:xfrm>
            <a:off x="6974860" y="2206228"/>
            <a:ext cx="680442" cy="680442"/>
          </a:xfrm>
          <a:prstGeom prst="rect">
            <a:avLst/>
          </a:prstGeom>
        </p:spPr>
      </p:pic>
      <p:sp>
        <p:nvSpPr>
          <p:cNvPr id="12" name="Text 6"/>
          <p:cNvSpPr/>
          <p:nvPr/>
        </p:nvSpPr>
        <p:spPr>
          <a:xfrm>
            <a:off x="7178933" y="2376368"/>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Montserrat Medium" pitchFamily="34" charset="0"/>
                <a:ea typeface="Montserrat Medium" pitchFamily="34" charset="-122"/>
                <a:cs typeface="Montserrat Medium" pitchFamily="34" charset="-120"/>
              </a:rPr>
              <a:t>2</a:t>
            </a:r>
            <a:endParaRPr lang="en-US" sz="2100" dirty="0"/>
          </a:p>
        </p:txBody>
      </p:sp>
      <p:sp>
        <p:nvSpPr>
          <p:cNvPr id="13" name="Text 7"/>
          <p:cNvSpPr/>
          <p:nvPr/>
        </p:nvSpPr>
        <p:spPr>
          <a:xfrm>
            <a:off x="5474256" y="3113365"/>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Automated Email Reminders</a:t>
            </a:r>
            <a:endParaRPr lang="en-US" sz="2200" dirty="0"/>
          </a:p>
        </p:txBody>
      </p:sp>
      <p:sp>
        <p:nvSpPr>
          <p:cNvPr id="14" name="Text 8"/>
          <p:cNvSpPr/>
          <p:nvPr/>
        </p:nvSpPr>
        <p:spPr>
          <a:xfrm>
            <a:off x="5474256" y="3958114"/>
            <a:ext cx="3681770"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Send automated email reminders to users</a:t>
            </a:r>
            <a:endParaRPr lang="en-US" sz="1750" dirty="0"/>
          </a:p>
        </p:txBody>
      </p:sp>
      <p:sp>
        <p:nvSpPr>
          <p:cNvPr id="15" name="Shape 9"/>
          <p:cNvSpPr/>
          <p:nvPr/>
        </p:nvSpPr>
        <p:spPr>
          <a:xfrm>
            <a:off x="9640133" y="2546390"/>
            <a:ext cx="4196358" cy="2394823"/>
          </a:xfrm>
          <a:prstGeom prst="roundRect">
            <a:avLst>
              <a:gd name="adj" fmla="val 6109"/>
            </a:avLst>
          </a:prstGeom>
          <a:solidFill>
            <a:srgbClr val="FFFFFF"/>
          </a:solidFill>
          <a:ln/>
        </p:spPr>
      </p:sp>
      <p:pic>
        <p:nvPicPr>
          <p:cNvPr id="16" name="Image 4" descr="preencoded.png"/>
          <p:cNvPicPr>
            <a:picLocks noChangeAspect="1"/>
          </p:cNvPicPr>
          <p:nvPr/>
        </p:nvPicPr>
        <p:blipFill>
          <a:blip r:embed="rId3"/>
          <a:stretch>
            <a:fillRect/>
          </a:stretch>
        </p:blipFill>
        <p:spPr>
          <a:xfrm>
            <a:off x="9640133" y="2515910"/>
            <a:ext cx="4196358" cy="121920"/>
          </a:xfrm>
          <a:prstGeom prst="rect">
            <a:avLst/>
          </a:prstGeom>
        </p:spPr>
      </p:pic>
      <p:pic>
        <p:nvPicPr>
          <p:cNvPr id="17" name="Image 5" descr="preencoded.png"/>
          <p:cNvPicPr>
            <a:picLocks noChangeAspect="1"/>
          </p:cNvPicPr>
          <p:nvPr/>
        </p:nvPicPr>
        <p:blipFill>
          <a:blip r:embed="rId4"/>
          <a:stretch>
            <a:fillRect/>
          </a:stretch>
        </p:blipFill>
        <p:spPr>
          <a:xfrm>
            <a:off x="11398032" y="2206228"/>
            <a:ext cx="680442" cy="680442"/>
          </a:xfrm>
          <a:prstGeom prst="rect">
            <a:avLst/>
          </a:prstGeom>
        </p:spPr>
      </p:pic>
      <p:sp>
        <p:nvSpPr>
          <p:cNvPr id="18" name="Text 10"/>
          <p:cNvSpPr/>
          <p:nvPr/>
        </p:nvSpPr>
        <p:spPr>
          <a:xfrm>
            <a:off x="11602105" y="2376368"/>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Montserrat Medium" pitchFamily="34" charset="0"/>
                <a:ea typeface="Montserrat Medium" pitchFamily="34" charset="-122"/>
                <a:cs typeface="Montserrat Medium" pitchFamily="34" charset="-120"/>
              </a:rPr>
              <a:t>3</a:t>
            </a:r>
            <a:endParaRPr lang="en-US" sz="2100" dirty="0"/>
          </a:p>
        </p:txBody>
      </p:sp>
      <p:sp>
        <p:nvSpPr>
          <p:cNvPr id="19" name="Text 11"/>
          <p:cNvSpPr/>
          <p:nvPr/>
        </p:nvSpPr>
        <p:spPr>
          <a:xfrm>
            <a:off x="9897427" y="3113365"/>
            <a:ext cx="2942511"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Task Status Tracking</a:t>
            </a:r>
            <a:endParaRPr lang="en-US" sz="2200" dirty="0"/>
          </a:p>
        </p:txBody>
      </p:sp>
      <p:sp>
        <p:nvSpPr>
          <p:cNvPr id="20" name="Text 12"/>
          <p:cNvSpPr/>
          <p:nvPr/>
        </p:nvSpPr>
        <p:spPr>
          <a:xfrm>
            <a:off x="9897427" y="3603784"/>
            <a:ext cx="3681770"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Track task status (Pending, Completed)</a:t>
            </a:r>
            <a:endParaRPr lang="en-US" sz="1750" dirty="0"/>
          </a:p>
        </p:txBody>
      </p:sp>
      <p:sp>
        <p:nvSpPr>
          <p:cNvPr id="21" name="Shape 13"/>
          <p:cNvSpPr/>
          <p:nvPr/>
        </p:nvSpPr>
        <p:spPr>
          <a:xfrm>
            <a:off x="793790" y="5508188"/>
            <a:ext cx="6407944" cy="1677591"/>
          </a:xfrm>
          <a:prstGeom prst="roundRect">
            <a:avLst>
              <a:gd name="adj" fmla="val 8721"/>
            </a:avLst>
          </a:prstGeom>
          <a:solidFill>
            <a:srgbClr val="FFFFFF"/>
          </a:solidFill>
          <a:ln/>
        </p:spPr>
      </p:sp>
      <p:pic>
        <p:nvPicPr>
          <p:cNvPr id="22" name="Image 6" descr="preencoded.png"/>
          <p:cNvPicPr>
            <a:picLocks noChangeAspect="1"/>
          </p:cNvPicPr>
          <p:nvPr/>
        </p:nvPicPr>
        <p:blipFill>
          <a:blip r:embed="rId5"/>
          <a:stretch>
            <a:fillRect/>
          </a:stretch>
        </p:blipFill>
        <p:spPr>
          <a:xfrm>
            <a:off x="793790" y="5477708"/>
            <a:ext cx="6407944" cy="121920"/>
          </a:xfrm>
          <a:prstGeom prst="rect">
            <a:avLst/>
          </a:prstGeom>
        </p:spPr>
      </p:pic>
      <p:pic>
        <p:nvPicPr>
          <p:cNvPr id="23" name="Image 7" descr="preencoded.png"/>
          <p:cNvPicPr>
            <a:picLocks noChangeAspect="1"/>
          </p:cNvPicPr>
          <p:nvPr/>
        </p:nvPicPr>
        <p:blipFill>
          <a:blip r:embed="rId4"/>
          <a:stretch>
            <a:fillRect/>
          </a:stretch>
        </p:blipFill>
        <p:spPr>
          <a:xfrm>
            <a:off x="3657540" y="5168027"/>
            <a:ext cx="680442" cy="680442"/>
          </a:xfrm>
          <a:prstGeom prst="rect">
            <a:avLst/>
          </a:prstGeom>
        </p:spPr>
      </p:pic>
      <p:sp>
        <p:nvSpPr>
          <p:cNvPr id="24" name="Text 14"/>
          <p:cNvSpPr/>
          <p:nvPr/>
        </p:nvSpPr>
        <p:spPr>
          <a:xfrm>
            <a:off x="3861614" y="5338167"/>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Montserrat Medium" pitchFamily="34" charset="0"/>
                <a:ea typeface="Montserrat Medium" pitchFamily="34" charset="-122"/>
                <a:cs typeface="Montserrat Medium" pitchFamily="34" charset="-120"/>
              </a:rPr>
              <a:t>4</a:t>
            </a:r>
            <a:endParaRPr lang="en-US" sz="2100" dirty="0"/>
          </a:p>
        </p:txBody>
      </p:sp>
      <p:sp>
        <p:nvSpPr>
          <p:cNvPr id="25" name="Text 15"/>
          <p:cNvSpPr/>
          <p:nvPr/>
        </p:nvSpPr>
        <p:spPr>
          <a:xfrm>
            <a:off x="1051084" y="6075164"/>
            <a:ext cx="3287197"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User-Friendly Interface</a:t>
            </a:r>
            <a:endParaRPr lang="en-US" sz="2200" dirty="0"/>
          </a:p>
        </p:txBody>
      </p:sp>
      <p:sp>
        <p:nvSpPr>
          <p:cNvPr id="26" name="Text 16"/>
          <p:cNvSpPr/>
          <p:nvPr/>
        </p:nvSpPr>
        <p:spPr>
          <a:xfrm>
            <a:off x="1051084" y="6565583"/>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Provide a simple and user-friendly interface</a:t>
            </a:r>
            <a:endParaRPr lang="en-US" sz="1750" dirty="0"/>
          </a:p>
        </p:txBody>
      </p:sp>
      <p:sp>
        <p:nvSpPr>
          <p:cNvPr id="27" name="Shape 17"/>
          <p:cNvSpPr/>
          <p:nvPr/>
        </p:nvSpPr>
        <p:spPr>
          <a:xfrm>
            <a:off x="7428548" y="5508188"/>
            <a:ext cx="6407944" cy="1677591"/>
          </a:xfrm>
          <a:prstGeom prst="roundRect">
            <a:avLst>
              <a:gd name="adj" fmla="val 8721"/>
            </a:avLst>
          </a:prstGeom>
          <a:solidFill>
            <a:srgbClr val="FFFFFF"/>
          </a:solidFill>
          <a:ln/>
        </p:spPr>
      </p:sp>
      <p:pic>
        <p:nvPicPr>
          <p:cNvPr id="28" name="Image 8" descr="preencoded.png"/>
          <p:cNvPicPr>
            <a:picLocks noChangeAspect="1"/>
          </p:cNvPicPr>
          <p:nvPr/>
        </p:nvPicPr>
        <p:blipFill>
          <a:blip r:embed="rId5"/>
          <a:stretch>
            <a:fillRect/>
          </a:stretch>
        </p:blipFill>
        <p:spPr>
          <a:xfrm>
            <a:off x="7428548" y="5477708"/>
            <a:ext cx="6407944" cy="121920"/>
          </a:xfrm>
          <a:prstGeom prst="rect">
            <a:avLst/>
          </a:prstGeom>
        </p:spPr>
      </p:pic>
      <p:pic>
        <p:nvPicPr>
          <p:cNvPr id="29" name="Image 9" descr="preencoded.png"/>
          <p:cNvPicPr>
            <a:picLocks noChangeAspect="1"/>
          </p:cNvPicPr>
          <p:nvPr/>
        </p:nvPicPr>
        <p:blipFill>
          <a:blip r:embed="rId4"/>
          <a:stretch>
            <a:fillRect/>
          </a:stretch>
        </p:blipFill>
        <p:spPr>
          <a:xfrm>
            <a:off x="10292298" y="5168027"/>
            <a:ext cx="680442" cy="680442"/>
          </a:xfrm>
          <a:prstGeom prst="rect">
            <a:avLst/>
          </a:prstGeom>
        </p:spPr>
      </p:pic>
      <p:sp>
        <p:nvSpPr>
          <p:cNvPr id="30" name="Text 18"/>
          <p:cNvSpPr/>
          <p:nvPr/>
        </p:nvSpPr>
        <p:spPr>
          <a:xfrm>
            <a:off x="10496371" y="5338167"/>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Montserrat Medium" pitchFamily="34" charset="0"/>
                <a:ea typeface="Montserrat Medium" pitchFamily="34" charset="-122"/>
                <a:cs typeface="Montserrat Medium" pitchFamily="34" charset="-120"/>
              </a:rPr>
              <a:t>5</a:t>
            </a:r>
            <a:endParaRPr lang="en-US" sz="2100" dirty="0"/>
          </a:p>
        </p:txBody>
      </p:sp>
      <p:sp>
        <p:nvSpPr>
          <p:cNvPr id="31" name="Text 19"/>
          <p:cNvSpPr/>
          <p:nvPr/>
        </p:nvSpPr>
        <p:spPr>
          <a:xfrm>
            <a:off x="7685842" y="60751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Time Management</a:t>
            </a:r>
            <a:endParaRPr lang="en-US" sz="2200" dirty="0"/>
          </a:p>
        </p:txBody>
      </p:sp>
      <p:sp>
        <p:nvSpPr>
          <p:cNvPr id="32" name="Text 20"/>
          <p:cNvSpPr/>
          <p:nvPr/>
        </p:nvSpPr>
        <p:spPr>
          <a:xfrm>
            <a:off x="7685842" y="6565583"/>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Improve time management for users</a:t>
            </a:r>
            <a:endParaRPr lang="en-US" sz="1750" dirty="0"/>
          </a:p>
        </p:txBody>
      </p:sp>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1915B3AD-82E0-A51D-DBA1-1A39FA49E7B2}"/>
                  </a:ext>
                </a:extLst>
              </p14:cNvPr>
              <p14:cNvContentPartPr/>
              <p14:nvPr/>
            </p14:nvContentPartPr>
            <p14:xfrm>
              <a:off x="12930278" y="7592523"/>
              <a:ext cx="1036800" cy="403200"/>
            </p14:xfrm>
          </p:contentPart>
        </mc:Choice>
        <mc:Fallback xmlns="">
          <p:pic>
            <p:nvPicPr>
              <p:cNvPr id="34" name="Ink 33">
                <a:extLst>
                  <a:ext uri="{FF2B5EF4-FFF2-40B4-BE49-F238E27FC236}">
                    <a16:creationId xmlns:a16="http://schemas.microsoft.com/office/drawing/2014/main" id="{1915B3AD-82E0-A51D-DBA1-1A39FA49E7B2}"/>
                  </a:ext>
                </a:extLst>
              </p:cNvPr>
              <p:cNvPicPr/>
              <p:nvPr/>
            </p:nvPicPr>
            <p:blipFill>
              <a:blip r:embed="rId7"/>
              <a:stretch>
                <a:fillRect/>
              </a:stretch>
            </p:blipFill>
            <p:spPr>
              <a:xfrm>
                <a:off x="12867638" y="7529883"/>
                <a:ext cx="1162440" cy="528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CE5D5413-462C-6AC3-CE14-6D2E74A9C82D}"/>
                  </a:ext>
                </a:extLst>
              </p14:cNvPr>
              <p14:cNvContentPartPr/>
              <p14:nvPr/>
            </p14:nvContentPartPr>
            <p14:xfrm>
              <a:off x="13273358" y="7793763"/>
              <a:ext cx="1101960" cy="158760"/>
            </p14:xfrm>
          </p:contentPart>
        </mc:Choice>
        <mc:Fallback xmlns="">
          <p:pic>
            <p:nvPicPr>
              <p:cNvPr id="35" name="Ink 34">
                <a:extLst>
                  <a:ext uri="{FF2B5EF4-FFF2-40B4-BE49-F238E27FC236}">
                    <a16:creationId xmlns:a16="http://schemas.microsoft.com/office/drawing/2014/main" id="{CE5D5413-462C-6AC3-CE14-6D2E74A9C82D}"/>
                  </a:ext>
                </a:extLst>
              </p:cNvPr>
              <p:cNvPicPr/>
              <p:nvPr/>
            </p:nvPicPr>
            <p:blipFill>
              <a:blip r:embed="rId9"/>
              <a:stretch>
                <a:fillRect/>
              </a:stretch>
            </p:blipFill>
            <p:spPr>
              <a:xfrm>
                <a:off x="13210358" y="7731123"/>
                <a:ext cx="122760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1" name="Ink 40">
                <a:extLst>
                  <a:ext uri="{FF2B5EF4-FFF2-40B4-BE49-F238E27FC236}">
                    <a16:creationId xmlns:a16="http://schemas.microsoft.com/office/drawing/2014/main" id="{A6A4E230-86D8-DC71-0B8A-627A5B478102}"/>
                  </a:ext>
                </a:extLst>
              </p14:cNvPr>
              <p14:cNvContentPartPr/>
              <p14:nvPr/>
            </p14:nvContentPartPr>
            <p14:xfrm>
              <a:off x="12712770" y="7975890"/>
              <a:ext cx="766440" cy="106200"/>
            </p14:xfrm>
          </p:contentPart>
        </mc:Choice>
        <mc:Fallback xmlns="">
          <p:pic>
            <p:nvPicPr>
              <p:cNvPr id="41" name="Ink 40">
                <a:extLst>
                  <a:ext uri="{FF2B5EF4-FFF2-40B4-BE49-F238E27FC236}">
                    <a16:creationId xmlns:a16="http://schemas.microsoft.com/office/drawing/2014/main" id="{A6A4E230-86D8-DC71-0B8A-627A5B478102}"/>
                  </a:ext>
                </a:extLst>
              </p:cNvPr>
              <p:cNvPicPr/>
              <p:nvPr/>
            </p:nvPicPr>
            <p:blipFill>
              <a:blip r:embed="rId11"/>
              <a:stretch>
                <a:fillRect/>
              </a:stretch>
            </p:blipFill>
            <p:spPr>
              <a:xfrm>
                <a:off x="12703770" y="7966890"/>
                <a:ext cx="784080" cy="123840"/>
              </a:xfrm>
              <a:prstGeom prst="rect">
                <a:avLst/>
              </a:prstGeom>
            </p:spPr>
          </p:pic>
        </mc:Fallback>
      </mc:AlternateContent>
      <p:grpSp>
        <p:nvGrpSpPr>
          <p:cNvPr id="45" name="Group 44">
            <a:extLst>
              <a:ext uri="{FF2B5EF4-FFF2-40B4-BE49-F238E27FC236}">
                <a16:creationId xmlns:a16="http://schemas.microsoft.com/office/drawing/2014/main" id="{39BE6A80-D949-B789-B776-0A87DC5E6543}"/>
              </a:ext>
            </a:extLst>
          </p:cNvPr>
          <p:cNvGrpSpPr/>
          <p:nvPr/>
        </p:nvGrpSpPr>
        <p:grpSpPr>
          <a:xfrm>
            <a:off x="13875570" y="8045730"/>
            <a:ext cx="282960" cy="58320"/>
            <a:chOff x="13875570" y="8045730"/>
            <a:chExt cx="282960" cy="58320"/>
          </a:xfrm>
        </p:grpSpPr>
        <mc:AlternateContent xmlns:mc="http://schemas.openxmlformats.org/markup-compatibility/2006" xmlns:p14="http://schemas.microsoft.com/office/powerpoint/2010/main">
          <mc:Choice Requires="p14">
            <p:contentPart p14:bwMode="auto" r:id="rId12">
              <p14:nvContentPartPr>
                <p14:cNvPr id="43" name="Ink 42">
                  <a:extLst>
                    <a:ext uri="{FF2B5EF4-FFF2-40B4-BE49-F238E27FC236}">
                      <a16:creationId xmlns:a16="http://schemas.microsoft.com/office/drawing/2014/main" id="{0C6C66D3-E948-EE5E-5379-C763F7B13E37}"/>
                    </a:ext>
                  </a:extLst>
                </p14:cNvPr>
                <p14:cNvContentPartPr/>
                <p14:nvPr/>
              </p14:nvContentPartPr>
              <p14:xfrm>
                <a:off x="13875570" y="8091810"/>
                <a:ext cx="54360" cy="12240"/>
              </p14:xfrm>
            </p:contentPart>
          </mc:Choice>
          <mc:Fallback xmlns="">
            <p:pic>
              <p:nvPicPr>
                <p:cNvPr id="43" name="Ink 42">
                  <a:extLst>
                    <a:ext uri="{FF2B5EF4-FFF2-40B4-BE49-F238E27FC236}">
                      <a16:creationId xmlns:a16="http://schemas.microsoft.com/office/drawing/2014/main" id="{0C6C66D3-E948-EE5E-5379-C763F7B13E37}"/>
                    </a:ext>
                  </a:extLst>
                </p:cNvPr>
                <p:cNvPicPr/>
                <p:nvPr/>
              </p:nvPicPr>
              <p:blipFill>
                <a:blip r:embed="rId13"/>
                <a:stretch>
                  <a:fillRect/>
                </a:stretch>
              </p:blipFill>
              <p:spPr>
                <a:xfrm>
                  <a:off x="13857930" y="8073810"/>
                  <a:ext cx="900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4" name="Ink 43">
                  <a:extLst>
                    <a:ext uri="{FF2B5EF4-FFF2-40B4-BE49-F238E27FC236}">
                      <a16:creationId xmlns:a16="http://schemas.microsoft.com/office/drawing/2014/main" id="{77B9A6FF-0851-0BD2-06BF-A662786D9709}"/>
                    </a:ext>
                  </a:extLst>
                </p14:cNvPr>
                <p14:cNvContentPartPr/>
                <p14:nvPr/>
              </p14:nvContentPartPr>
              <p14:xfrm>
                <a:off x="14048730" y="8045730"/>
                <a:ext cx="109800" cy="35280"/>
              </p14:xfrm>
            </p:contentPart>
          </mc:Choice>
          <mc:Fallback xmlns="">
            <p:pic>
              <p:nvPicPr>
                <p:cNvPr id="44" name="Ink 43">
                  <a:extLst>
                    <a:ext uri="{FF2B5EF4-FFF2-40B4-BE49-F238E27FC236}">
                      <a16:creationId xmlns:a16="http://schemas.microsoft.com/office/drawing/2014/main" id="{77B9A6FF-0851-0BD2-06BF-A662786D9709}"/>
                    </a:ext>
                  </a:extLst>
                </p:cNvPr>
                <p:cNvPicPr/>
                <p:nvPr/>
              </p:nvPicPr>
              <p:blipFill>
                <a:blip r:embed="rId15"/>
                <a:stretch>
                  <a:fillRect/>
                </a:stretch>
              </p:blipFill>
              <p:spPr>
                <a:xfrm>
                  <a:off x="14030730" y="8028090"/>
                  <a:ext cx="145440" cy="70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49" name="Ink 48">
                <a:extLst>
                  <a:ext uri="{FF2B5EF4-FFF2-40B4-BE49-F238E27FC236}">
                    <a16:creationId xmlns:a16="http://schemas.microsoft.com/office/drawing/2014/main" id="{366E66B4-7EEA-3869-D31B-F337A1BE03A5}"/>
                  </a:ext>
                </a:extLst>
              </p14:cNvPr>
              <p14:cNvContentPartPr/>
              <p14:nvPr/>
            </p14:nvContentPartPr>
            <p14:xfrm>
              <a:off x="13057650" y="8003250"/>
              <a:ext cx="646200" cy="68040"/>
            </p14:xfrm>
          </p:contentPart>
        </mc:Choice>
        <mc:Fallback xmlns="">
          <p:pic>
            <p:nvPicPr>
              <p:cNvPr id="49" name="Ink 48">
                <a:extLst>
                  <a:ext uri="{FF2B5EF4-FFF2-40B4-BE49-F238E27FC236}">
                    <a16:creationId xmlns:a16="http://schemas.microsoft.com/office/drawing/2014/main" id="{366E66B4-7EEA-3869-D31B-F337A1BE03A5}"/>
                  </a:ext>
                </a:extLst>
              </p:cNvPr>
              <p:cNvPicPr/>
              <p:nvPr/>
            </p:nvPicPr>
            <p:blipFill>
              <a:blip r:embed="rId17"/>
              <a:stretch>
                <a:fillRect/>
              </a:stretch>
            </p:blipFill>
            <p:spPr>
              <a:xfrm>
                <a:off x="13039650" y="7985610"/>
                <a:ext cx="6818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1" name="Ink 50">
                <a:extLst>
                  <a:ext uri="{FF2B5EF4-FFF2-40B4-BE49-F238E27FC236}">
                    <a16:creationId xmlns:a16="http://schemas.microsoft.com/office/drawing/2014/main" id="{1D0AF34D-5813-3FA2-776E-815B6D2D5ED5}"/>
                  </a:ext>
                </a:extLst>
              </p14:cNvPr>
              <p14:cNvContentPartPr/>
              <p14:nvPr/>
            </p14:nvContentPartPr>
            <p14:xfrm>
              <a:off x="13489650" y="7854930"/>
              <a:ext cx="1004760" cy="318240"/>
            </p14:xfrm>
          </p:contentPart>
        </mc:Choice>
        <mc:Fallback xmlns="">
          <p:pic>
            <p:nvPicPr>
              <p:cNvPr id="51" name="Ink 50">
                <a:extLst>
                  <a:ext uri="{FF2B5EF4-FFF2-40B4-BE49-F238E27FC236}">
                    <a16:creationId xmlns:a16="http://schemas.microsoft.com/office/drawing/2014/main" id="{1D0AF34D-5813-3FA2-776E-815B6D2D5ED5}"/>
                  </a:ext>
                </a:extLst>
              </p:cNvPr>
              <p:cNvPicPr/>
              <p:nvPr/>
            </p:nvPicPr>
            <p:blipFill>
              <a:blip r:embed="rId19"/>
              <a:stretch>
                <a:fillRect/>
              </a:stretch>
            </p:blipFill>
            <p:spPr>
              <a:xfrm>
                <a:off x="13472010" y="7837290"/>
                <a:ext cx="1040400" cy="353880"/>
              </a:xfrm>
              <a:prstGeom prst="rect">
                <a:avLst/>
              </a:prstGeom>
            </p:spPr>
          </p:pic>
        </mc:Fallback>
      </mc:AlternateContent>
      <p:grpSp>
        <p:nvGrpSpPr>
          <p:cNvPr id="73" name="Group 72">
            <a:extLst>
              <a:ext uri="{FF2B5EF4-FFF2-40B4-BE49-F238E27FC236}">
                <a16:creationId xmlns:a16="http://schemas.microsoft.com/office/drawing/2014/main" id="{DF3A9BFD-26F3-3402-2A9F-C745B6CC282B}"/>
              </a:ext>
            </a:extLst>
          </p:cNvPr>
          <p:cNvGrpSpPr/>
          <p:nvPr/>
        </p:nvGrpSpPr>
        <p:grpSpPr>
          <a:xfrm>
            <a:off x="12046050" y="7897770"/>
            <a:ext cx="1639080" cy="217440"/>
            <a:chOff x="12046050" y="7897770"/>
            <a:chExt cx="1639080" cy="217440"/>
          </a:xfrm>
        </p:grpSpPr>
        <mc:AlternateContent xmlns:mc="http://schemas.openxmlformats.org/markup-compatibility/2006" xmlns:p14="http://schemas.microsoft.com/office/powerpoint/2010/main">
          <mc:Choice Requires="p14">
            <p:contentPart p14:bwMode="auto" r:id="rId20">
              <p14:nvContentPartPr>
                <p14:cNvPr id="38" name="Ink 37">
                  <a:extLst>
                    <a:ext uri="{FF2B5EF4-FFF2-40B4-BE49-F238E27FC236}">
                      <a16:creationId xmlns:a16="http://schemas.microsoft.com/office/drawing/2014/main" id="{EFEF9762-8AB2-7534-136F-A7A6253384E2}"/>
                    </a:ext>
                  </a:extLst>
                </p14:cNvPr>
                <p14:cNvContentPartPr/>
                <p14:nvPr/>
              </p14:nvContentPartPr>
              <p14:xfrm>
                <a:off x="12046050" y="7898850"/>
                <a:ext cx="1288800" cy="205920"/>
              </p14:xfrm>
            </p:contentPart>
          </mc:Choice>
          <mc:Fallback xmlns="">
            <p:pic>
              <p:nvPicPr>
                <p:cNvPr id="38" name="Ink 37">
                  <a:extLst>
                    <a:ext uri="{FF2B5EF4-FFF2-40B4-BE49-F238E27FC236}">
                      <a16:creationId xmlns:a16="http://schemas.microsoft.com/office/drawing/2014/main" id="{EFEF9762-8AB2-7534-136F-A7A6253384E2}"/>
                    </a:ext>
                  </a:extLst>
                </p:cNvPr>
                <p:cNvPicPr/>
                <p:nvPr/>
              </p:nvPicPr>
              <p:blipFill>
                <a:blip r:embed="rId21"/>
                <a:stretch>
                  <a:fillRect/>
                </a:stretch>
              </p:blipFill>
              <p:spPr>
                <a:xfrm>
                  <a:off x="12037410" y="7890210"/>
                  <a:ext cx="13064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3C32E822-299B-CE39-99C5-5E07DBF0AE7E}"/>
                    </a:ext>
                  </a:extLst>
                </p14:cNvPr>
                <p14:cNvContentPartPr/>
                <p14:nvPr/>
              </p14:nvContentPartPr>
              <p14:xfrm>
                <a:off x="12550050" y="7897770"/>
                <a:ext cx="456840" cy="360"/>
              </p14:xfrm>
            </p:contentPart>
          </mc:Choice>
          <mc:Fallback xmlns="">
            <p:pic>
              <p:nvPicPr>
                <p:cNvPr id="39" name="Ink 38">
                  <a:extLst>
                    <a:ext uri="{FF2B5EF4-FFF2-40B4-BE49-F238E27FC236}">
                      <a16:creationId xmlns:a16="http://schemas.microsoft.com/office/drawing/2014/main" id="{3C32E822-299B-CE39-99C5-5E07DBF0AE7E}"/>
                    </a:ext>
                  </a:extLst>
                </p:cNvPr>
                <p:cNvPicPr/>
                <p:nvPr/>
              </p:nvPicPr>
              <p:blipFill>
                <a:blip r:embed="rId23"/>
                <a:stretch>
                  <a:fillRect/>
                </a:stretch>
              </p:blipFill>
              <p:spPr>
                <a:xfrm>
                  <a:off x="12541050" y="7889130"/>
                  <a:ext cx="474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6" name="Ink 45">
                  <a:extLst>
                    <a:ext uri="{FF2B5EF4-FFF2-40B4-BE49-F238E27FC236}">
                      <a16:creationId xmlns:a16="http://schemas.microsoft.com/office/drawing/2014/main" id="{76744C2C-0E6D-8AF9-D04B-EC0BA2A8E40F}"/>
                    </a:ext>
                  </a:extLst>
                </p14:cNvPr>
                <p14:cNvContentPartPr/>
                <p14:nvPr/>
              </p14:nvContentPartPr>
              <p14:xfrm>
                <a:off x="13088610" y="7963650"/>
                <a:ext cx="596520" cy="128880"/>
              </p14:xfrm>
            </p:contentPart>
          </mc:Choice>
          <mc:Fallback xmlns="">
            <p:pic>
              <p:nvPicPr>
                <p:cNvPr id="46" name="Ink 45">
                  <a:extLst>
                    <a:ext uri="{FF2B5EF4-FFF2-40B4-BE49-F238E27FC236}">
                      <a16:creationId xmlns:a16="http://schemas.microsoft.com/office/drawing/2014/main" id="{76744C2C-0E6D-8AF9-D04B-EC0BA2A8E40F}"/>
                    </a:ext>
                  </a:extLst>
                </p:cNvPr>
                <p:cNvPicPr/>
                <p:nvPr/>
              </p:nvPicPr>
              <p:blipFill>
                <a:blip r:embed="rId25"/>
                <a:stretch>
                  <a:fillRect/>
                </a:stretch>
              </p:blipFill>
              <p:spPr>
                <a:xfrm>
                  <a:off x="13070610" y="7946010"/>
                  <a:ext cx="6321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7" name="Ink 46">
                  <a:extLst>
                    <a:ext uri="{FF2B5EF4-FFF2-40B4-BE49-F238E27FC236}">
                      <a16:creationId xmlns:a16="http://schemas.microsoft.com/office/drawing/2014/main" id="{F4FBFF0A-1D68-0BCE-6165-583775A78D24}"/>
                    </a:ext>
                  </a:extLst>
                </p14:cNvPr>
                <p14:cNvContentPartPr/>
                <p14:nvPr/>
              </p14:nvContentPartPr>
              <p14:xfrm>
                <a:off x="12997890" y="8001090"/>
                <a:ext cx="78480" cy="25560"/>
              </p14:xfrm>
            </p:contentPart>
          </mc:Choice>
          <mc:Fallback xmlns="">
            <p:pic>
              <p:nvPicPr>
                <p:cNvPr id="47" name="Ink 46">
                  <a:extLst>
                    <a:ext uri="{FF2B5EF4-FFF2-40B4-BE49-F238E27FC236}">
                      <a16:creationId xmlns:a16="http://schemas.microsoft.com/office/drawing/2014/main" id="{F4FBFF0A-1D68-0BCE-6165-583775A78D24}"/>
                    </a:ext>
                  </a:extLst>
                </p:cNvPr>
                <p:cNvPicPr/>
                <p:nvPr/>
              </p:nvPicPr>
              <p:blipFill>
                <a:blip r:embed="rId27"/>
                <a:stretch>
                  <a:fillRect/>
                </a:stretch>
              </p:blipFill>
              <p:spPr>
                <a:xfrm>
                  <a:off x="12980250" y="7983090"/>
                  <a:ext cx="1141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5" name="Ink 54">
                  <a:extLst>
                    <a:ext uri="{FF2B5EF4-FFF2-40B4-BE49-F238E27FC236}">
                      <a16:creationId xmlns:a16="http://schemas.microsoft.com/office/drawing/2014/main" id="{1DF18343-4795-0FD4-9C71-EE8833C1DAB8}"/>
                    </a:ext>
                  </a:extLst>
                </p14:cNvPr>
                <p14:cNvContentPartPr/>
                <p14:nvPr/>
              </p14:nvContentPartPr>
              <p14:xfrm>
                <a:off x="13361490" y="8113050"/>
                <a:ext cx="360" cy="2160"/>
              </p14:xfrm>
            </p:contentPart>
          </mc:Choice>
          <mc:Fallback xmlns="">
            <p:pic>
              <p:nvPicPr>
                <p:cNvPr id="55" name="Ink 54">
                  <a:extLst>
                    <a:ext uri="{FF2B5EF4-FFF2-40B4-BE49-F238E27FC236}">
                      <a16:creationId xmlns:a16="http://schemas.microsoft.com/office/drawing/2014/main" id="{1DF18343-4795-0FD4-9C71-EE8833C1DAB8}"/>
                    </a:ext>
                  </a:extLst>
                </p:cNvPr>
                <p:cNvPicPr/>
                <p:nvPr/>
              </p:nvPicPr>
              <p:blipFill>
                <a:blip r:embed="rId29"/>
                <a:stretch>
                  <a:fillRect/>
                </a:stretch>
              </p:blipFill>
              <p:spPr>
                <a:xfrm>
                  <a:off x="13298850" y="805005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6" name="Ink 55">
                  <a:extLst>
                    <a:ext uri="{FF2B5EF4-FFF2-40B4-BE49-F238E27FC236}">
                      <a16:creationId xmlns:a16="http://schemas.microsoft.com/office/drawing/2014/main" id="{0C1730D9-D219-C8E6-4EA9-F122520F58DE}"/>
                    </a:ext>
                  </a:extLst>
                </p14:cNvPr>
                <p14:cNvContentPartPr/>
                <p14:nvPr/>
              </p14:nvContentPartPr>
              <p14:xfrm>
                <a:off x="13555890" y="8081010"/>
                <a:ext cx="360" cy="360"/>
              </p14:xfrm>
            </p:contentPart>
          </mc:Choice>
          <mc:Fallback xmlns="">
            <p:pic>
              <p:nvPicPr>
                <p:cNvPr id="56" name="Ink 55">
                  <a:extLst>
                    <a:ext uri="{FF2B5EF4-FFF2-40B4-BE49-F238E27FC236}">
                      <a16:creationId xmlns:a16="http://schemas.microsoft.com/office/drawing/2014/main" id="{0C1730D9-D219-C8E6-4EA9-F122520F58DE}"/>
                    </a:ext>
                  </a:extLst>
                </p:cNvPr>
                <p:cNvPicPr/>
                <p:nvPr/>
              </p:nvPicPr>
              <p:blipFill>
                <a:blip r:embed="rId31"/>
                <a:stretch>
                  <a:fillRect/>
                </a:stretch>
              </p:blipFill>
              <p:spPr>
                <a:xfrm>
                  <a:off x="13493250" y="80180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8" name="Ink 57">
                  <a:extLst>
                    <a:ext uri="{FF2B5EF4-FFF2-40B4-BE49-F238E27FC236}">
                      <a16:creationId xmlns:a16="http://schemas.microsoft.com/office/drawing/2014/main" id="{DABB4AFF-F35E-5A65-3223-029EFAE78F1B}"/>
                    </a:ext>
                  </a:extLst>
                </p14:cNvPr>
                <p14:cNvContentPartPr/>
                <p14:nvPr/>
              </p14:nvContentPartPr>
              <p14:xfrm>
                <a:off x="12938850" y="8069490"/>
                <a:ext cx="360" cy="360"/>
              </p14:xfrm>
            </p:contentPart>
          </mc:Choice>
          <mc:Fallback xmlns="">
            <p:pic>
              <p:nvPicPr>
                <p:cNvPr id="58" name="Ink 57">
                  <a:extLst>
                    <a:ext uri="{FF2B5EF4-FFF2-40B4-BE49-F238E27FC236}">
                      <a16:creationId xmlns:a16="http://schemas.microsoft.com/office/drawing/2014/main" id="{DABB4AFF-F35E-5A65-3223-029EFAE78F1B}"/>
                    </a:ext>
                  </a:extLst>
                </p:cNvPr>
                <p:cNvPicPr/>
                <p:nvPr/>
              </p:nvPicPr>
              <p:blipFill>
                <a:blip r:embed="rId31"/>
                <a:stretch>
                  <a:fillRect/>
                </a:stretch>
              </p:blipFill>
              <p:spPr>
                <a:xfrm>
                  <a:off x="1287585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9" name="Ink 58">
                  <a:extLst>
                    <a:ext uri="{FF2B5EF4-FFF2-40B4-BE49-F238E27FC236}">
                      <a16:creationId xmlns:a16="http://schemas.microsoft.com/office/drawing/2014/main" id="{06ECB19D-855F-A069-0DE2-FA280C36A089}"/>
                    </a:ext>
                  </a:extLst>
                </p14:cNvPr>
                <p14:cNvContentPartPr/>
                <p14:nvPr/>
              </p14:nvContentPartPr>
              <p14:xfrm>
                <a:off x="12915450" y="8033130"/>
                <a:ext cx="360" cy="2160"/>
              </p14:xfrm>
            </p:contentPart>
          </mc:Choice>
          <mc:Fallback xmlns="">
            <p:pic>
              <p:nvPicPr>
                <p:cNvPr id="59" name="Ink 58">
                  <a:extLst>
                    <a:ext uri="{FF2B5EF4-FFF2-40B4-BE49-F238E27FC236}">
                      <a16:creationId xmlns:a16="http://schemas.microsoft.com/office/drawing/2014/main" id="{06ECB19D-855F-A069-0DE2-FA280C36A089}"/>
                    </a:ext>
                  </a:extLst>
                </p:cNvPr>
                <p:cNvPicPr/>
                <p:nvPr/>
              </p:nvPicPr>
              <p:blipFill>
                <a:blip r:embed="rId29"/>
                <a:stretch>
                  <a:fillRect/>
                </a:stretch>
              </p:blipFill>
              <p:spPr>
                <a:xfrm>
                  <a:off x="12852810" y="797013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1" name="Ink 60">
                  <a:extLst>
                    <a:ext uri="{FF2B5EF4-FFF2-40B4-BE49-F238E27FC236}">
                      <a16:creationId xmlns:a16="http://schemas.microsoft.com/office/drawing/2014/main" id="{43219BF0-B159-513E-2F87-3414AEEEC28A}"/>
                    </a:ext>
                  </a:extLst>
                </p14:cNvPr>
                <p14:cNvContentPartPr/>
                <p14:nvPr/>
              </p14:nvContentPartPr>
              <p14:xfrm>
                <a:off x="13064490" y="8069490"/>
                <a:ext cx="360" cy="360"/>
              </p14:xfrm>
            </p:contentPart>
          </mc:Choice>
          <mc:Fallback xmlns="">
            <p:pic>
              <p:nvPicPr>
                <p:cNvPr id="61" name="Ink 60">
                  <a:extLst>
                    <a:ext uri="{FF2B5EF4-FFF2-40B4-BE49-F238E27FC236}">
                      <a16:creationId xmlns:a16="http://schemas.microsoft.com/office/drawing/2014/main" id="{43219BF0-B159-513E-2F87-3414AEEEC28A}"/>
                    </a:ext>
                  </a:extLst>
                </p:cNvPr>
                <p:cNvPicPr/>
                <p:nvPr/>
              </p:nvPicPr>
              <p:blipFill>
                <a:blip r:embed="rId31"/>
                <a:stretch>
                  <a:fillRect/>
                </a:stretch>
              </p:blipFill>
              <p:spPr>
                <a:xfrm>
                  <a:off x="1300185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2" name="Ink 61">
                  <a:extLst>
                    <a:ext uri="{FF2B5EF4-FFF2-40B4-BE49-F238E27FC236}">
                      <a16:creationId xmlns:a16="http://schemas.microsoft.com/office/drawing/2014/main" id="{09047BE1-9DAA-6846-EB9F-89DBDB02C9E0}"/>
                    </a:ext>
                  </a:extLst>
                </p14:cNvPr>
                <p14:cNvContentPartPr/>
                <p14:nvPr/>
              </p14:nvContentPartPr>
              <p14:xfrm>
                <a:off x="13076010" y="7955010"/>
                <a:ext cx="360" cy="360"/>
              </p14:xfrm>
            </p:contentPart>
          </mc:Choice>
          <mc:Fallback xmlns="">
            <p:pic>
              <p:nvPicPr>
                <p:cNvPr id="62" name="Ink 61">
                  <a:extLst>
                    <a:ext uri="{FF2B5EF4-FFF2-40B4-BE49-F238E27FC236}">
                      <a16:creationId xmlns:a16="http://schemas.microsoft.com/office/drawing/2014/main" id="{09047BE1-9DAA-6846-EB9F-89DBDB02C9E0}"/>
                    </a:ext>
                  </a:extLst>
                </p:cNvPr>
                <p:cNvPicPr/>
                <p:nvPr/>
              </p:nvPicPr>
              <p:blipFill>
                <a:blip r:embed="rId31"/>
                <a:stretch>
                  <a:fillRect/>
                </a:stretch>
              </p:blipFill>
              <p:spPr>
                <a:xfrm>
                  <a:off x="13013010" y="78923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3" name="Ink 62">
                  <a:extLst>
                    <a:ext uri="{FF2B5EF4-FFF2-40B4-BE49-F238E27FC236}">
                      <a16:creationId xmlns:a16="http://schemas.microsoft.com/office/drawing/2014/main" id="{0A6ACB03-0C1E-93FB-A858-F3549740C27A}"/>
                    </a:ext>
                  </a:extLst>
                </p14:cNvPr>
                <p14:cNvContentPartPr/>
                <p14:nvPr/>
              </p14:nvContentPartPr>
              <p14:xfrm>
                <a:off x="13144410" y="7897770"/>
                <a:ext cx="360" cy="360"/>
              </p14:xfrm>
            </p:contentPart>
          </mc:Choice>
          <mc:Fallback xmlns="">
            <p:pic>
              <p:nvPicPr>
                <p:cNvPr id="63" name="Ink 62">
                  <a:extLst>
                    <a:ext uri="{FF2B5EF4-FFF2-40B4-BE49-F238E27FC236}">
                      <a16:creationId xmlns:a16="http://schemas.microsoft.com/office/drawing/2014/main" id="{0A6ACB03-0C1E-93FB-A858-F3549740C27A}"/>
                    </a:ext>
                  </a:extLst>
                </p:cNvPr>
                <p:cNvPicPr/>
                <p:nvPr/>
              </p:nvPicPr>
              <p:blipFill>
                <a:blip r:embed="rId31"/>
                <a:stretch>
                  <a:fillRect/>
                </a:stretch>
              </p:blipFill>
              <p:spPr>
                <a:xfrm>
                  <a:off x="1308177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5" name="Ink 64">
                  <a:extLst>
                    <a:ext uri="{FF2B5EF4-FFF2-40B4-BE49-F238E27FC236}">
                      <a16:creationId xmlns:a16="http://schemas.microsoft.com/office/drawing/2014/main" id="{0A45155F-B64B-FA56-143D-305ADFF08496}"/>
                    </a:ext>
                  </a:extLst>
                </p14:cNvPr>
                <p14:cNvContentPartPr/>
                <p14:nvPr/>
              </p14:nvContentPartPr>
              <p14:xfrm>
                <a:off x="13098690" y="8019090"/>
                <a:ext cx="2160" cy="4680"/>
              </p14:xfrm>
            </p:contentPart>
          </mc:Choice>
          <mc:Fallback xmlns="">
            <p:pic>
              <p:nvPicPr>
                <p:cNvPr id="65" name="Ink 64">
                  <a:extLst>
                    <a:ext uri="{FF2B5EF4-FFF2-40B4-BE49-F238E27FC236}">
                      <a16:creationId xmlns:a16="http://schemas.microsoft.com/office/drawing/2014/main" id="{0A45155F-B64B-FA56-143D-305ADFF08496}"/>
                    </a:ext>
                  </a:extLst>
                </p:cNvPr>
                <p:cNvPicPr/>
                <p:nvPr/>
              </p:nvPicPr>
              <p:blipFill>
                <a:blip r:embed="rId38"/>
                <a:stretch>
                  <a:fillRect/>
                </a:stretch>
              </p:blipFill>
              <p:spPr>
                <a:xfrm>
                  <a:off x="13035690" y="7956450"/>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6" name="Ink 65">
                  <a:extLst>
                    <a:ext uri="{FF2B5EF4-FFF2-40B4-BE49-F238E27FC236}">
                      <a16:creationId xmlns:a16="http://schemas.microsoft.com/office/drawing/2014/main" id="{92C81508-006F-06B8-F5F3-EF434BD0E642}"/>
                    </a:ext>
                  </a:extLst>
                </p14:cNvPr>
                <p14:cNvContentPartPr/>
                <p14:nvPr/>
              </p14:nvContentPartPr>
              <p14:xfrm>
                <a:off x="13133250" y="8012250"/>
                <a:ext cx="2160" cy="360"/>
              </p14:xfrm>
            </p:contentPart>
          </mc:Choice>
          <mc:Fallback xmlns="">
            <p:pic>
              <p:nvPicPr>
                <p:cNvPr id="66" name="Ink 65">
                  <a:extLst>
                    <a:ext uri="{FF2B5EF4-FFF2-40B4-BE49-F238E27FC236}">
                      <a16:creationId xmlns:a16="http://schemas.microsoft.com/office/drawing/2014/main" id="{92C81508-006F-06B8-F5F3-EF434BD0E642}"/>
                    </a:ext>
                  </a:extLst>
                </p:cNvPr>
                <p:cNvPicPr/>
                <p:nvPr/>
              </p:nvPicPr>
              <p:blipFill>
                <a:blip r:embed="rId40"/>
                <a:stretch>
                  <a:fillRect/>
                </a:stretch>
              </p:blipFill>
              <p:spPr>
                <a:xfrm>
                  <a:off x="13070250" y="794961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67" name="Ink 66">
                  <a:extLst>
                    <a:ext uri="{FF2B5EF4-FFF2-40B4-BE49-F238E27FC236}">
                      <a16:creationId xmlns:a16="http://schemas.microsoft.com/office/drawing/2014/main" id="{5234F187-30E0-1DFF-6739-5228CD185980}"/>
                    </a:ext>
                  </a:extLst>
                </p14:cNvPr>
                <p14:cNvContentPartPr/>
                <p14:nvPr/>
              </p14:nvContentPartPr>
              <p14:xfrm>
                <a:off x="13144410" y="8012250"/>
                <a:ext cx="360" cy="360"/>
              </p14:xfrm>
            </p:contentPart>
          </mc:Choice>
          <mc:Fallback xmlns="">
            <p:pic>
              <p:nvPicPr>
                <p:cNvPr id="67" name="Ink 66">
                  <a:extLst>
                    <a:ext uri="{FF2B5EF4-FFF2-40B4-BE49-F238E27FC236}">
                      <a16:creationId xmlns:a16="http://schemas.microsoft.com/office/drawing/2014/main" id="{5234F187-30E0-1DFF-6739-5228CD185980}"/>
                    </a:ext>
                  </a:extLst>
                </p:cNvPr>
                <p:cNvPicPr/>
                <p:nvPr/>
              </p:nvPicPr>
              <p:blipFill>
                <a:blip r:embed="rId31"/>
                <a:stretch>
                  <a:fillRect/>
                </a:stretch>
              </p:blipFill>
              <p:spPr>
                <a:xfrm>
                  <a:off x="13081770" y="7949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8" name="Ink 67">
                  <a:extLst>
                    <a:ext uri="{FF2B5EF4-FFF2-40B4-BE49-F238E27FC236}">
                      <a16:creationId xmlns:a16="http://schemas.microsoft.com/office/drawing/2014/main" id="{025EE4C6-3484-2A06-7876-3468F878CC27}"/>
                    </a:ext>
                  </a:extLst>
                </p14:cNvPr>
                <p14:cNvContentPartPr/>
                <p14:nvPr/>
              </p14:nvContentPartPr>
              <p14:xfrm>
                <a:off x="13144410" y="8012250"/>
                <a:ext cx="360" cy="360"/>
              </p14:xfrm>
            </p:contentPart>
          </mc:Choice>
          <mc:Fallback xmlns="">
            <p:pic>
              <p:nvPicPr>
                <p:cNvPr id="68" name="Ink 67">
                  <a:extLst>
                    <a:ext uri="{FF2B5EF4-FFF2-40B4-BE49-F238E27FC236}">
                      <a16:creationId xmlns:a16="http://schemas.microsoft.com/office/drawing/2014/main" id="{025EE4C6-3484-2A06-7876-3468F878CC27}"/>
                    </a:ext>
                  </a:extLst>
                </p:cNvPr>
                <p:cNvPicPr/>
                <p:nvPr/>
              </p:nvPicPr>
              <p:blipFill>
                <a:blip r:embed="rId31"/>
                <a:stretch>
                  <a:fillRect/>
                </a:stretch>
              </p:blipFill>
              <p:spPr>
                <a:xfrm>
                  <a:off x="13081770" y="7949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9" name="Ink 68">
                  <a:extLst>
                    <a:ext uri="{FF2B5EF4-FFF2-40B4-BE49-F238E27FC236}">
                      <a16:creationId xmlns:a16="http://schemas.microsoft.com/office/drawing/2014/main" id="{9777F1C6-B813-D34B-564E-E238FFA9DEE7}"/>
                    </a:ext>
                  </a:extLst>
                </p14:cNvPr>
                <p14:cNvContentPartPr/>
                <p14:nvPr/>
              </p14:nvContentPartPr>
              <p14:xfrm>
                <a:off x="13155930" y="8012250"/>
                <a:ext cx="360" cy="360"/>
              </p14:xfrm>
            </p:contentPart>
          </mc:Choice>
          <mc:Fallback xmlns="">
            <p:pic>
              <p:nvPicPr>
                <p:cNvPr id="69" name="Ink 68">
                  <a:extLst>
                    <a:ext uri="{FF2B5EF4-FFF2-40B4-BE49-F238E27FC236}">
                      <a16:creationId xmlns:a16="http://schemas.microsoft.com/office/drawing/2014/main" id="{9777F1C6-B813-D34B-564E-E238FFA9DEE7}"/>
                    </a:ext>
                  </a:extLst>
                </p:cNvPr>
                <p:cNvPicPr/>
                <p:nvPr/>
              </p:nvPicPr>
              <p:blipFill>
                <a:blip r:embed="rId31"/>
                <a:stretch>
                  <a:fillRect/>
                </a:stretch>
              </p:blipFill>
              <p:spPr>
                <a:xfrm>
                  <a:off x="13092930" y="7949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0" name="Ink 69">
                  <a:extLst>
                    <a:ext uri="{FF2B5EF4-FFF2-40B4-BE49-F238E27FC236}">
                      <a16:creationId xmlns:a16="http://schemas.microsoft.com/office/drawing/2014/main" id="{15541E28-C36B-9ED9-E7D2-E6904BF50519}"/>
                    </a:ext>
                  </a:extLst>
                </p14:cNvPr>
                <p14:cNvContentPartPr/>
                <p14:nvPr/>
              </p14:nvContentPartPr>
              <p14:xfrm>
                <a:off x="13155930" y="8012250"/>
                <a:ext cx="360" cy="360"/>
              </p14:xfrm>
            </p:contentPart>
          </mc:Choice>
          <mc:Fallback xmlns="">
            <p:pic>
              <p:nvPicPr>
                <p:cNvPr id="70" name="Ink 69">
                  <a:extLst>
                    <a:ext uri="{FF2B5EF4-FFF2-40B4-BE49-F238E27FC236}">
                      <a16:creationId xmlns:a16="http://schemas.microsoft.com/office/drawing/2014/main" id="{15541E28-C36B-9ED9-E7D2-E6904BF50519}"/>
                    </a:ext>
                  </a:extLst>
                </p:cNvPr>
                <p:cNvPicPr/>
                <p:nvPr/>
              </p:nvPicPr>
              <p:blipFill>
                <a:blip r:embed="rId31"/>
                <a:stretch>
                  <a:fillRect/>
                </a:stretch>
              </p:blipFill>
              <p:spPr>
                <a:xfrm>
                  <a:off x="13092930" y="7949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2" name="Ink 71">
                  <a:extLst>
                    <a:ext uri="{FF2B5EF4-FFF2-40B4-BE49-F238E27FC236}">
                      <a16:creationId xmlns:a16="http://schemas.microsoft.com/office/drawing/2014/main" id="{BDFA4DFA-F2F5-0C95-A548-4B9F472B416D}"/>
                    </a:ext>
                  </a:extLst>
                </p14:cNvPr>
                <p14:cNvContentPartPr/>
                <p14:nvPr/>
              </p14:nvContentPartPr>
              <p14:xfrm>
                <a:off x="13018770" y="8017290"/>
                <a:ext cx="360" cy="6840"/>
              </p14:xfrm>
            </p:contentPart>
          </mc:Choice>
          <mc:Fallback xmlns="">
            <p:pic>
              <p:nvPicPr>
                <p:cNvPr id="72" name="Ink 71">
                  <a:extLst>
                    <a:ext uri="{FF2B5EF4-FFF2-40B4-BE49-F238E27FC236}">
                      <a16:creationId xmlns:a16="http://schemas.microsoft.com/office/drawing/2014/main" id="{BDFA4DFA-F2F5-0C95-A548-4B9F472B416D}"/>
                    </a:ext>
                  </a:extLst>
                </p:cNvPr>
                <p:cNvPicPr/>
                <p:nvPr/>
              </p:nvPicPr>
              <p:blipFill>
                <a:blip r:embed="rId46"/>
                <a:stretch>
                  <a:fillRect/>
                </a:stretch>
              </p:blipFill>
              <p:spPr>
                <a:xfrm>
                  <a:off x="12955770" y="7954290"/>
                  <a:ext cx="126000" cy="132480"/>
                </a:xfrm>
                <a:prstGeom prst="rect">
                  <a:avLst/>
                </a:prstGeom>
              </p:spPr>
            </p:pic>
          </mc:Fallback>
        </mc:AlternateContent>
      </p:grpSp>
      <p:grpSp>
        <p:nvGrpSpPr>
          <p:cNvPr id="107" name="Group 106">
            <a:extLst>
              <a:ext uri="{FF2B5EF4-FFF2-40B4-BE49-F238E27FC236}">
                <a16:creationId xmlns:a16="http://schemas.microsoft.com/office/drawing/2014/main" id="{1B1A82EA-D349-3363-C8A5-0A365DE85DB7}"/>
              </a:ext>
            </a:extLst>
          </p:cNvPr>
          <p:cNvGrpSpPr/>
          <p:nvPr/>
        </p:nvGrpSpPr>
        <p:grpSpPr>
          <a:xfrm>
            <a:off x="14481450" y="6869250"/>
            <a:ext cx="23760" cy="360"/>
            <a:chOff x="14481450" y="6869250"/>
            <a:chExt cx="23760" cy="360"/>
          </a:xfrm>
        </p:grpSpPr>
        <mc:AlternateContent xmlns:mc="http://schemas.openxmlformats.org/markup-compatibility/2006" xmlns:p14="http://schemas.microsoft.com/office/powerpoint/2010/main">
          <mc:Choice Requires="p14">
            <p:contentPart p14:bwMode="auto" r:id="rId47">
              <p14:nvContentPartPr>
                <p14:cNvPr id="100" name="Ink 99">
                  <a:extLst>
                    <a:ext uri="{FF2B5EF4-FFF2-40B4-BE49-F238E27FC236}">
                      <a16:creationId xmlns:a16="http://schemas.microsoft.com/office/drawing/2014/main" id="{26FBF718-CDB1-6473-1AEF-795594437932}"/>
                    </a:ext>
                  </a:extLst>
                </p14:cNvPr>
                <p14:cNvContentPartPr/>
                <p14:nvPr/>
              </p14:nvContentPartPr>
              <p14:xfrm>
                <a:off x="14504850" y="6869250"/>
                <a:ext cx="360" cy="360"/>
              </p14:xfrm>
            </p:contentPart>
          </mc:Choice>
          <mc:Fallback xmlns="">
            <p:pic>
              <p:nvPicPr>
                <p:cNvPr id="100" name="Ink 99">
                  <a:extLst>
                    <a:ext uri="{FF2B5EF4-FFF2-40B4-BE49-F238E27FC236}">
                      <a16:creationId xmlns:a16="http://schemas.microsoft.com/office/drawing/2014/main" id="{26FBF718-CDB1-6473-1AEF-795594437932}"/>
                    </a:ext>
                  </a:extLst>
                </p:cNvPr>
                <p:cNvPicPr/>
                <p:nvPr/>
              </p:nvPicPr>
              <p:blipFill>
                <a:blip r:embed="rId31"/>
                <a:stretch>
                  <a:fillRect/>
                </a:stretch>
              </p:blipFill>
              <p:spPr>
                <a:xfrm>
                  <a:off x="14441850" y="68062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1" name="Ink 100">
                  <a:extLst>
                    <a:ext uri="{FF2B5EF4-FFF2-40B4-BE49-F238E27FC236}">
                      <a16:creationId xmlns:a16="http://schemas.microsoft.com/office/drawing/2014/main" id="{36B0E336-E31F-4ED5-CE12-C21B080F8716}"/>
                    </a:ext>
                  </a:extLst>
                </p14:cNvPr>
                <p14:cNvContentPartPr/>
                <p14:nvPr/>
              </p14:nvContentPartPr>
              <p14:xfrm>
                <a:off x="14504850" y="6869250"/>
                <a:ext cx="360" cy="360"/>
              </p14:xfrm>
            </p:contentPart>
          </mc:Choice>
          <mc:Fallback xmlns="">
            <p:pic>
              <p:nvPicPr>
                <p:cNvPr id="101" name="Ink 100">
                  <a:extLst>
                    <a:ext uri="{FF2B5EF4-FFF2-40B4-BE49-F238E27FC236}">
                      <a16:creationId xmlns:a16="http://schemas.microsoft.com/office/drawing/2014/main" id="{36B0E336-E31F-4ED5-CE12-C21B080F8716}"/>
                    </a:ext>
                  </a:extLst>
                </p:cNvPr>
                <p:cNvPicPr/>
                <p:nvPr/>
              </p:nvPicPr>
              <p:blipFill>
                <a:blip r:embed="rId31"/>
                <a:stretch>
                  <a:fillRect/>
                </a:stretch>
              </p:blipFill>
              <p:spPr>
                <a:xfrm>
                  <a:off x="14441850" y="68062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2" name="Ink 101">
                  <a:extLst>
                    <a:ext uri="{FF2B5EF4-FFF2-40B4-BE49-F238E27FC236}">
                      <a16:creationId xmlns:a16="http://schemas.microsoft.com/office/drawing/2014/main" id="{9B38C72B-CEF1-C968-83C1-81598653107E}"/>
                    </a:ext>
                  </a:extLst>
                </p14:cNvPr>
                <p14:cNvContentPartPr/>
                <p14:nvPr/>
              </p14:nvContentPartPr>
              <p14:xfrm>
                <a:off x="14504850" y="6869250"/>
                <a:ext cx="360" cy="360"/>
              </p14:xfrm>
            </p:contentPart>
          </mc:Choice>
          <mc:Fallback xmlns="">
            <p:pic>
              <p:nvPicPr>
                <p:cNvPr id="102" name="Ink 101">
                  <a:extLst>
                    <a:ext uri="{FF2B5EF4-FFF2-40B4-BE49-F238E27FC236}">
                      <a16:creationId xmlns:a16="http://schemas.microsoft.com/office/drawing/2014/main" id="{9B38C72B-CEF1-C968-83C1-81598653107E}"/>
                    </a:ext>
                  </a:extLst>
                </p:cNvPr>
                <p:cNvPicPr/>
                <p:nvPr/>
              </p:nvPicPr>
              <p:blipFill>
                <a:blip r:embed="rId31"/>
                <a:stretch>
                  <a:fillRect/>
                </a:stretch>
              </p:blipFill>
              <p:spPr>
                <a:xfrm>
                  <a:off x="14441850" y="68062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3" name="Ink 102">
                  <a:extLst>
                    <a:ext uri="{FF2B5EF4-FFF2-40B4-BE49-F238E27FC236}">
                      <a16:creationId xmlns:a16="http://schemas.microsoft.com/office/drawing/2014/main" id="{37C8A37C-3958-9752-5D8C-88D06E86F0B6}"/>
                    </a:ext>
                  </a:extLst>
                </p14:cNvPr>
                <p14:cNvContentPartPr/>
                <p14:nvPr/>
              </p14:nvContentPartPr>
              <p14:xfrm>
                <a:off x="14481450" y="6869250"/>
                <a:ext cx="360" cy="360"/>
              </p14:xfrm>
            </p:contentPart>
          </mc:Choice>
          <mc:Fallback xmlns="">
            <p:pic>
              <p:nvPicPr>
                <p:cNvPr id="103" name="Ink 102">
                  <a:extLst>
                    <a:ext uri="{FF2B5EF4-FFF2-40B4-BE49-F238E27FC236}">
                      <a16:creationId xmlns:a16="http://schemas.microsoft.com/office/drawing/2014/main" id="{37C8A37C-3958-9752-5D8C-88D06E86F0B6}"/>
                    </a:ext>
                  </a:extLst>
                </p:cNvPr>
                <p:cNvPicPr/>
                <p:nvPr/>
              </p:nvPicPr>
              <p:blipFill>
                <a:blip r:embed="rId31"/>
                <a:stretch>
                  <a:fillRect/>
                </a:stretch>
              </p:blipFill>
              <p:spPr>
                <a:xfrm>
                  <a:off x="14418810" y="68062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4" name="Ink 103">
                  <a:extLst>
                    <a:ext uri="{FF2B5EF4-FFF2-40B4-BE49-F238E27FC236}">
                      <a16:creationId xmlns:a16="http://schemas.microsoft.com/office/drawing/2014/main" id="{70A2BF26-CDE0-50AD-3975-31581DDB7E58}"/>
                    </a:ext>
                  </a:extLst>
                </p14:cNvPr>
                <p14:cNvContentPartPr/>
                <p14:nvPr/>
              </p14:nvContentPartPr>
              <p14:xfrm>
                <a:off x="14481450" y="6869250"/>
                <a:ext cx="360" cy="360"/>
              </p14:xfrm>
            </p:contentPart>
          </mc:Choice>
          <mc:Fallback xmlns="">
            <p:pic>
              <p:nvPicPr>
                <p:cNvPr id="104" name="Ink 103">
                  <a:extLst>
                    <a:ext uri="{FF2B5EF4-FFF2-40B4-BE49-F238E27FC236}">
                      <a16:creationId xmlns:a16="http://schemas.microsoft.com/office/drawing/2014/main" id="{70A2BF26-CDE0-50AD-3975-31581DDB7E58}"/>
                    </a:ext>
                  </a:extLst>
                </p:cNvPr>
                <p:cNvPicPr/>
                <p:nvPr/>
              </p:nvPicPr>
              <p:blipFill>
                <a:blip r:embed="rId31"/>
                <a:stretch>
                  <a:fillRect/>
                </a:stretch>
              </p:blipFill>
              <p:spPr>
                <a:xfrm>
                  <a:off x="14418810" y="68062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5" name="Ink 104">
                  <a:extLst>
                    <a:ext uri="{FF2B5EF4-FFF2-40B4-BE49-F238E27FC236}">
                      <a16:creationId xmlns:a16="http://schemas.microsoft.com/office/drawing/2014/main" id="{AFBE7645-40D5-06EC-18C5-2569A0C4C429}"/>
                    </a:ext>
                  </a:extLst>
                </p14:cNvPr>
                <p14:cNvContentPartPr/>
                <p14:nvPr/>
              </p14:nvContentPartPr>
              <p14:xfrm>
                <a:off x="14481450" y="6869250"/>
                <a:ext cx="360" cy="360"/>
              </p14:xfrm>
            </p:contentPart>
          </mc:Choice>
          <mc:Fallback xmlns="">
            <p:pic>
              <p:nvPicPr>
                <p:cNvPr id="105" name="Ink 104">
                  <a:extLst>
                    <a:ext uri="{FF2B5EF4-FFF2-40B4-BE49-F238E27FC236}">
                      <a16:creationId xmlns:a16="http://schemas.microsoft.com/office/drawing/2014/main" id="{AFBE7645-40D5-06EC-18C5-2569A0C4C429}"/>
                    </a:ext>
                  </a:extLst>
                </p:cNvPr>
                <p:cNvPicPr/>
                <p:nvPr/>
              </p:nvPicPr>
              <p:blipFill>
                <a:blip r:embed="rId31"/>
                <a:stretch>
                  <a:fillRect/>
                </a:stretch>
              </p:blipFill>
              <p:spPr>
                <a:xfrm>
                  <a:off x="14418810" y="68062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06" name="Ink 105">
                  <a:extLst>
                    <a:ext uri="{FF2B5EF4-FFF2-40B4-BE49-F238E27FC236}">
                      <a16:creationId xmlns:a16="http://schemas.microsoft.com/office/drawing/2014/main" id="{8FAD00D7-3433-2D7C-732E-6D1DDEDEB5DD}"/>
                    </a:ext>
                  </a:extLst>
                </p14:cNvPr>
                <p14:cNvContentPartPr/>
                <p14:nvPr/>
              </p14:nvContentPartPr>
              <p14:xfrm>
                <a:off x="14481450" y="6869250"/>
                <a:ext cx="360" cy="360"/>
              </p14:xfrm>
            </p:contentPart>
          </mc:Choice>
          <mc:Fallback xmlns="">
            <p:pic>
              <p:nvPicPr>
                <p:cNvPr id="106" name="Ink 105">
                  <a:extLst>
                    <a:ext uri="{FF2B5EF4-FFF2-40B4-BE49-F238E27FC236}">
                      <a16:creationId xmlns:a16="http://schemas.microsoft.com/office/drawing/2014/main" id="{8FAD00D7-3433-2D7C-732E-6D1DDEDEB5DD}"/>
                    </a:ext>
                  </a:extLst>
                </p:cNvPr>
                <p:cNvPicPr/>
                <p:nvPr/>
              </p:nvPicPr>
              <p:blipFill>
                <a:blip r:embed="rId31"/>
                <a:stretch>
                  <a:fillRect/>
                </a:stretch>
              </p:blipFill>
              <p:spPr>
                <a:xfrm>
                  <a:off x="14418810" y="6806250"/>
                  <a:ext cx="126000" cy="126000"/>
                </a:xfrm>
                <a:prstGeom prst="rect">
                  <a:avLst/>
                </a:prstGeom>
              </p:spPr>
            </p:pic>
          </mc:Fallback>
        </mc:AlternateContent>
      </p:grpSp>
      <p:grpSp>
        <p:nvGrpSpPr>
          <p:cNvPr id="121" name="Group 120">
            <a:extLst>
              <a:ext uri="{FF2B5EF4-FFF2-40B4-BE49-F238E27FC236}">
                <a16:creationId xmlns:a16="http://schemas.microsoft.com/office/drawing/2014/main" id="{824A2A8B-5936-5A76-51BA-32571C1AB2E5}"/>
              </a:ext>
            </a:extLst>
          </p:cNvPr>
          <p:cNvGrpSpPr/>
          <p:nvPr/>
        </p:nvGrpSpPr>
        <p:grpSpPr>
          <a:xfrm>
            <a:off x="13772970" y="7852410"/>
            <a:ext cx="606240" cy="274680"/>
            <a:chOff x="13772970" y="7852410"/>
            <a:chExt cx="606240" cy="274680"/>
          </a:xfrm>
        </p:grpSpPr>
        <mc:AlternateContent xmlns:mc="http://schemas.openxmlformats.org/markup-compatibility/2006" xmlns:p14="http://schemas.microsoft.com/office/powerpoint/2010/main">
          <mc:Choice Requires="p14">
            <p:contentPart p14:bwMode="auto" r:id="rId54">
              <p14:nvContentPartPr>
                <p14:cNvPr id="74" name="Ink 73">
                  <a:extLst>
                    <a:ext uri="{FF2B5EF4-FFF2-40B4-BE49-F238E27FC236}">
                      <a16:creationId xmlns:a16="http://schemas.microsoft.com/office/drawing/2014/main" id="{44D794E8-897A-FB38-415F-F9990F9CC178}"/>
                    </a:ext>
                  </a:extLst>
                </p14:cNvPr>
                <p14:cNvContentPartPr/>
                <p14:nvPr/>
              </p14:nvContentPartPr>
              <p14:xfrm>
                <a:off x="14104530" y="7966530"/>
                <a:ext cx="2160" cy="360"/>
              </p14:xfrm>
            </p:contentPart>
          </mc:Choice>
          <mc:Fallback xmlns="">
            <p:pic>
              <p:nvPicPr>
                <p:cNvPr id="74" name="Ink 73">
                  <a:extLst>
                    <a:ext uri="{FF2B5EF4-FFF2-40B4-BE49-F238E27FC236}">
                      <a16:creationId xmlns:a16="http://schemas.microsoft.com/office/drawing/2014/main" id="{44D794E8-897A-FB38-415F-F9990F9CC178}"/>
                    </a:ext>
                  </a:extLst>
                </p:cNvPr>
                <p:cNvPicPr/>
                <p:nvPr/>
              </p:nvPicPr>
              <p:blipFill>
                <a:blip r:embed="rId55"/>
                <a:stretch>
                  <a:fillRect/>
                </a:stretch>
              </p:blipFill>
              <p:spPr>
                <a:xfrm>
                  <a:off x="14041890" y="79035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5" name="Ink 74">
                  <a:extLst>
                    <a:ext uri="{FF2B5EF4-FFF2-40B4-BE49-F238E27FC236}">
                      <a16:creationId xmlns:a16="http://schemas.microsoft.com/office/drawing/2014/main" id="{2F9022EC-9E2B-6089-D5A7-5335DA3B6B8B}"/>
                    </a:ext>
                  </a:extLst>
                </p14:cNvPr>
                <p14:cNvContentPartPr/>
                <p14:nvPr/>
              </p14:nvContentPartPr>
              <p14:xfrm>
                <a:off x="14149890" y="7966530"/>
                <a:ext cx="360" cy="360"/>
              </p14:xfrm>
            </p:contentPart>
          </mc:Choice>
          <mc:Fallback xmlns="">
            <p:pic>
              <p:nvPicPr>
                <p:cNvPr id="75" name="Ink 74">
                  <a:extLst>
                    <a:ext uri="{FF2B5EF4-FFF2-40B4-BE49-F238E27FC236}">
                      <a16:creationId xmlns:a16="http://schemas.microsoft.com/office/drawing/2014/main" id="{2F9022EC-9E2B-6089-D5A7-5335DA3B6B8B}"/>
                    </a:ext>
                  </a:extLst>
                </p:cNvPr>
                <p:cNvPicPr/>
                <p:nvPr/>
              </p:nvPicPr>
              <p:blipFill>
                <a:blip r:embed="rId31"/>
                <a:stretch>
                  <a:fillRect/>
                </a:stretch>
              </p:blipFill>
              <p:spPr>
                <a:xfrm>
                  <a:off x="140872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7" name="Ink 76">
                  <a:extLst>
                    <a:ext uri="{FF2B5EF4-FFF2-40B4-BE49-F238E27FC236}">
                      <a16:creationId xmlns:a16="http://schemas.microsoft.com/office/drawing/2014/main" id="{284470E8-79B6-2FF9-31E8-25F139E6C305}"/>
                    </a:ext>
                  </a:extLst>
                </p14:cNvPr>
                <p14:cNvContentPartPr/>
                <p14:nvPr/>
              </p14:nvContentPartPr>
              <p14:xfrm>
                <a:off x="14378850" y="7943850"/>
                <a:ext cx="360" cy="360"/>
              </p14:xfrm>
            </p:contentPart>
          </mc:Choice>
          <mc:Fallback xmlns="">
            <p:pic>
              <p:nvPicPr>
                <p:cNvPr id="77" name="Ink 76">
                  <a:extLst>
                    <a:ext uri="{FF2B5EF4-FFF2-40B4-BE49-F238E27FC236}">
                      <a16:creationId xmlns:a16="http://schemas.microsoft.com/office/drawing/2014/main" id="{284470E8-79B6-2FF9-31E8-25F139E6C305}"/>
                    </a:ext>
                  </a:extLst>
                </p:cNvPr>
                <p:cNvPicPr/>
                <p:nvPr/>
              </p:nvPicPr>
              <p:blipFill>
                <a:blip r:embed="rId31"/>
                <a:stretch>
                  <a:fillRect/>
                </a:stretch>
              </p:blipFill>
              <p:spPr>
                <a:xfrm>
                  <a:off x="14316210" y="7880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9" name="Ink 78">
                  <a:extLst>
                    <a:ext uri="{FF2B5EF4-FFF2-40B4-BE49-F238E27FC236}">
                      <a16:creationId xmlns:a16="http://schemas.microsoft.com/office/drawing/2014/main" id="{1175A46C-F5CD-E708-9ADB-F20D28159527}"/>
                    </a:ext>
                  </a:extLst>
                </p14:cNvPr>
                <p14:cNvContentPartPr/>
                <p14:nvPr/>
              </p14:nvContentPartPr>
              <p14:xfrm>
                <a:off x="14024610" y="8092170"/>
                <a:ext cx="360" cy="360"/>
              </p14:xfrm>
            </p:contentPart>
          </mc:Choice>
          <mc:Fallback xmlns="">
            <p:pic>
              <p:nvPicPr>
                <p:cNvPr id="79" name="Ink 78">
                  <a:extLst>
                    <a:ext uri="{FF2B5EF4-FFF2-40B4-BE49-F238E27FC236}">
                      <a16:creationId xmlns:a16="http://schemas.microsoft.com/office/drawing/2014/main" id="{1175A46C-F5CD-E708-9ADB-F20D28159527}"/>
                    </a:ext>
                  </a:extLst>
                </p:cNvPr>
                <p:cNvPicPr/>
                <p:nvPr/>
              </p:nvPicPr>
              <p:blipFill>
                <a:blip r:embed="rId31"/>
                <a:stretch>
                  <a:fillRect/>
                </a:stretch>
              </p:blipFill>
              <p:spPr>
                <a:xfrm>
                  <a:off x="1396197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0" name="Ink 79">
                  <a:extLst>
                    <a:ext uri="{FF2B5EF4-FFF2-40B4-BE49-F238E27FC236}">
                      <a16:creationId xmlns:a16="http://schemas.microsoft.com/office/drawing/2014/main" id="{56653644-2709-8741-7B41-473F658F8807}"/>
                    </a:ext>
                  </a:extLst>
                </p14:cNvPr>
                <p14:cNvContentPartPr/>
                <p14:nvPr/>
              </p14:nvContentPartPr>
              <p14:xfrm>
                <a:off x="13956210" y="8092170"/>
                <a:ext cx="360" cy="360"/>
              </p14:xfrm>
            </p:contentPart>
          </mc:Choice>
          <mc:Fallback xmlns="">
            <p:pic>
              <p:nvPicPr>
                <p:cNvPr id="80" name="Ink 79">
                  <a:extLst>
                    <a:ext uri="{FF2B5EF4-FFF2-40B4-BE49-F238E27FC236}">
                      <a16:creationId xmlns:a16="http://schemas.microsoft.com/office/drawing/2014/main" id="{56653644-2709-8741-7B41-473F658F8807}"/>
                    </a:ext>
                  </a:extLst>
                </p:cNvPr>
                <p:cNvPicPr/>
                <p:nvPr/>
              </p:nvPicPr>
              <p:blipFill>
                <a:blip r:embed="rId31"/>
                <a:stretch>
                  <a:fillRect/>
                </a:stretch>
              </p:blipFill>
              <p:spPr>
                <a:xfrm>
                  <a:off x="1389321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82" name="Ink 81">
                  <a:extLst>
                    <a:ext uri="{FF2B5EF4-FFF2-40B4-BE49-F238E27FC236}">
                      <a16:creationId xmlns:a16="http://schemas.microsoft.com/office/drawing/2014/main" id="{1A2B606C-2FC6-7BE0-B9B9-05155A491F29}"/>
                    </a:ext>
                  </a:extLst>
                </p14:cNvPr>
                <p14:cNvContentPartPr/>
                <p14:nvPr/>
              </p14:nvContentPartPr>
              <p14:xfrm>
                <a:off x="14161770" y="8126730"/>
                <a:ext cx="360" cy="360"/>
              </p14:xfrm>
            </p:contentPart>
          </mc:Choice>
          <mc:Fallback xmlns="">
            <p:pic>
              <p:nvPicPr>
                <p:cNvPr id="82" name="Ink 81">
                  <a:extLst>
                    <a:ext uri="{FF2B5EF4-FFF2-40B4-BE49-F238E27FC236}">
                      <a16:creationId xmlns:a16="http://schemas.microsoft.com/office/drawing/2014/main" id="{1A2B606C-2FC6-7BE0-B9B9-05155A491F29}"/>
                    </a:ext>
                  </a:extLst>
                </p:cNvPr>
                <p:cNvPicPr/>
                <p:nvPr/>
              </p:nvPicPr>
              <p:blipFill>
                <a:blip r:embed="rId31"/>
                <a:stretch>
                  <a:fillRect/>
                </a:stretch>
              </p:blipFill>
              <p:spPr>
                <a:xfrm>
                  <a:off x="14099130" y="80640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83" name="Ink 82">
                  <a:extLst>
                    <a:ext uri="{FF2B5EF4-FFF2-40B4-BE49-F238E27FC236}">
                      <a16:creationId xmlns:a16="http://schemas.microsoft.com/office/drawing/2014/main" id="{CAF15E76-6899-1952-68BA-DEFB8CA24930}"/>
                    </a:ext>
                  </a:extLst>
                </p14:cNvPr>
                <p14:cNvContentPartPr/>
                <p14:nvPr/>
              </p14:nvContentPartPr>
              <p14:xfrm>
                <a:off x="14161770" y="8126730"/>
                <a:ext cx="360" cy="360"/>
              </p14:xfrm>
            </p:contentPart>
          </mc:Choice>
          <mc:Fallback xmlns="">
            <p:pic>
              <p:nvPicPr>
                <p:cNvPr id="83" name="Ink 82">
                  <a:extLst>
                    <a:ext uri="{FF2B5EF4-FFF2-40B4-BE49-F238E27FC236}">
                      <a16:creationId xmlns:a16="http://schemas.microsoft.com/office/drawing/2014/main" id="{CAF15E76-6899-1952-68BA-DEFB8CA24930}"/>
                    </a:ext>
                  </a:extLst>
                </p:cNvPr>
                <p:cNvPicPr/>
                <p:nvPr/>
              </p:nvPicPr>
              <p:blipFill>
                <a:blip r:embed="rId31"/>
                <a:stretch>
                  <a:fillRect/>
                </a:stretch>
              </p:blipFill>
              <p:spPr>
                <a:xfrm>
                  <a:off x="14099130" y="80640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85" name="Ink 84">
                  <a:extLst>
                    <a:ext uri="{FF2B5EF4-FFF2-40B4-BE49-F238E27FC236}">
                      <a16:creationId xmlns:a16="http://schemas.microsoft.com/office/drawing/2014/main" id="{D53E8829-AD1C-B9E5-EF4F-198D8C0FD5E6}"/>
                    </a:ext>
                  </a:extLst>
                </p14:cNvPr>
                <p14:cNvContentPartPr/>
                <p14:nvPr/>
              </p14:nvContentPartPr>
              <p14:xfrm>
                <a:off x="14287050" y="8126730"/>
                <a:ext cx="2520" cy="360"/>
              </p14:xfrm>
            </p:contentPart>
          </mc:Choice>
          <mc:Fallback xmlns="">
            <p:pic>
              <p:nvPicPr>
                <p:cNvPr id="85" name="Ink 84">
                  <a:extLst>
                    <a:ext uri="{FF2B5EF4-FFF2-40B4-BE49-F238E27FC236}">
                      <a16:creationId xmlns:a16="http://schemas.microsoft.com/office/drawing/2014/main" id="{D53E8829-AD1C-B9E5-EF4F-198D8C0FD5E6}"/>
                    </a:ext>
                  </a:extLst>
                </p:cNvPr>
                <p:cNvPicPr/>
                <p:nvPr/>
              </p:nvPicPr>
              <p:blipFill>
                <a:blip r:embed="rId55"/>
                <a:stretch>
                  <a:fillRect/>
                </a:stretch>
              </p:blipFill>
              <p:spPr>
                <a:xfrm>
                  <a:off x="14224410" y="8064090"/>
                  <a:ext cx="1281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6" name="Ink 85">
                  <a:extLst>
                    <a:ext uri="{FF2B5EF4-FFF2-40B4-BE49-F238E27FC236}">
                      <a16:creationId xmlns:a16="http://schemas.microsoft.com/office/drawing/2014/main" id="{448926F6-B947-0271-27C7-7574ED4A00CD}"/>
                    </a:ext>
                  </a:extLst>
                </p14:cNvPr>
                <p14:cNvContentPartPr/>
                <p14:nvPr/>
              </p14:nvContentPartPr>
              <p14:xfrm>
                <a:off x="14298930" y="8126730"/>
                <a:ext cx="360" cy="360"/>
              </p14:xfrm>
            </p:contentPart>
          </mc:Choice>
          <mc:Fallback xmlns="">
            <p:pic>
              <p:nvPicPr>
                <p:cNvPr id="86" name="Ink 85">
                  <a:extLst>
                    <a:ext uri="{FF2B5EF4-FFF2-40B4-BE49-F238E27FC236}">
                      <a16:creationId xmlns:a16="http://schemas.microsoft.com/office/drawing/2014/main" id="{448926F6-B947-0271-27C7-7574ED4A00CD}"/>
                    </a:ext>
                  </a:extLst>
                </p:cNvPr>
                <p:cNvPicPr/>
                <p:nvPr/>
              </p:nvPicPr>
              <p:blipFill>
                <a:blip r:embed="rId31"/>
                <a:stretch>
                  <a:fillRect/>
                </a:stretch>
              </p:blipFill>
              <p:spPr>
                <a:xfrm>
                  <a:off x="14236290" y="80640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7" name="Ink 86">
                  <a:extLst>
                    <a:ext uri="{FF2B5EF4-FFF2-40B4-BE49-F238E27FC236}">
                      <a16:creationId xmlns:a16="http://schemas.microsoft.com/office/drawing/2014/main" id="{7D316249-C148-6F84-7EC4-4840A4765B6E}"/>
                    </a:ext>
                  </a:extLst>
                </p14:cNvPr>
                <p14:cNvContentPartPr/>
                <p14:nvPr/>
              </p14:nvContentPartPr>
              <p14:xfrm>
                <a:off x="14241690" y="8103690"/>
                <a:ext cx="360" cy="360"/>
              </p14:xfrm>
            </p:contentPart>
          </mc:Choice>
          <mc:Fallback xmlns="">
            <p:pic>
              <p:nvPicPr>
                <p:cNvPr id="87" name="Ink 86">
                  <a:extLst>
                    <a:ext uri="{FF2B5EF4-FFF2-40B4-BE49-F238E27FC236}">
                      <a16:creationId xmlns:a16="http://schemas.microsoft.com/office/drawing/2014/main" id="{7D316249-C148-6F84-7EC4-4840A4765B6E}"/>
                    </a:ext>
                  </a:extLst>
                </p:cNvPr>
                <p:cNvPicPr/>
                <p:nvPr/>
              </p:nvPicPr>
              <p:blipFill>
                <a:blip r:embed="rId31"/>
                <a:stretch>
                  <a:fillRect/>
                </a:stretch>
              </p:blipFill>
              <p:spPr>
                <a:xfrm>
                  <a:off x="14179050" y="8040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9" name="Ink 88">
                  <a:extLst>
                    <a:ext uri="{FF2B5EF4-FFF2-40B4-BE49-F238E27FC236}">
                      <a16:creationId xmlns:a16="http://schemas.microsoft.com/office/drawing/2014/main" id="{11BE8B46-FF4A-9255-46D7-7BB7A592F0A8}"/>
                    </a:ext>
                  </a:extLst>
                </p14:cNvPr>
                <p14:cNvContentPartPr/>
                <p14:nvPr/>
              </p14:nvContentPartPr>
              <p14:xfrm>
                <a:off x="14241690" y="8046450"/>
                <a:ext cx="360" cy="360"/>
              </p14:xfrm>
            </p:contentPart>
          </mc:Choice>
          <mc:Fallback xmlns="">
            <p:pic>
              <p:nvPicPr>
                <p:cNvPr id="89" name="Ink 88">
                  <a:extLst>
                    <a:ext uri="{FF2B5EF4-FFF2-40B4-BE49-F238E27FC236}">
                      <a16:creationId xmlns:a16="http://schemas.microsoft.com/office/drawing/2014/main" id="{11BE8B46-FF4A-9255-46D7-7BB7A592F0A8}"/>
                    </a:ext>
                  </a:extLst>
                </p:cNvPr>
                <p:cNvPicPr/>
                <p:nvPr/>
              </p:nvPicPr>
              <p:blipFill>
                <a:blip r:embed="rId31"/>
                <a:stretch>
                  <a:fillRect/>
                </a:stretch>
              </p:blipFill>
              <p:spPr>
                <a:xfrm>
                  <a:off x="1417905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0" name="Ink 89">
                  <a:extLst>
                    <a:ext uri="{FF2B5EF4-FFF2-40B4-BE49-F238E27FC236}">
                      <a16:creationId xmlns:a16="http://schemas.microsoft.com/office/drawing/2014/main" id="{32DDC0FE-DE48-F913-EC5E-4D8386441125}"/>
                    </a:ext>
                  </a:extLst>
                </p14:cNvPr>
                <p14:cNvContentPartPr/>
                <p14:nvPr/>
              </p14:nvContentPartPr>
              <p14:xfrm>
                <a:off x="14241690" y="8046450"/>
                <a:ext cx="360" cy="360"/>
              </p14:xfrm>
            </p:contentPart>
          </mc:Choice>
          <mc:Fallback xmlns="">
            <p:pic>
              <p:nvPicPr>
                <p:cNvPr id="90" name="Ink 89">
                  <a:extLst>
                    <a:ext uri="{FF2B5EF4-FFF2-40B4-BE49-F238E27FC236}">
                      <a16:creationId xmlns:a16="http://schemas.microsoft.com/office/drawing/2014/main" id="{32DDC0FE-DE48-F913-EC5E-4D8386441125}"/>
                    </a:ext>
                  </a:extLst>
                </p:cNvPr>
                <p:cNvPicPr/>
                <p:nvPr/>
              </p:nvPicPr>
              <p:blipFill>
                <a:blip r:embed="rId31"/>
                <a:stretch>
                  <a:fillRect/>
                </a:stretch>
              </p:blipFill>
              <p:spPr>
                <a:xfrm>
                  <a:off x="1417905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1" name="Ink 90">
                  <a:extLst>
                    <a:ext uri="{FF2B5EF4-FFF2-40B4-BE49-F238E27FC236}">
                      <a16:creationId xmlns:a16="http://schemas.microsoft.com/office/drawing/2014/main" id="{CBCA2F8A-6B35-7C34-5594-1593D2404271}"/>
                    </a:ext>
                  </a:extLst>
                </p14:cNvPr>
                <p14:cNvContentPartPr/>
                <p14:nvPr/>
              </p14:nvContentPartPr>
              <p14:xfrm>
                <a:off x="14241690" y="8046450"/>
                <a:ext cx="360" cy="360"/>
              </p14:xfrm>
            </p:contentPart>
          </mc:Choice>
          <mc:Fallback xmlns="">
            <p:pic>
              <p:nvPicPr>
                <p:cNvPr id="91" name="Ink 90">
                  <a:extLst>
                    <a:ext uri="{FF2B5EF4-FFF2-40B4-BE49-F238E27FC236}">
                      <a16:creationId xmlns:a16="http://schemas.microsoft.com/office/drawing/2014/main" id="{CBCA2F8A-6B35-7C34-5594-1593D2404271}"/>
                    </a:ext>
                  </a:extLst>
                </p:cNvPr>
                <p:cNvPicPr/>
                <p:nvPr/>
              </p:nvPicPr>
              <p:blipFill>
                <a:blip r:embed="rId31"/>
                <a:stretch>
                  <a:fillRect/>
                </a:stretch>
              </p:blipFill>
              <p:spPr>
                <a:xfrm>
                  <a:off x="1417905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93" name="Ink 92">
                  <a:extLst>
                    <a:ext uri="{FF2B5EF4-FFF2-40B4-BE49-F238E27FC236}">
                      <a16:creationId xmlns:a16="http://schemas.microsoft.com/office/drawing/2014/main" id="{49B27894-EF23-B5B8-429D-580EC6B8B6F9}"/>
                    </a:ext>
                  </a:extLst>
                </p14:cNvPr>
                <p14:cNvContentPartPr/>
                <p14:nvPr/>
              </p14:nvContentPartPr>
              <p14:xfrm>
                <a:off x="14378850" y="8092170"/>
                <a:ext cx="360" cy="360"/>
              </p14:xfrm>
            </p:contentPart>
          </mc:Choice>
          <mc:Fallback xmlns="">
            <p:pic>
              <p:nvPicPr>
                <p:cNvPr id="93" name="Ink 92">
                  <a:extLst>
                    <a:ext uri="{FF2B5EF4-FFF2-40B4-BE49-F238E27FC236}">
                      <a16:creationId xmlns:a16="http://schemas.microsoft.com/office/drawing/2014/main" id="{49B27894-EF23-B5B8-429D-580EC6B8B6F9}"/>
                    </a:ext>
                  </a:extLst>
                </p:cNvPr>
                <p:cNvPicPr/>
                <p:nvPr/>
              </p:nvPicPr>
              <p:blipFill>
                <a:blip r:embed="rId31"/>
                <a:stretch>
                  <a:fillRect/>
                </a:stretch>
              </p:blipFill>
              <p:spPr>
                <a:xfrm>
                  <a:off x="1431621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5" name="Ink 94">
                  <a:extLst>
                    <a:ext uri="{FF2B5EF4-FFF2-40B4-BE49-F238E27FC236}">
                      <a16:creationId xmlns:a16="http://schemas.microsoft.com/office/drawing/2014/main" id="{1DFDBB36-65A5-B4B7-0476-FD28208341D6}"/>
                    </a:ext>
                  </a:extLst>
                </p14:cNvPr>
                <p14:cNvContentPartPr/>
                <p14:nvPr/>
              </p14:nvContentPartPr>
              <p14:xfrm>
                <a:off x="14195970" y="8044290"/>
                <a:ext cx="360" cy="2160"/>
              </p14:xfrm>
            </p:contentPart>
          </mc:Choice>
          <mc:Fallback xmlns="">
            <p:pic>
              <p:nvPicPr>
                <p:cNvPr id="95" name="Ink 94">
                  <a:extLst>
                    <a:ext uri="{FF2B5EF4-FFF2-40B4-BE49-F238E27FC236}">
                      <a16:creationId xmlns:a16="http://schemas.microsoft.com/office/drawing/2014/main" id="{1DFDBB36-65A5-B4B7-0476-FD28208341D6}"/>
                    </a:ext>
                  </a:extLst>
                </p:cNvPr>
                <p:cNvPicPr/>
                <p:nvPr/>
              </p:nvPicPr>
              <p:blipFill>
                <a:blip r:embed="rId70"/>
                <a:stretch>
                  <a:fillRect/>
                </a:stretch>
              </p:blipFill>
              <p:spPr>
                <a:xfrm>
                  <a:off x="14132970" y="798165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96" name="Ink 95">
                  <a:extLst>
                    <a:ext uri="{FF2B5EF4-FFF2-40B4-BE49-F238E27FC236}">
                      <a16:creationId xmlns:a16="http://schemas.microsoft.com/office/drawing/2014/main" id="{0D588204-0E1D-163D-856D-6A9A1B8963EC}"/>
                    </a:ext>
                  </a:extLst>
                </p14:cNvPr>
                <p14:cNvContentPartPr/>
                <p14:nvPr/>
              </p14:nvContentPartPr>
              <p14:xfrm>
                <a:off x="14195970" y="8034930"/>
                <a:ext cx="360" cy="360"/>
              </p14:xfrm>
            </p:contentPart>
          </mc:Choice>
          <mc:Fallback xmlns="">
            <p:pic>
              <p:nvPicPr>
                <p:cNvPr id="96" name="Ink 95">
                  <a:extLst>
                    <a:ext uri="{FF2B5EF4-FFF2-40B4-BE49-F238E27FC236}">
                      <a16:creationId xmlns:a16="http://schemas.microsoft.com/office/drawing/2014/main" id="{0D588204-0E1D-163D-856D-6A9A1B8963EC}"/>
                    </a:ext>
                  </a:extLst>
                </p:cNvPr>
                <p:cNvPicPr/>
                <p:nvPr/>
              </p:nvPicPr>
              <p:blipFill>
                <a:blip r:embed="rId31"/>
                <a:stretch>
                  <a:fillRect/>
                </a:stretch>
              </p:blipFill>
              <p:spPr>
                <a:xfrm>
                  <a:off x="1413297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97" name="Ink 96">
                  <a:extLst>
                    <a:ext uri="{FF2B5EF4-FFF2-40B4-BE49-F238E27FC236}">
                      <a16:creationId xmlns:a16="http://schemas.microsoft.com/office/drawing/2014/main" id="{ABA9558A-4A8C-63FF-1673-BF91BBF2375C}"/>
                    </a:ext>
                  </a:extLst>
                </p14:cNvPr>
                <p14:cNvContentPartPr/>
                <p14:nvPr/>
              </p14:nvContentPartPr>
              <p14:xfrm>
                <a:off x="14195970" y="8034930"/>
                <a:ext cx="360" cy="360"/>
              </p14:xfrm>
            </p:contentPart>
          </mc:Choice>
          <mc:Fallback xmlns="">
            <p:pic>
              <p:nvPicPr>
                <p:cNvPr id="97" name="Ink 96">
                  <a:extLst>
                    <a:ext uri="{FF2B5EF4-FFF2-40B4-BE49-F238E27FC236}">
                      <a16:creationId xmlns:a16="http://schemas.microsoft.com/office/drawing/2014/main" id="{ABA9558A-4A8C-63FF-1673-BF91BBF2375C}"/>
                    </a:ext>
                  </a:extLst>
                </p:cNvPr>
                <p:cNvPicPr/>
                <p:nvPr/>
              </p:nvPicPr>
              <p:blipFill>
                <a:blip r:embed="rId31"/>
                <a:stretch>
                  <a:fillRect/>
                </a:stretch>
              </p:blipFill>
              <p:spPr>
                <a:xfrm>
                  <a:off x="1413297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8" name="Ink 97">
                  <a:extLst>
                    <a:ext uri="{FF2B5EF4-FFF2-40B4-BE49-F238E27FC236}">
                      <a16:creationId xmlns:a16="http://schemas.microsoft.com/office/drawing/2014/main" id="{3635BB06-E2B8-6AE4-9035-7CC0268EAD89}"/>
                    </a:ext>
                  </a:extLst>
                </p14:cNvPr>
                <p14:cNvContentPartPr/>
                <p14:nvPr/>
              </p14:nvContentPartPr>
              <p14:xfrm>
                <a:off x="14195970" y="8034930"/>
                <a:ext cx="360" cy="360"/>
              </p14:xfrm>
            </p:contentPart>
          </mc:Choice>
          <mc:Fallback xmlns="">
            <p:pic>
              <p:nvPicPr>
                <p:cNvPr id="98" name="Ink 97">
                  <a:extLst>
                    <a:ext uri="{FF2B5EF4-FFF2-40B4-BE49-F238E27FC236}">
                      <a16:creationId xmlns:a16="http://schemas.microsoft.com/office/drawing/2014/main" id="{3635BB06-E2B8-6AE4-9035-7CC0268EAD89}"/>
                    </a:ext>
                  </a:extLst>
                </p:cNvPr>
                <p:cNvPicPr/>
                <p:nvPr/>
              </p:nvPicPr>
              <p:blipFill>
                <a:blip r:embed="rId31"/>
                <a:stretch>
                  <a:fillRect/>
                </a:stretch>
              </p:blipFill>
              <p:spPr>
                <a:xfrm>
                  <a:off x="1413297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8" name="Ink 107">
                  <a:extLst>
                    <a:ext uri="{FF2B5EF4-FFF2-40B4-BE49-F238E27FC236}">
                      <a16:creationId xmlns:a16="http://schemas.microsoft.com/office/drawing/2014/main" id="{642A74BC-31CA-0B5F-2981-E57E1483115B}"/>
                    </a:ext>
                  </a:extLst>
                </p14:cNvPr>
                <p14:cNvContentPartPr/>
                <p14:nvPr/>
              </p14:nvContentPartPr>
              <p14:xfrm>
                <a:off x="14378850" y="7852410"/>
                <a:ext cx="360" cy="360"/>
              </p14:xfrm>
            </p:contentPart>
          </mc:Choice>
          <mc:Fallback xmlns="">
            <p:pic>
              <p:nvPicPr>
                <p:cNvPr id="108" name="Ink 107">
                  <a:extLst>
                    <a:ext uri="{FF2B5EF4-FFF2-40B4-BE49-F238E27FC236}">
                      <a16:creationId xmlns:a16="http://schemas.microsoft.com/office/drawing/2014/main" id="{642A74BC-31CA-0B5F-2981-E57E1483115B}"/>
                    </a:ext>
                  </a:extLst>
                </p:cNvPr>
                <p:cNvPicPr/>
                <p:nvPr/>
              </p:nvPicPr>
              <p:blipFill>
                <a:blip r:embed="rId31"/>
                <a:stretch>
                  <a:fillRect/>
                </a:stretch>
              </p:blipFill>
              <p:spPr>
                <a:xfrm>
                  <a:off x="14316210" y="7789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9" name="Ink 108">
                  <a:extLst>
                    <a:ext uri="{FF2B5EF4-FFF2-40B4-BE49-F238E27FC236}">
                      <a16:creationId xmlns:a16="http://schemas.microsoft.com/office/drawing/2014/main" id="{32AA2021-BDE5-A345-B4C0-6A0AFC980E2D}"/>
                    </a:ext>
                  </a:extLst>
                </p14:cNvPr>
                <p14:cNvContentPartPr/>
                <p14:nvPr/>
              </p14:nvContentPartPr>
              <p14:xfrm>
                <a:off x="14378850" y="7852410"/>
                <a:ext cx="360" cy="360"/>
              </p14:xfrm>
            </p:contentPart>
          </mc:Choice>
          <mc:Fallback xmlns="">
            <p:pic>
              <p:nvPicPr>
                <p:cNvPr id="109" name="Ink 108">
                  <a:extLst>
                    <a:ext uri="{FF2B5EF4-FFF2-40B4-BE49-F238E27FC236}">
                      <a16:creationId xmlns:a16="http://schemas.microsoft.com/office/drawing/2014/main" id="{32AA2021-BDE5-A345-B4C0-6A0AFC980E2D}"/>
                    </a:ext>
                  </a:extLst>
                </p:cNvPr>
                <p:cNvPicPr/>
                <p:nvPr/>
              </p:nvPicPr>
              <p:blipFill>
                <a:blip r:embed="rId31"/>
                <a:stretch>
                  <a:fillRect/>
                </a:stretch>
              </p:blipFill>
              <p:spPr>
                <a:xfrm>
                  <a:off x="14316210" y="7789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11" name="Ink 110">
                  <a:extLst>
                    <a:ext uri="{FF2B5EF4-FFF2-40B4-BE49-F238E27FC236}">
                      <a16:creationId xmlns:a16="http://schemas.microsoft.com/office/drawing/2014/main" id="{820B81E8-3E52-656F-4E53-EDE1ADFC35D6}"/>
                    </a:ext>
                  </a:extLst>
                </p14:cNvPr>
                <p14:cNvContentPartPr/>
                <p14:nvPr/>
              </p14:nvContentPartPr>
              <p14:xfrm>
                <a:off x="14241690" y="7897770"/>
                <a:ext cx="360" cy="360"/>
              </p14:xfrm>
            </p:contentPart>
          </mc:Choice>
          <mc:Fallback xmlns="">
            <p:pic>
              <p:nvPicPr>
                <p:cNvPr id="111" name="Ink 110">
                  <a:extLst>
                    <a:ext uri="{FF2B5EF4-FFF2-40B4-BE49-F238E27FC236}">
                      <a16:creationId xmlns:a16="http://schemas.microsoft.com/office/drawing/2014/main" id="{820B81E8-3E52-656F-4E53-EDE1ADFC35D6}"/>
                    </a:ext>
                  </a:extLst>
                </p:cNvPr>
                <p:cNvPicPr/>
                <p:nvPr/>
              </p:nvPicPr>
              <p:blipFill>
                <a:blip r:embed="rId31"/>
                <a:stretch>
                  <a:fillRect/>
                </a:stretch>
              </p:blipFill>
              <p:spPr>
                <a:xfrm>
                  <a:off x="1417905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12" name="Ink 111">
                  <a:extLst>
                    <a:ext uri="{FF2B5EF4-FFF2-40B4-BE49-F238E27FC236}">
                      <a16:creationId xmlns:a16="http://schemas.microsoft.com/office/drawing/2014/main" id="{2AC63FDF-C497-FC12-EF4D-F3CE8C4B9CA0}"/>
                    </a:ext>
                  </a:extLst>
                </p14:cNvPr>
                <p14:cNvContentPartPr/>
                <p14:nvPr/>
              </p14:nvContentPartPr>
              <p14:xfrm>
                <a:off x="14241690" y="7897770"/>
                <a:ext cx="360" cy="360"/>
              </p14:xfrm>
            </p:contentPart>
          </mc:Choice>
          <mc:Fallback xmlns="">
            <p:pic>
              <p:nvPicPr>
                <p:cNvPr id="112" name="Ink 111">
                  <a:extLst>
                    <a:ext uri="{FF2B5EF4-FFF2-40B4-BE49-F238E27FC236}">
                      <a16:creationId xmlns:a16="http://schemas.microsoft.com/office/drawing/2014/main" id="{2AC63FDF-C497-FC12-EF4D-F3CE8C4B9CA0}"/>
                    </a:ext>
                  </a:extLst>
                </p:cNvPr>
                <p:cNvPicPr/>
                <p:nvPr/>
              </p:nvPicPr>
              <p:blipFill>
                <a:blip r:embed="rId31"/>
                <a:stretch>
                  <a:fillRect/>
                </a:stretch>
              </p:blipFill>
              <p:spPr>
                <a:xfrm>
                  <a:off x="1417905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3" name="Ink 112">
                  <a:extLst>
                    <a:ext uri="{FF2B5EF4-FFF2-40B4-BE49-F238E27FC236}">
                      <a16:creationId xmlns:a16="http://schemas.microsoft.com/office/drawing/2014/main" id="{64FA8266-7A24-9009-6986-73C0CB553E3C}"/>
                    </a:ext>
                  </a:extLst>
                </p14:cNvPr>
                <p14:cNvContentPartPr/>
                <p14:nvPr/>
              </p14:nvContentPartPr>
              <p14:xfrm>
                <a:off x="14241690" y="7897770"/>
                <a:ext cx="360" cy="360"/>
              </p14:xfrm>
            </p:contentPart>
          </mc:Choice>
          <mc:Fallback xmlns="">
            <p:pic>
              <p:nvPicPr>
                <p:cNvPr id="113" name="Ink 112">
                  <a:extLst>
                    <a:ext uri="{FF2B5EF4-FFF2-40B4-BE49-F238E27FC236}">
                      <a16:creationId xmlns:a16="http://schemas.microsoft.com/office/drawing/2014/main" id="{64FA8266-7A24-9009-6986-73C0CB553E3C}"/>
                    </a:ext>
                  </a:extLst>
                </p:cNvPr>
                <p:cNvPicPr/>
                <p:nvPr/>
              </p:nvPicPr>
              <p:blipFill>
                <a:blip r:embed="rId31"/>
                <a:stretch>
                  <a:fillRect/>
                </a:stretch>
              </p:blipFill>
              <p:spPr>
                <a:xfrm>
                  <a:off x="14179050" y="78351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5" name="Ink 114">
                  <a:extLst>
                    <a:ext uri="{FF2B5EF4-FFF2-40B4-BE49-F238E27FC236}">
                      <a16:creationId xmlns:a16="http://schemas.microsoft.com/office/drawing/2014/main" id="{B34113D8-D602-0834-DDB5-0815896669B5}"/>
                    </a:ext>
                  </a:extLst>
                </p14:cNvPr>
                <p14:cNvContentPartPr/>
                <p14:nvPr/>
              </p14:nvContentPartPr>
              <p14:xfrm>
                <a:off x="13967370" y="8092170"/>
                <a:ext cx="360" cy="360"/>
              </p14:xfrm>
            </p:contentPart>
          </mc:Choice>
          <mc:Fallback xmlns="">
            <p:pic>
              <p:nvPicPr>
                <p:cNvPr id="115" name="Ink 114">
                  <a:extLst>
                    <a:ext uri="{FF2B5EF4-FFF2-40B4-BE49-F238E27FC236}">
                      <a16:creationId xmlns:a16="http://schemas.microsoft.com/office/drawing/2014/main" id="{B34113D8-D602-0834-DDB5-0815896669B5}"/>
                    </a:ext>
                  </a:extLst>
                </p:cNvPr>
                <p:cNvPicPr/>
                <p:nvPr/>
              </p:nvPicPr>
              <p:blipFill>
                <a:blip r:embed="rId31"/>
                <a:stretch>
                  <a:fillRect/>
                </a:stretch>
              </p:blipFill>
              <p:spPr>
                <a:xfrm>
                  <a:off x="1390473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6" name="Ink 115">
                  <a:extLst>
                    <a:ext uri="{FF2B5EF4-FFF2-40B4-BE49-F238E27FC236}">
                      <a16:creationId xmlns:a16="http://schemas.microsoft.com/office/drawing/2014/main" id="{97021136-9529-D4B3-BDFE-72C57BCC4DE9}"/>
                    </a:ext>
                  </a:extLst>
                </p14:cNvPr>
                <p14:cNvContentPartPr/>
                <p14:nvPr/>
              </p14:nvContentPartPr>
              <p14:xfrm>
                <a:off x="13967370" y="8092170"/>
                <a:ext cx="360" cy="360"/>
              </p14:xfrm>
            </p:contentPart>
          </mc:Choice>
          <mc:Fallback xmlns="">
            <p:pic>
              <p:nvPicPr>
                <p:cNvPr id="116" name="Ink 115">
                  <a:extLst>
                    <a:ext uri="{FF2B5EF4-FFF2-40B4-BE49-F238E27FC236}">
                      <a16:creationId xmlns:a16="http://schemas.microsoft.com/office/drawing/2014/main" id="{97021136-9529-D4B3-BDFE-72C57BCC4DE9}"/>
                    </a:ext>
                  </a:extLst>
                </p:cNvPr>
                <p:cNvPicPr/>
                <p:nvPr/>
              </p:nvPicPr>
              <p:blipFill>
                <a:blip r:embed="rId31"/>
                <a:stretch>
                  <a:fillRect/>
                </a:stretch>
              </p:blipFill>
              <p:spPr>
                <a:xfrm>
                  <a:off x="1390473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7" name="Ink 116">
                  <a:extLst>
                    <a:ext uri="{FF2B5EF4-FFF2-40B4-BE49-F238E27FC236}">
                      <a16:creationId xmlns:a16="http://schemas.microsoft.com/office/drawing/2014/main" id="{1D70FE7F-6919-C446-0016-4F06612B384A}"/>
                    </a:ext>
                  </a:extLst>
                </p14:cNvPr>
                <p14:cNvContentPartPr/>
                <p14:nvPr/>
              </p14:nvContentPartPr>
              <p14:xfrm>
                <a:off x="13967370" y="8092170"/>
                <a:ext cx="360" cy="360"/>
              </p14:xfrm>
            </p:contentPart>
          </mc:Choice>
          <mc:Fallback xmlns="">
            <p:pic>
              <p:nvPicPr>
                <p:cNvPr id="117" name="Ink 116">
                  <a:extLst>
                    <a:ext uri="{FF2B5EF4-FFF2-40B4-BE49-F238E27FC236}">
                      <a16:creationId xmlns:a16="http://schemas.microsoft.com/office/drawing/2014/main" id="{1D70FE7F-6919-C446-0016-4F06612B384A}"/>
                    </a:ext>
                  </a:extLst>
                </p:cNvPr>
                <p:cNvPicPr/>
                <p:nvPr/>
              </p:nvPicPr>
              <p:blipFill>
                <a:blip r:embed="rId31"/>
                <a:stretch>
                  <a:fillRect/>
                </a:stretch>
              </p:blipFill>
              <p:spPr>
                <a:xfrm>
                  <a:off x="13904730" y="8029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9" name="Ink 118">
                  <a:extLst>
                    <a:ext uri="{FF2B5EF4-FFF2-40B4-BE49-F238E27FC236}">
                      <a16:creationId xmlns:a16="http://schemas.microsoft.com/office/drawing/2014/main" id="{198EF3B5-B618-712F-EAFA-0B61A5B16E6E}"/>
                    </a:ext>
                  </a:extLst>
                </p14:cNvPr>
                <p14:cNvContentPartPr/>
                <p14:nvPr/>
              </p14:nvContentPartPr>
              <p14:xfrm>
                <a:off x="13772970" y="8081010"/>
                <a:ext cx="360" cy="360"/>
              </p14:xfrm>
            </p:contentPart>
          </mc:Choice>
          <mc:Fallback xmlns="">
            <p:pic>
              <p:nvPicPr>
                <p:cNvPr id="119" name="Ink 118">
                  <a:extLst>
                    <a:ext uri="{FF2B5EF4-FFF2-40B4-BE49-F238E27FC236}">
                      <a16:creationId xmlns:a16="http://schemas.microsoft.com/office/drawing/2014/main" id="{198EF3B5-B618-712F-EAFA-0B61A5B16E6E}"/>
                    </a:ext>
                  </a:extLst>
                </p:cNvPr>
                <p:cNvPicPr/>
                <p:nvPr/>
              </p:nvPicPr>
              <p:blipFill>
                <a:blip r:embed="rId31"/>
                <a:stretch>
                  <a:fillRect/>
                </a:stretch>
              </p:blipFill>
              <p:spPr>
                <a:xfrm>
                  <a:off x="13710330" y="80180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20" name="Ink 119">
                  <a:extLst>
                    <a:ext uri="{FF2B5EF4-FFF2-40B4-BE49-F238E27FC236}">
                      <a16:creationId xmlns:a16="http://schemas.microsoft.com/office/drawing/2014/main" id="{1F9A1920-5CFE-FB5D-2C6F-4565CD1B27A4}"/>
                    </a:ext>
                  </a:extLst>
                </p14:cNvPr>
                <p14:cNvContentPartPr/>
                <p14:nvPr/>
              </p14:nvContentPartPr>
              <p14:xfrm>
                <a:off x="13772970" y="8069490"/>
                <a:ext cx="360" cy="360"/>
              </p14:xfrm>
            </p:contentPart>
          </mc:Choice>
          <mc:Fallback xmlns="">
            <p:pic>
              <p:nvPicPr>
                <p:cNvPr id="120" name="Ink 119">
                  <a:extLst>
                    <a:ext uri="{FF2B5EF4-FFF2-40B4-BE49-F238E27FC236}">
                      <a16:creationId xmlns:a16="http://schemas.microsoft.com/office/drawing/2014/main" id="{1F9A1920-5CFE-FB5D-2C6F-4565CD1B27A4}"/>
                    </a:ext>
                  </a:extLst>
                </p:cNvPr>
                <p:cNvPicPr/>
                <p:nvPr/>
              </p:nvPicPr>
              <p:blipFill>
                <a:blip r:embed="rId31"/>
                <a:stretch>
                  <a:fillRect/>
                </a:stretch>
              </p:blipFill>
              <p:spPr>
                <a:xfrm>
                  <a:off x="13710330" y="8006850"/>
                  <a:ext cx="126000" cy="126000"/>
                </a:xfrm>
                <a:prstGeom prst="rect">
                  <a:avLst/>
                </a:prstGeom>
              </p:spPr>
            </p:pic>
          </mc:Fallback>
        </mc:AlternateContent>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79183" y="554831"/>
            <a:ext cx="4518779" cy="564713"/>
          </a:xfrm>
          <a:prstGeom prst="rect">
            <a:avLst/>
          </a:prstGeom>
          <a:noFill/>
          <a:ln/>
        </p:spPr>
        <p:txBody>
          <a:bodyPr wrap="none" lIns="0" tIns="0" rIns="0" bIns="0" rtlCol="0" anchor="t"/>
          <a:lstStyle/>
          <a:p>
            <a:pPr marL="0" indent="0" algn="l">
              <a:lnSpc>
                <a:spcPts val="4400"/>
              </a:lnSpc>
              <a:buNone/>
            </a:pPr>
            <a:r>
              <a:rPr lang="en-US" sz="3550" dirty="0">
                <a:solidFill>
                  <a:srgbClr val="74767D"/>
                </a:solidFill>
                <a:latin typeface="Montserrat Medium" pitchFamily="34" charset="0"/>
                <a:ea typeface="Montserrat Medium" pitchFamily="34" charset="-122"/>
                <a:cs typeface="Montserrat Medium" pitchFamily="34" charset="-120"/>
              </a:rPr>
              <a:t>Technologies Used</a:t>
            </a:r>
            <a:endParaRPr lang="en-US" sz="3550" dirty="0"/>
          </a:p>
        </p:txBody>
      </p:sp>
      <p:pic>
        <p:nvPicPr>
          <p:cNvPr id="3" name="Image 0" descr="preencoded.png"/>
          <p:cNvPicPr>
            <a:picLocks noChangeAspect="1"/>
          </p:cNvPicPr>
          <p:nvPr/>
        </p:nvPicPr>
        <p:blipFill>
          <a:blip r:embed="rId3"/>
          <a:stretch>
            <a:fillRect/>
          </a:stretch>
        </p:blipFill>
        <p:spPr>
          <a:xfrm>
            <a:off x="1079183" y="1497449"/>
            <a:ext cx="6015395" cy="6015395"/>
          </a:xfrm>
          <a:prstGeom prst="rect">
            <a:avLst/>
          </a:prstGeom>
        </p:spPr>
      </p:pic>
      <p:pic>
        <p:nvPicPr>
          <p:cNvPr id="4" name="Image 1" descr="preencoded.png"/>
          <p:cNvPicPr>
            <a:picLocks noChangeAspect="1"/>
          </p:cNvPicPr>
          <p:nvPr/>
        </p:nvPicPr>
        <p:blipFill>
          <a:blip r:embed="rId4"/>
          <a:stretch>
            <a:fillRect/>
          </a:stretch>
        </p:blipFill>
        <p:spPr>
          <a:xfrm>
            <a:off x="1079183" y="1497449"/>
            <a:ext cx="6015395" cy="6015395"/>
          </a:xfrm>
          <a:prstGeom prst="rect">
            <a:avLst/>
          </a:prstGeom>
        </p:spPr>
      </p:pic>
      <p:sp>
        <p:nvSpPr>
          <p:cNvPr id="5" name="Text 1"/>
          <p:cNvSpPr/>
          <p:nvPr/>
        </p:nvSpPr>
        <p:spPr>
          <a:xfrm>
            <a:off x="7543205" y="2093952"/>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74767D"/>
                </a:solidFill>
                <a:latin typeface="Montserrat Medium" pitchFamily="34" charset="0"/>
                <a:ea typeface="Montserrat Medium" pitchFamily="34" charset="-122"/>
                <a:cs typeface="Montserrat Medium" pitchFamily="34" charset="-120"/>
              </a:rPr>
              <a:t>Backend</a:t>
            </a:r>
            <a:endParaRPr lang="en-US" sz="1750" dirty="0"/>
          </a:p>
        </p:txBody>
      </p:sp>
      <p:sp>
        <p:nvSpPr>
          <p:cNvPr id="6" name="Text 2"/>
          <p:cNvSpPr/>
          <p:nvPr/>
        </p:nvSpPr>
        <p:spPr>
          <a:xfrm>
            <a:off x="7543205" y="2520315"/>
            <a:ext cx="6015395" cy="259794"/>
          </a:xfrm>
          <a:prstGeom prst="rect">
            <a:avLst/>
          </a:prstGeom>
          <a:noFill/>
          <a:ln/>
        </p:spPr>
        <p:txBody>
          <a:bodyPr wrap="none" lIns="0" tIns="0" rIns="0" bIns="0" rtlCol="0" anchor="t"/>
          <a:lstStyle/>
          <a:p>
            <a:pPr marL="0" indent="0" algn="l">
              <a:lnSpc>
                <a:spcPts val="2000"/>
              </a:lnSpc>
              <a:buNone/>
            </a:pPr>
            <a:r>
              <a:rPr lang="en-US" sz="1400" dirty="0">
                <a:solidFill>
                  <a:srgbClr val="3D3E44"/>
                </a:solidFill>
                <a:latin typeface="Inter Light" pitchFamily="34" charset="0"/>
                <a:ea typeface="Inter Light" pitchFamily="34" charset="-122"/>
                <a:cs typeface="Inter Light" pitchFamily="34" charset="-120"/>
              </a:rPr>
              <a:t>Spring Boot (Java) — handles business logic and API layer</a:t>
            </a:r>
            <a:endParaRPr lang="en-US" sz="1400" dirty="0"/>
          </a:p>
        </p:txBody>
      </p:sp>
      <p:sp>
        <p:nvSpPr>
          <p:cNvPr id="7" name="Text 3"/>
          <p:cNvSpPr/>
          <p:nvPr/>
        </p:nvSpPr>
        <p:spPr>
          <a:xfrm>
            <a:off x="7543205" y="2924056"/>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74767D"/>
                </a:solidFill>
                <a:latin typeface="Montserrat Medium" pitchFamily="34" charset="0"/>
                <a:ea typeface="Montserrat Medium" pitchFamily="34" charset="-122"/>
                <a:cs typeface="Montserrat Medium" pitchFamily="34" charset="-120"/>
              </a:rPr>
              <a:t>Frontend</a:t>
            </a:r>
            <a:endParaRPr lang="en-US" sz="1750" dirty="0"/>
          </a:p>
        </p:txBody>
      </p:sp>
      <p:sp>
        <p:nvSpPr>
          <p:cNvPr id="8" name="Text 4"/>
          <p:cNvSpPr/>
          <p:nvPr/>
        </p:nvSpPr>
        <p:spPr>
          <a:xfrm>
            <a:off x="7543205" y="3350419"/>
            <a:ext cx="6015395" cy="259794"/>
          </a:xfrm>
          <a:prstGeom prst="rect">
            <a:avLst/>
          </a:prstGeom>
          <a:noFill/>
          <a:ln/>
        </p:spPr>
        <p:txBody>
          <a:bodyPr wrap="none" lIns="0" tIns="0" rIns="0" bIns="0" rtlCol="0" anchor="t"/>
          <a:lstStyle/>
          <a:p>
            <a:pPr marL="0" indent="0" algn="l">
              <a:lnSpc>
                <a:spcPts val="2000"/>
              </a:lnSpc>
              <a:buNone/>
            </a:pPr>
            <a:r>
              <a:rPr lang="en-US" sz="1400" dirty="0">
                <a:solidFill>
                  <a:srgbClr val="3D3E44"/>
                </a:solidFill>
                <a:latin typeface="Inter Light" pitchFamily="34" charset="0"/>
                <a:ea typeface="Inter Light" pitchFamily="34" charset="-122"/>
                <a:cs typeface="Inter Light" pitchFamily="34" charset="-120"/>
              </a:rPr>
              <a:t>HTML, CSS, Thymeleaf — renders dynamic web pages</a:t>
            </a:r>
            <a:endParaRPr lang="en-US" sz="1400" dirty="0"/>
          </a:p>
        </p:txBody>
      </p:sp>
      <p:sp>
        <p:nvSpPr>
          <p:cNvPr id="9" name="Text 5"/>
          <p:cNvSpPr/>
          <p:nvPr/>
        </p:nvSpPr>
        <p:spPr>
          <a:xfrm>
            <a:off x="7543205" y="3754160"/>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74767D"/>
                </a:solidFill>
                <a:latin typeface="Montserrat Medium" pitchFamily="34" charset="0"/>
                <a:ea typeface="Montserrat Medium" pitchFamily="34" charset="-122"/>
                <a:cs typeface="Montserrat Medium" pitchFamily="34" charset="-120"/>
              </a:rPr>
              <a:t>Database</a:t>
            </a:r>
            <a:endParaRPr lang="en-US" sz="1750" dirty="0"/>
          </a:p>
        </p:txBody>
      </p:sp>
      <p:sp>
        <p:nvSpPr>
          <p:cNvPr id="10" name="Text 6"/>
          <p:cNvSpPr/>
          <p:nvPr/>
        </p:nvSpPr>
        <p:spPr>
          <a:xfrm>
            <a:off x="7543205" y="4180523"/>
            <a:ext cx="6015395" cy="259794"/>
          </a:xfrm>
          <a:prstGeom prst="rect">
            <a:avLst/>
          </a:prstGeom>
          <a:noFill/>
          <a:ln/>
        </p:spPr>
        <p:txBody>
          <a:bodyPr wrap="none" lIns="0" tIns="0" rIns="0" bIns="0" rtlCol="0" anchor="t"/>
          <a:lstStyle/>
          <a:p>
            <a:pPr marL="0" indent="0" algn="l">
              <a:lnSpc>
                <a:spcPts val="2000"/>
              </a:lnSpc>
              <a:buNone/>
            </a:pPr>
            <a:r>
              <a:rPr lang="en-US" sz="1400" dirty="0">
                <a:solidFill>
                  <a:srgbClr val="3D3E44"/>
                </a:solidFill>
                <a:latin typeface="Inter Light" pitchFamily="34" charset="0"/>
                <a:ea typeface="Inter Light" pitchFamily="34" charset="-122"/>
                <a:cs typeface="Inter Light" pitchFamily="34" charset="-120"/>
              </a:rPr>
              <a:t>MySQL — stores user and task data</a:t>
            </a:r>
            <a:endParaRPr lang="en-US" sz="1400" dirty="0"/>
          </a:p>
        </p:txBody>
      </p:sp>
      <p:sp>
        <p:nvSpPr>
          <p:cNvPr id="11" name="Text 7"/>
          <p:cNvSpPr/>
          <p:nvPr/>
        </p:nvSpPr>
        <p:spPr>
          <a:xfrm>
            <a:off x="7543205" y="4584263"/>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74767D"/>
                </a:solidFill>
                <a:latin typeface="Montserrat Medium" pitchFamily="34" charset="0"/>
                <a:ea typeface="Montserrat Medium" pitchFamily="34" charset="-122"/>
                <a:cs typeface="Montserrat Medium" pitchFamily="34" charset="-120"/>
              </a:rPr>
              <a:t>Tools</a:t>
            </a:r>
            <a:endParaRPr lang="en-US" sz="1750" dirty="0"/>
          </a:p>
        </p:txBody>
      </p:sp>
      <p:sp>
        <p:nvSpPr>
          <p:cNvPr id="12" name="Text 8"/>
          <p:cNvSpPr/>
          <p:nvPr/>
        </p:nvSpPr>
        <p:spPr>
          <a:xfrm>
            <a:off x="7543205" y="5010626"/>
            <a:ext cx="6015395" cy="259794"/>
          </a:xfrm>
          <a:prstGeom prst="rect">
            <a:avLst/>
          </a:prstGeom>
          <a:noFill/>
          <a:ln/>
        </p:spPr>
        <p:txBody>
          <a:bodyPr wrap="none" lIns="0" tIns="0" rIns="0" bIns="0" rtlCol="0" anchor="t"/>
          <a:lstStyle/>
          <a:p>
            <a:pPr marL="0" indent="0" algn="l">
              <a:lnSpc>
                <a:spcPts val="2000"/>
              </a:lnSpc>
              <a:buNone/>
            </a:pPr>
            <a:r>
              <a:rPr lang="en-US" sz="1400" dirty="0">
                <a:solidFill>
                  <a:srgbClr val="3D3E44"/>
                </a:solidFill>
                <a:latin typeface="Inter Light" pitchFamily="34" charset="0"/>
                <a:ea typeface="Inter Light" pitchFamily="34" charset="-122"/>
                <a:cs typeface="Inter Light" pitchFamily="34" charset="-120"/>
              </a:rPr>
              <a:t>IntelliJ IDEA — IDE for development</a:t>
            </a:r>
            <a:endParaRPr lang="en-US" sz="1400" dirty="0"/>
          </a:p>
        </p:txBody>
      </p:sp>
      <p:sp>
        <p:nvSpPr>
          <p:cNvPr id="13" name="Text 9"/>
          <p:cNvSpPr/>
          <p:nvPr/>
        </p:nvSpPr>
        <p:spPr>
          <a:xfrm>
            <a:off x="7543205" y="5414367"/>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74767D"/>
                </a:solidFill>
                <a:latin typeface="Montserrat Medium" pitchFamily="34" charset="0"/>
                <a:ea typeface="Montserrat Medium" pitchFamily="34" charset="-122"/>
                <a:cs typeface="Montserrat Medium" pitchFamily="34" charset="-120"/>
              </a:rPr>
              <a:t>Email Service</a:t>
            </a:r>
            <a:endParaRPr lang="en-US" sz="1750" dirty="0"/>
          </a:p>
        </p:txBody>
      </p:sp>
      <p:sp>
        <p:nvSpPr>
          <p:cNvPr id="14" name="Text 10"/>
          <p:cNvSpPr/>
          <p:nvPr/>
        </p:nvSpPr>
        <p:spPr>
          <a:xfrm>
            <a:off x="7543205" y="5840730"/>
            <a:ext cx="6015395" cy="259794"/>
          </a:xfrm>
          <a:prstGeom prst="rect">
            <a:avLst/>
          </a:prstGeom>
          <a:noFill/>
          <a:ln/>
        </p:spPr>
        <p:txBody>
          <a:bodyPr wrap="none" lIns="0" tIns="0" rIns="0" bIns="0" rtlCol="0" anchor="t"/>
          <a:lstStyle/>
          <a:p>
            <a:pPr marL="0" indent="0" algn="l">
              <a:lnSpc>
                <a:spcPts val="2000"/>
              </a:lnSpc>
              <a:buNone/>
            </a:pPr>
            <a:r>
              <a:rPr lang="en-US" sz="1400" dirty="0">
                <a:solidFill>
                  <a:srgbClr val="3D3E44"/>
                </a:solidFill>
                <a:latin typeface="Inter Light" pitchFamily="34" charset="0"/>
                <a:ea typeface="Inter Light" pitchFamily="34" charset="-122"/>
                <a:cs typeface="Inter Light" pitchFamily="34" charset="-120"/>
              </a:rPr>
              <a:t>Java Mail Sender — sends automated email reminders</a:t>
            </a:r>
            <a:endParaRPr lang="en-US" sz="1400" dirty="0"/>
          </a:p>
        </p:txBody>
      </p:sp>
      <p:sp>
        <p:nvSpPr>
          <p:cNvPr id="15" name="Text 11"/>
          <p:cNvSpPr/>
          <p:nvPr/>
        </p:nvSpPr>
        <p:spPr>
          <a:xfrm>
            <a:off x="7543205" y="6244471"/>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74767D"/>
                </a:solidFill>
                <a:latin typeface="Montserrat Medium" pitchFamily="34" charset="0"/>
                <a:ea typeface="Montserrat Medium" pitchFamily="34" charset="-122"/>
                <a:cs typeface="Montserrat Medium" pitchFamily="34" charset="-120"/>
              </a:rPr>
              <a:t>Scheduler</a:t>
            </a:r>
            <a:endParaRPr lang="en-US" sz="1750" dirty="0"/>
          </a:p>
        </p:txBody>
      </p:sp>
      <p:sp>
        <p:nvSpPr>
          <p:cNvPr id="16" name="Text 12"/>
          <p:cNvSpPr/>
          <p:nvPr/>
        </p:nvSpPr>
        <p:spPr>
          <a:xfrm>
            <a:off x="7543205" y="6670834"/>
            <a:ext cx="6015395" cy="259794"/>
          </a:xfrm>
          <a:prstGeom prst="rect">
            <a:avLst/>
          </a:prstGeom>
          <a:noFill/>
          <a:ln/>
        </p:spPr>
        <p:txBody>
          <a:bodyPr wrap="none" lIns="0" tIns="0" rIns="0" bIns="0" rtlCol="0" anchor="t"/>
          <a:lstStyle/>
          <a:p>
            <a:pPr marL="0" indent="0" algn="l">
              <a:lnSpc>
                <a:spcPts val="2000"/>
              </a:lnSpc>
              <a:buNone/>
            </a:pPr>
            <a:r>
              <a:rPr lang="en-US" sz="1400" dirty="0">
                <a:solidFill>
                  <a:srgbClr val="3D3E44"/>
                </a:solidFill>
                <a:latin typeface="Inter Light" pitchFamily="34" charset="0"/>
                <a:ea typeface="Inter Light" pitchFamily="34" charset="-122"/>
                <a:cs typeface="Inter Light" pitchFamily="34" charset="-120"/>
              </a:rPr>
              <a:t>Spring Scheduler — runs background task checks</a:t>
            </a:r>
            <a:endParaRPr lang="en-US" sz="1400" dirty="0"/>
          </a:p>
        </p:txBody>
      </p:sp>
      <p:grpSp>
        <p:nvGrpSpPr>
          <p:cNvPr id="188" name="Group 187">
            <a:extLst>
              <a:ext uri="{FF2B5EF4-FFF2-40B4-BE49-F238E27FC236}">
                <a16:creationId xmlns:a16="http://schemas.microsoft.com/office/drawing/2014/main" id="{F5680C6F-5F2A-2A74-F92B-D1A66DB139F8}"/>
              </a:ext>
            </a:extLst>
          </p:cNvPr>
          <p:cNvGrpSpPr/>
          <p:nvPr/>
        </p:nvGrpSpPr>
        <p:grpSpPr>
          <a:xfrm>
            <a:off x="12892770" y="7737930"/>
            <a:ext cx="1623600" cy="377280"/>
            <a:chOff x="12892770" y="7737930"/>
            <a:chExt cx="1623600" cy="377280"/>
          </a:xfrm>
        </p:grpSpPr>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1B24D5BB-B707-2530-77C1-5BB7BF07F188}"/>
                    </a:ext>
                  </a:extLst>
                </p14:cNvPr>
                <p14:cNvContentPartPr/>
                <p14:nvPr/>
              </p14:nvContentPartPr>
              <p14:xfrm>
                <a:off x="12899610" y="7953210"/>
                <a:ext cx="4680" cy="2160"/>
              </p14:xfrm>
            </p:contentPart>
          </mc:Choice>
          <mc:Fallback xmlns="">
            <p:pic>
              <p:nvPicPr>
                <p:cNvPr id="17" name="Ink 16">
                  <a:extLst>
                    <a:ext uri="{FF2B5EF4-FFF2-40B4-BE49-F238E27FC236}">
                      <a16:creationId xmlns:a16="http://schemas.microsoft.com/office/drawing/2014/main" id="{1B24D5BB-B707-2530-77C1-5BB7BF07F188}"/>
                    </a:ext>
                  </a:extLst>
                </p:cNvPr>
                <p:cNvPicPr/>
                <p:nvPr/>
              </p:nvPicPr>
              <p:blipFill>
                <a:blip r:embed="rId6"/>
                <a:stretch>
                  <a:fillRect/>
                </a:stretch>
              </p:blipFill>
              <p:spPr>
                <a:xfrm>
                  <a:off x="12836970" y="789021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DCDF16F4-B1F6-F3E4-968A-582A492B886E}"/>
                    </a:ext>
                  </a:extLst>
                </p14:cNvPr>
                <p14:cNvContentPartPr/>
                <p14:nvPr/>
              </p14:nvContentPartPr>
              <p14:xfrm>
                <a:off x="12892770" y="7943850"/>
                <a:ext cx="360" cy="360"/>
              </p14:xfrm>
            </p:contentPart>
          </mc:Choice>
          <mc:Fallback xmlns="">
            <p:pic>
              <p:nvPicPr>
                <p:cNvPr id="18" name="Ink 17">
                  <a:extLst>
                    <a:ext uri="{FF2B5EF4-FFF2-40B4-BE49-F238E27FC236}">
                      <a16:creationId xmlns:a16="http://schemas.microsoft.com/office/drawing/2014/main" id="{DCDF16F4-B1F6-F3E4-968A-582A492B886E}"/>
                    </a:ext>
                  </a:extLst>
                </p:cNvPr>
                <p:cNvPicPr/>
                <p:nvPr/>
              </p:nvPicPr>
              <p:blipFill>
                <a:blip r:embed="rId8"/>
                <a:stretch>
                  <a:fillRect/>
                </a:stretch>
              </p:blipFill>
              <p:spPr>
                <a:xfrm>
                  <a:off x="12830130" y="7880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FD2E251E-156F-D97F-852A-74EE84436CAA}"/>
                    </a:ext>
                  </a:extLst>
                </p14:cNvPr>
                <p14:cNvContentPartPr/>
                <p14:nvPr/>
              </p14:nvContentPartPr>
              <p14:xfrm>
                <a:off x="12892770" y="7943850"/>
                <a:ext cx="360" cy="360"/>
              </p14:xfrm>
            </p:contentPart>
          </mc:Choice>
          <mc:Fallback xmlns="">
            <p:pic>
              <p:nvPicPr>
                <p:cNvPr id="19" name="Ink 18">
                  <a:extLst>
                    <a:ext uri="{FF2B5EF4-FFF2-40B4-BE49-F238E27FC236}">
                      <a16:creationId xmlns:a16="http://schemas.microsoft.com/office/drawing/2014/main" id="{FD2E251E-156F-D97F-852A-74EE84436CAA}"/>
                    </a:ext>
                  </a:extLst>
                </p:cNvPr>
                <p:cNvPicPr/>
                <p:nvPr/>
              </p:nvPicPr>
              <p:blipFill>
                <a:blip r:embed="rId8"/>
                <a:stretch>
                  <a:fillRect/>
                </a:stretch>
              </p:blipFill>
              <p:spPr>
                <a:xfrm>
                  <a:off x="12830130" y="7880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9314D815-E220-5D8F-9F3E-A2B250622EC8}"/>
                    </a:ext>
                  </a:extLst>
                </p14:cNvPr>
                <p14:cNvContentPartPr/>
                <p14:nvPr/>
              </p14:nvContentPartPr>
              <p14:xfrm>
                <a:off x="12892770" y="7943850"/>
                <a:ext cx="360" cy="360"/>
              </p14:xfrm>
            </p:contentPart>
          </mc:Choice>
          <mc:Fallback xmlns="">
            <p:pic>
              <p:nvPicPr>
                <p:cNvPr id="20" name="Ink 19">
                  <a:extLst>
                    <a:ext uri="{FF2B5EF4-FFF2-40B4-BE49-F238E27FC236}">
                      <a16:creationId xmlns:a16="http://schemas.microsoft.com/office/drawing/2014/main" id="{9314D815-E220-5D8F-9F3E-A2B250622EC8}"/>
                    </a:ext>
                  </a:extLst>
                </p:cNvPr>
                <p:cNvPicPr/>
                <p:nvPr/>
              </p:nvPicPr>
              <p:blipFill>
                <a:blip r:embed="rId8"/>
                <a:stretch>
                  <a:fillRect/>
                </a:stretch>
              </p:blipFill>
              <p:spPr>
                <a:xfrm>
                  <a:off x="12830130" y="7880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CB354941-1EA3-11C3-5371-ED60733407D3}"/>
                    </a:ext>
                  </a:extLst>
                </p14:cNvPr>
                <p14:cNvContentPartPr/>
                <p14:nvPr/>
              </p14:nvContentPartPr>
              <p14:xfrm>
                <a:off x="12892770" y="7916490"/>
                <a:ext cx="9360" cy="5040"/>
              </p14:xfrm>
            </p:contentPart>
          </mc:Choice>
          <mc:Fallback xmlns="">
            <p:pic>
              <p:nvPicPr>
                <p:cNvPr id="21" name="Ink 20">
                  <a:extLst>
                    <a:ext uri="{FF2B5EF4-FFF2-40B4-BE49-F238E27FC236}">
                      <a16:creationId xmlns:a16="http://schemas.microsoft.com/office/drawing/2014/main" id="{CB354941-1EA3-11C3-5371-ED60733407D3}"/>
                    </a:ext>
                  </a:extLst>
                </p:cNvPr>
                <p:cNvPicPr/>
                <p:nvPr/>
              </p:nvPicPr>
              <p:blipFill>
                <a:blip r:embed="rId12"/>
                <a:stretch>
                  <a:fillRect/>
                </a:stretch>
              </p:blipFill>
              <p:spPr>
                <a:xfrm>
                  <a:off x="12830130" y="7853490"/>
                  <a:ext cx="1350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743E0FD8-7A92-E1B6-069E-461AE762E8C7}"/>
                    </a:ext>
                  </a:extLst>
                </p14:cNvPr>
                <p14:cNvContentPartPr/>
                <p14:nvPr/>
              </p14:nvContentPartPr>
              <p14:xfrm>
                <a:off x="12915450" y="7909290"/>
                <a:ext cx="360" cy="360"/>
              </p14:xfrm>
            </p:contentPart>
          </mc:Choice>
          <mc:Fallback xmlns="">
            <p:pic>
              <p:nvPicPr>
                <p:cNvPr id="22" name="Ink 21">
                  <a:extLst>
                    <a:ext uri="{FF2B5EF4-FFF2-40B4-BE49-F238E27FC236}">
                      <a16:creationId xmlns:a16="http://schemas.microsoft.com/office/drawing/2014/main" id="{743E0FD8-7A92-E1B6-069E-461AE762E8C7}"/>
                    </a:ext>
                  </a:extLst>
                </p:cNvPr>
                <p:cNvPicPr/>
                <p:nvPr/>
              </p:nvPicPr>
              <p:blipFill>
                <a:blip r:embed="rId8"/>
                <a:stretch>
                  <a:fillRect/>
                </a:stretch>
              </p:blipFill>
              <p:spPr>
                <a:xfrm>
                  <a:off x="1285281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9AF14B1B-DF27-375E-5240-1EE471CA611A}"/>
                    </a:ext>
                  </a:extLst>
                </p14:cNvPr>
                <p14:cNvContentPartPr/>
                <p14:nvPr/>
              </p14:nvContentPartPr>
              <p14:xfrm>
                <a:off x="12950010" y="7873290"/>
                <a:ext cx="360" cy="2160"/>
              </p14:xfrm>
            </p:contentPart>
          </mc:Choice>
          <mc:Fallback xmlns="">
            <p:pic>
              <p:nvPicPr>
                <p:cNvPr id="23" name="Ink 22">
                  <a:extLst>
                    <a:ext uri="{FF2B5EF4-FFF2-40B4-BE49-F238E27FC236}">
                      <a16:creationId xmlns:a16="http://schemas.microsoft.com/office/drawing/2014/main" id="{9AF14B1B-DF27-375E-5240-1EE471CA611A}"/>
                    </a:ext>
                  </a:extLst>
                </p:cNvPr>
                <p:cNvPicPr/>
                <p:nvPr/>
              </p:nvPicPr>
              <p:blipFill>
                <a:blip r:embed="rId15"/>
                <a:stretch>
                  <a:fillRect/>
                </a:stretch>
              </p:blipFill>
              <p:spPr>
                <a:xfrm>
                  <a:off x="12887370" y="781029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182F9F97-7267-90E4-C1E1-4B1D533605A8}"/>
                    </a:ext>
                  </a:extLst>
                </p14:cNvPr>
                <p14:cNvContentPartPr/>
                <p14:nvPr/>
              </p14:nvContentPartPr>
              <p14:xfrm>
                <a:off x="12961530" y="7863930"/>
                <a:ext cx="360" cy="360"/>
              </p14:xfrm>
            </p:contentPart>
          </mc:Choice>
          <mc:Fallback xmlns="">
            <p:pic>
              <p:nvPicPr>
                <p:cNvPr id="24" name="Ink 23">
                  <a:extLst>
                    <a:ext uri="{FF2B5EF4-FFF2-40B4-BE49-F238E27FC236}">
                      <a16:creationId xmlns:a16="http://schemas.microsoft.com/office/drawing/2014/main" id="{182F9F97-7267-90E4-C1E1-4B1D533605A8}"/>
                    </a:ext>
                  </a:extLst>
                </p:cNvPr>
                <p:cNvPicPr/>
                <p:nvPr/>
              </p:nvPicPr>
              <p:blipFill>
                <a:blip r:embed="rId8"/>
                <a:stretch>
                  <a:fillRect/>
                </a:stretch>
              </p:blipFill>
              <p:spPr>
                <a:xfrm>
                  <a:off x="12898530" y="7800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5" name="Ink 24">
                  <a:extLst>
                    <a:ext uri="{FF2B5EF4-FFF2-40B4-BE49-F238E27FC236}">
                      <a16:creationId xmlns:a16="http://schemas.microsoft.com/office/drawing/2014/main" id="{5A4F72C0-81F7-97AE-282E-BDE0321D8D7F}"/>
                    </a:ext>
                  </a:extLst>
                </p14:cNvPr>
                <p14:cNvContentPartPr/>
                <p14:nvPr/>
              </p14:nvContentPartPr>
              <p14:xfrm>
                <a:off x="12984210" y="7854930"/>
                <a:ext cx="14040" cy="9360"/>
              </p14:xfrm>
            </p:contentPart>
          </mc:Choice>
          <mc:Fallback xmlns="">
            <p:pic>
              <p:nvPicPr>
                <p:cNvPr id="25" name="Ink 24">
                  <a:extLst>
                    <a:ext uri="{FF2B5EF4-FFF2-40B4-BE49-F238E27FC236}">
                      <a16:creationId xmlns:a16="http://schemas.microsoft.com/office/drawing/2014/main" id="{5A4F72C0-81F7-97AE-282E-BDE0321D8D7F}"/>
                    </a:ext>
                  </a:extLst>
                </p:cNvPr>
                <p:cNvPicPr/>
                <p:nvPr/>
              </p:nvPicPr>
              <p:blipFill>
                <a:blip r:embed="rId18"/>
                <a:stretch>
                  <a:fillRect/>
                </a:stretch>
              </p:blipFill>
              <p:spPr>
                <a:xfrm>
                  <a:off x="12921210" y="7792290"/>
                  <a:ext cx="1396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6" name="Ink 25">
                  <a:extLst>
                    <a:ext uri="{FF2B5EF4-FFF2-40B4-BE49-F238E27FC236}">
                      <a16:creationId xmlns:a16="http://schemas.microsoft.com/office/drawing/2014/main" id="{6D314B7E-2E2C-7D22-8CE5-7BD7155FA38A}"/>
                    </a:ext>
                  </a:extLst>
                </p14:cNvPr>
                <p14:cNvContentPartPr/>
                <p14:nvPr/>
              </p14:nvContentPartPr>
              <p14:xfrm>
                <a:off x="13064490" y="7852410"/>
                <a:ext cx="360" cy="360"/>
              </p14:xfrm>
            </p:contentPart>
          </mc:Choice>
          <mc:Fallback xmlns="">
            <p:pic>
              <p:nvPicPr>
                <p:cNvPr id="26" name="Ink 25">
                  <a:extLst>
                    <a:ext uri="{FF2B5EF4-FFF2-40B4-BE49-F238E27FC236}">
                      <a16:creationId xmlns:a16="http://schemas.microsoft.com/office/drawing/2014/main" id="{6D314B7E-2E2C-7D22-8CE5-7BD7155FA38A}"/>
                    </a:ext>
                  </a:extLst>
                </p:cNvPr>
                <p:cNvPicPr/>
                <p:nvPr/>
              </p:nvPicPr>
              <p:blipFill>
                <a:blip r:embed="rId8"/>
                <a:stretch>
                  <a:fillRect/>
                </a:stretch>
              </p:blipFill>
              <p:spPr>
                <a:xfrm>
                  <a:off x="13001850" y="7789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AB912593-B78F-0958-7C72-342A5E5E43DB}"/>
                    </a:ext>
                  </a:extLst>
                </p14:cNvPr>
                <p14:cNvContentPartPr/>
                <p14:nvPr/>
              </p14:nvContentPartPr>
              <p14:xfrm>
                <a:off x="13098690" y="7833690"/>
                <a:ext cx="6840" cy="7200"/>
              </p14:xfrm>
            </p:contentPart>
          </mc:Choice>
          <mc:Fallback xmlns="">
            <p:pic>
              <p:nvPicPr>
                <p:cNvPr id="27" name="Ink 26">
                  <a:extLst>
                    <a:ext uri="{FF2B5EF4-FFF2-40B4-BE49-F238E27FC236}">
                      <a16:creationId xmlns:a16="http://schemas.microsoft.com/office/drawing/2014/main" id="{AB912593-B78F-0958-7C72-342A5E5E43DB}"/>
                    </a:ext>
                  </a:extLst>
                </p:cNvPr>
                <p:cNvPicPr/>
                <p:nvPr/>
              </p:nvPicPr>
              <p:blipFill>
                <a:blip r:embed="rId21"/>
                <a:stretch>
                  <a:fillRect/>
                </a:stretch>
              </p:blipFill>
              <p:spPr>
                <a:xfrm>
                  <a:off x="13035690" y="7770690"/>
                  <a:ext cx="1324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8" name="Ink 27">
                  <a:extLst>
                    <a:ext uri="{FF2B5EF4-FFF2-40B4-BE49-F238E27FC236}">
                      <a16:creationId xmlns:a16="http://schemas.microsoft.com/office/drawing/2014/main" id="{95474BD2-6883-5759-D26E-FE9B04F35964}"/>
                    </a:ext>
                  </a:extLst>
                </p14:cNvPr>
                <p14:cNvContentPartPr/>
                <p14:nvPr/>
              </p14:nvContentPartPr>
              <p14:xfrm>
                <a:off x="13121370" y="7829370"/>
                <a:ext cx="360" cy="360"/>
              </p14:xfrm>
            </p:contentPart>
          </mc:Choice>
          <mc:Fallback xmlns="">
            <p:pic>
              <p:nvPicPr>
                <p:cNvPr id="28" name="Ink 27">
                  <a:extLst>
                    <a:ext uri="{FF2B5EF4-FFF2-40B4-BE49-F238E27FC236}">
                      <a16:creationId xmlns:a16="http://schemas.microsoft.com/office/drawing/2014/main" id="{95474BD2-6883-5759-D26E-FE9B04F35964}"/>
                    </a:ext>
                  </a:extLst>
                </p:cNvPr>
                <p:cNvPicPr/>
                <p:nvPr/>
              </p:nvPicPr>
              <p:blipFill>
                <a:blip r:embed="rId8"/>
                <a:stretch>
                  <a:fillRect/>
                </a:stretch>
              </p:blipFill>
              <p:spPr>
                <a:xfrm>
                  <a:off x="13058370" y="77663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9" name="Ink 28">
                  <a:extLst>
                    <a:ext uri="{FF2B5EF4-FFF2-40B4-BE49-F238E27FC236}">
                      <a16:creationId xmlns:a16="http://schemas.microsoft.com/office/drawing/2014/main" id="{DA527208-D716-F432-F3D5-F0F8C0051931}"/>
                    </a:ext>
                  </a:extLst>
                </p14:cNvPr>
                <p14:cNvContentPartPr/>
                <p14:nvPr/>
              </p14:nvContentPartPr>
              <p14:xfrm>
                <a:off x="13121370" y="7829370"/>
                <a:ext cx="23040" cy="360"/>
              </p14:xfrm>
            </p:contentPart>
          </mc:Choice>
          <mc:Fallback xmlns="">
            <p:pic>
              <p:nvPicPr>
                <p:cNvPr id="29" name="Ink 28">
                  <a:extLst>
                    <a:ext uri="{FF2B5EF4-FFF2-40B4-BE49-F238E27FC236}">
                      <a16:creationId xmlns:a16="http://schemas.microsoft.com/office/drawing/2014/main" id="{DA527208-D716-F432-F3D5-F0F8C0051931}"/>
                    </a:ext>
                  </a:extLst>
                </p:cNvPr>
                <p:cNvPicPr/>
                <p:nvPr/>
              </p:nvPicPr>
              <p:blipFill>
                <a:blip r:embed="rId24"/>
                <a:stretch>
                  <a:fillRect/>
                </a:stretch>
              </p:blipFill>
              <p:spPr>
                <a:xfrm>
                  <a:off x="13058370" y="7766370"/>
                  <a:ext cx="148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0" name="Ink 29">
                  <a:extLst>
                    <a:ext uri="{FF2B5EF4-FFF2-40B4-BE49-F238E27FC236}">
                      <a16:creationId xmlns:a16="http://schemas.microsoft.com/office/drawing/2014/main" id="{6CF88BD1-23E6-23E1-A616-70AC3990886A}"/>
                    </a:ext>
                  </a:extLst>
                </p14:cNvPr>
                <p14:cNvContentPartPr/>
                <p14:nvPr/>
              </p14:nvContentPartPr>
              <p14:xfrm>
                <a:off x="13201650" y="7829370"/>
                <a:ext cx="2160" cy="360"/>
              </p14:xfrm>
            </p:contentPart>
          </mc:Choice>
          <mc:Fallback xmlns="">
            <p:pic>
              <p:nvPicPr>
                <p:cNvPr id="30" name="Ink 29">
                  <a:extLst>
                    <a:ext uri="{FF2B5EF4-FFF2-40B4-BE49-F238E27FC236}">
                      <a16:creationId xmlns:a16="http://schemas.microsoft.com/office/drawing/2014/main" id="{6CF88BD1-23E6-23E1-A616-70AC3990886A}"/>
                    </a:ext>
                  </a:extLst>
                </p:cNvPr>
                <p:cNvPicPr/>
                <p:nvPr/>
              </p:nvPicPr>
              <p:blipFill>
                <a:blip r:embed="rId26"/>
                <a:stretch>
                  <a:fillRect/>
                </a:stretch>
              </p:blipFill>
              <p:spPr>
                <a:xfrm>
                  <a:off x="13139010" y="77663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1" name="Ink 30">
                  <a:extLst>
                    <a:ext uri="{FF2B5EF4-FFF2-40B4-BE49-F238E27FC236}">
                      <a16:creationId xmlns:a16="http://schemas.microsoft.com/office/drawing/2014/main" id="{E5967B7B-A96D-8B3B-1E59-7009616FE3BF}"/>
                    </a:ext>
                  </a:extLst>
                </p14:cNvPr>
                <p14:cNvContentPartPr/>
                <p14:nvPr/>
              </p14:nvContentPartPr>
              <p14:xfrm>
                <a:off x="13213170" y="7829370"/>
                <a:ext cx="2160" cy="360"/>
              </p14:xfrm>
            </p:contentPart>
          </mc:Choice>
          <mc:Fallback xmlns="">
            <p:pic>
              <p:nvPicPr>
                <p:cNvPr id="31" name="Ink 30">
                  <a:extLst>
                    <a:ext uri="{FF2B5EF4-FFF2-40B4-BE49-F238E27FC236}">
                      <a16:creationId xmlns:a16="http://schemas.microsoft.com/office/drawing/2014/main" id="{E5967B7B-A96D-8B3B-1E59-7009616FE3BF}"/>
                    </a:ext>
                  </a:extLst>
                </p:cNvPr>
                <p:cNvPicPr/>
                <p:nvPr/>
              </p:nvPicPr>
              <p:blipFill>
                <a:blip r:embed="rId28"/>
                <a:stretch>
                  <a:fillRect/>
                </a:stretch>
              </p:blipFill>
              <p:spPr>
                <a:xfrm>
                  <a:off x="13150170" y="77663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2" name="Ink 31">
                  <a:extLst>
                    <a:ext uri="{FF2B5EF4-FFF2-40B4-BE49-F238E27FC236}">
                      <a16:creationId xmlns:a16="http://schemas.microsoft.com/office/drawing/2014/main" id="{61B69680-410A-BD42-D29F-559E7A93FE6E}"/>
                    </a:ext>
                  </a:extLst>
                </p14:cNvPr>
                <p14:cNvContentPartPr/>
                <p14:nvPr/>
              </p14:nvContentPartPr>
              <p14:xfrm>
                <a:off x="13281570" y="7804530"/>
                <a:ext cx="20880" cy="2160"/>
              </p14:xfrm>
            </p:contentPart>
          </mc:Choice>
          <mc:Fallback xmlns="">
            <p:pic>
              <p:nvPicPr>
                <p:cNvPr id="32" name="Ink 31">
                  <a:extLst>
                    <a:ext uri="{FF2B5EF4-FFF2-40B4-BE49-F238E27FC236}">
                      <a16:creationId xmlns:a16="http://schemas.microsoft.com/office/drawing/2014/main" id="{61B69680-410A-BD42-D29F-559E7A93FE6E}"/>
                    </a:ext>
                  </a:extLst>
                </p:cNvPr>
                <p:cNvPicPr/>
                <p:nvPr/>
              </p:nvPicPr>
              <p:blipFill>
                <a:blip r:embed="rId30"/>
                <a:stretch>
                  <a:fillRect/>
                </a:stretch>
              </p:blipFill>
              <p:spPr>
                <a:xfrm>
                  <a:off x="13218930" y="7741890"/>
                  <a:ext cx="146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07B19FC2-F9E5-65E8-9C27-D9CBE55FAE19}"/>
                    </a:ext>
                  </a:extLst>
                </p14:cNvPr>
                <p14:cNvContentPartPr/>
                <p14:nvPr/>
              </p14:nvContentPartPr>
              <p14:xfrm>
                <a:off x="13395690" y="7772130"/>
                <a:ext cx="6840" cy="360"/>
              </p14:xfrm>
            </p:contentPart>
          </mc:Choice>
          <mc:Fallback xmlns="">
            <p:pic>
              <p:nvPicPr>
                <p:cNvPr id="33" name="Ink 32">
                  <a:extLst>
                    <a:ext uri="{FF2B5EF4-FFF2-40B4-BE49-F238E27FC236}">
                      <a16:creationId xmlns:a16="http://schemas.microsoft.com/office/drawing/2014/main" id="{07B19FC2-F9E5-65E8-9C27-D9CBE55FAE19}"/>
                    </a:ext>
                  </a:extLst>
                </p:cNvPr>
                <p:cNvPicPr/>
                <p:nvPr/>
              </p:nvPicPr>
              <p:blipFill>
                <a:blip r:embed="rId32"/>
                <a:stretch>
                  <a:fillRect/>
                </a:stretch>
              </p:blipFill>
              <p:spPr>
                <a:xfrm>
                  <a:off x="13332690" y="770913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4" name="Ink 33">
                  <a:extLst>
                    <a:ext uri="{FF2B5EF4-FFF2-40B4-BE49-F238E27FC236}">
                      <a16:creationId xmlns:a16="http://schemas.microsoft.com/office/drawing/2014/main" id="{DC172896-4A76-A5FC-40F1-43C2FC31AA99}"/>
                    </a:ext>
                  </a:extLst>
                </p14:cNvPr>
                <p14:cNvContentPartPr/>
                <p14:nvPr/>
              </p14:nvContentPartPr>
              <p14:xfrm>
                <a:off x="13430250" y="7767450"/>
                <a:ext cx="9360" cy="4680"/>
              </p14:xfrm>
            </p:contentPart>
          </mc:Choice>
          <mc:Fallback xmlns="">
            <p:pic>
              <p:nvPicPr>
                <p:cNvPr id="34" name="Ink 33">
                  <a:extLst>
                    <a:ext uri="{FF2B5EF4-FFF2-40B4-BE49-F238E27FC236}">
                      <a16:creationId xmlns:a16="http://schemas.microsoft.com/office/drawing/2014/main" id="{DC172896-4A76-A5FC-40F1-43C2FC31AA99}"/>
                    </a:ext>
                  </a:extLst>
                </p:cNvPr>
                <p:cNvPicPr/>
                <p:nvPr/>
              </p:nvPicPr>
              <p:blipFill>
                <a:blip r:embed="rId34"/>
                <a:stretch>
                  <a:fillRect/>
                </a:stretch>
              </p:blipFill>
              <p:spPr>
                <a:xfrm>
                  <a:off x="13367250" y="7704810"/>
                  <a:ext cx="1350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5" name="Ink 34">
                  <a:extLst>
                    <a:ext uri="{FF2B5EF4-FFF2-40B4-BE49-F238E27FC236}">
                      <a16:creationId xmlns:a16="http://schemas.microsoft.com/office/drawing/2014/main" id="{88127036-F62B-258C-0D69-64A578BE213F}"/>
                    </a:ext>
                  </a:extLst>
                </p14:cNvPr>
                <p14:cNvContentPartPr/>
                <p14:nvPr/>
              </p14:nvContentPartPr>
              <p14:xfrm>
                <a:off x="13464090" y="7760610"/>
                <a:ext cx="6840" cy="360"/>
              </p14:xfrm>
            </p:contentPart>
          </mc:Choice>
          <mc:Fallback xmlns="">
            <p:pic>
              <p:nvPicPr>
                <p:cNvPr id="35" name="Ink 34">
                  <a:extLst>
                    <a:ext uri="{FF2B5EF4-FFF2-40B4-BE49-F238E27FC236}">
                      <a16:creationId xmlns:a16="http://schemas.microsoft.com/office/drawing/2014/main" id="{88127036-F62B-258C-0D69-64A578BE213F}"/>
                    </a:ext>
                  </a:extLst>
                </p:cNvPr>
                <p:cNvPicPr/>
                <p:nvPr/>
              </p:nvPicPr>
              <p:blipFill>
                <a:blip r:embed="rId36"/>
                <a:stretch>
                  <a:fillRect/>
                </a:stretch>
              </p:blipFill>
              <p:spPr>
                <a:xfrm>
                  <a:off x="13401450" y="769797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6" name="Ink 35">
                  <a:extLst>
                    <a:ext uri="{FF2B5EF4-FFF2-40B4-BE49-F238E27FC236}">
                      <a16:creationId xmlns:a16="http://schemas.microsoft.com/office/drawing/2014/main" id="{8BD6C3BD-C295-C89C-7602-DE7737E25B5D}"/>
                    </a:ext>
                  </a:extLst>
                </p14:cNvPr>
                <p14:cNvContentPartPr/>
                <p14:nvPr/>
              </p14:nvContentPartPr>
              <p14:xfrm>
                <a:off x="13521330" y="7760610"/>
                <a:ext cx="33480" cy="360"/>
              </p14:xfrm>
            </p:contentPart>
          </mc:Choice>
          <mc:Fallback xmlns="">
            <p:pic>
              <p:nvPicPr>
                <p:cNvPr id="36" name="Ink 35">
                  <a:extLst>
                    <a:ext uri="{FF2B5EF4-FFF2-40B4-BE49-F238E27FC236}">
                      <a16:creationId xmlns:a16="http://schemas.microsoft.com/office/drawing/2014/main" id="{8BD6C3BD-C295-C89C-7602-DE7737E25B5D}"/>
                    </a:ext>
                  </a:extLst>
                </p:cNvPr>
                <p:cNvPicPr/>
                <p:nvPr/>
              </p:nvPicPr>
              <p:blipFill>
                <a:blip r:embed="rId38"/>
                <a:stretch>
                  <a:fillRect/>
                </a:stretch>
              </p:blipFill>
              <p:spPr>
                <a:xfrm>
                  <a:off x="13458690" y="7697970"/>
                  <a:ext cx="159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7" name="Ink 36">
                  <a:extLst>
                    <a:ext uri="{FF2B5EF4-FFF2-40B4-BE49-F238E27FC236}">
                      <a16:creationId xmlns:a16="http://schemas.microsoft.com/office/drawing/2014/main" id="{1583F1B0-766F-303F-9408-B87E8259763A}"/>
                    </a:ext>
                  </a:extLst>
                </p14:cNvPr>
                <p14:cNvContentPartPr/>
                <p14:nvPr/>
              </p14:nvContentPartPr>
              <p14:xfrm>
                <a:off x="13613130" y="7760610"/>
                <a:ext cx="22680" cy="360"/>
              </p14:xfrm>
            </p:contentPart>
          </mc:Choice>
          <mc:Fallback xmlns="">
            <p:pic>
              <p:nvPicPr>
                <p:cNvPr id="37" name="Ink 36">
                  <a:extLst>
                    <a:ext uri="{FF2B5EF4-FFF2-40B4-BE49-F238E27FC236}">
                      <a16:creationId xmlns:a16="http://schemas.microsoft.com/office/drawing/2014/main" id="{1583F1B0-766F-303F-9408-B87E8259763A}"/>
                    </a:ext>
                  </a:extLst>
                </p:cNvPr>
                <p:cNvPicPr/>
                <p:nvPr/>
              </p:nvPicPr>
              <p:blipFill>
                <a:blip r:embed="rId40"/>
                <a:stretch>
                  <a:fillRect/>
                </a:stretch>
              </p:blipFill>
              <p:spPr>
                <a:xfrm>
                  <a:off x="13550490" y="7697970"/>
                  <a:ext cx="148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8" name="Ink 37">
                  <a:extLst>
                    <a:ext uri="{FF2B5EF4-FFF2-40B4-BE49-F238E27FC236}">
                      <a16:creationId xmlns:a16="http://schemas.microsoft.com/office/drawing/2014/main" id="{1C92E945-8A28-C440-9DE8-CCB035ACC998}"/>
                    </a:ext>
                  </a:extLst>
                </p14:cNvPr>
                <p14:cNvContentPartPr/>
                <p14:nvPr/>
              </p14:nvContentPartPr>
              <p14:xfrm>
                <a:off x="13670010" y="7760610"/>
                <a:ext cx="31680" cy="11160"/>
              </p14:xfrm>
            </p:contentPart>
          </mc:Choice>
          <mc:Fallback xmlns="">
            <p:pic>
              <p:nvPicPr>
                <p:cNvPr id="38" name="Ink 37">
                  <a:extLst>
                    <a:ext uri="{FF2B5EF4-FFF2-40B4-BE49-F238E27FC236}">
                      <a16:creationId xmlns:a16="http://schemas.microsoft.com/office/drawing/2014/main" id="{1C92E945-8A28-C440-9DE8-CCB035ACC998}"/>
                    </a:ext>
                  </a:extLst>
                </p:cNvPr>
                <p:cNvPicPr/>
                <p:nvPr/>
              </p:nvPicPr>
              <p:blipFill>
                <a:blip r:embed="rId42"/>
                <a:stretch>
                  <a:fillRect/>
                </a:stretch>
              </p:blipFill>
              <p:spPr>
                <a:xfrm>
                  <a:off x="13607010" y="7697970"/>
                  <a:ext cx="1573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9" name="Ink 38">
                  <a:extLst>
                    <a:ext uri="{FF2B5EF4-FFF2-40B4-BE49-F238E27FC236}">
                      <a16:creationId xmlns:a16="http://schemas.microsoft.com/office/drawing/2014/main" id="{0B2D0938-26BF-5CCB-754A-76C9E67DB1EA}"/>
                    </a:ext>
                  </a:extLst>
                </p14:cNvPr>
                <p14:cNvContentPartPr/>
                <p14:nvPr/>
              </p14:nvContentPartPr>
              <p14:xfrm>
                <a:off x="13738410" y="7784010"/>
                <a:ext cx="68400" cy="27360"/>
              </p14:xfrm>
            </p:contentPart>
          </mc:Choice>
          <mc:Fallback xmlns="">
            <p:pic>
              <p:nvPicPr>
                <p:cNvPr id="39" name="Ink 38">
                  <a:extLst>
                    <a:ext uri="{FF2B5EF4-FFF2-40B4-BE49-F238E27FC236}">
                      <a16:creationId xmlns:a16="http://schemas.microsoft.com/office/drawing/2014/main" id="{0B2D0938-26BF-5CCB-754A-76C9E67DB1EA}"/>
                    </a:ext>
                  </a:extLst>
                </p:cNvPr>
                <p:cNvPicPr/>
                <p:nvPr/>
              </p:nvPicPr>
              <p:blipFill>
                <a:blip r:embed="rId44"/>
                <a:stretch>
                  <a:fillRect/>
                </a:stretch>
              </p:blipFill>
              <p:spPr>
                <a:xfrm>
                  <a:off x="13675770" y="7721010"/>
                  <a:ext cx="1940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0" name="Ink 39">
                  <a:extLst>
                    <a:ext uri="{FF2B5EF4-FFF2-40B4-BE49-F238E27FC236}">
                      <a16:creationId xmlns:a16="http://schemas.microsoft.com/office/drawing/2014/main" id="{1ED62A58-8C20-F2D8-4ECD-69B4915A555F}"/>
                    </a:ext>
                  </a:extLst>
                </p14:cNvPr>
                <p14:cNvContentPartPr/>
                <p14:nvPr/>
              </p14:nvContentPartPr>
              <p14:xfrm>
                <a:off x="13830210" y="7817850"/>
                <a:ext cx="6840" cy="360"/>
              </p14:xfrm>
            </p:contentPart>
          </mc:Choice>
          <mc:Fallback xmlns="">
            <p:pic>
              <p:nvPicPr>
                <p:cNvPr id="40" name="Ink 39">
                  <a:extLst>
                    <a:ext uri="{FF2B5EF4-FFF2-40B4-BE49-F238E27FC236}">
                      <a16:creationId xmlns:a16="http://schemas.microsoft.com/office/drawing/2014/main" id="{1ED62A58-8C20-F2D8-4ECD-69B4915A555F}"/>
                    </a:ext>
                  </a:extLst>
                </p:cNvPr>
                <p:cNvPicPr/>
                <p:nvPr/>
              </p:nvPicPr>
              <p:blipFill>
                <a:blip r:embed="rId32"/>
                <a:stretch>
                  <a:fillRect/>
                </a:stretch>
              </p:blipFill>
              <p:spPr>
                <a:xfrm>
                  <a:off x="13767570" y="775521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1" name="Ink 40">
                  <a:extLst>
                    <a:ext uri="{FF2B5EF4-FFF2-40B4-BE49-F238E27FC236}">
                      <a16:creationId xmlns:a16="http://schemas.microsoft.com/office/drawing/2014/main" id="{CA902F2D-8A57-9555-7408-B6C962FB1AFA}"/>
                    </a:ext>
                  </a:extLst>
                </p14:cNvPr>
                <p14:cNvContentPartPr/>
                <p14:nvPr/>
              </p14:nvContentPartPr>
              <p14:xfrm>
                <a:off x="13875570" y="7817850"/>
                <a:ext cx="6840" cy="360"/>
              </p14:xfrm>
            </p:contentPart>
          </mc:Choice>
          <mc:Fallback xmlns="">
            <p:pic>
              <p:nvPicPr>
                <p:cNvPr id="41" name="Ink 40">
                  <a:extLst>
                    <a:ext uri="{FF2B5EF4-FFF2-40B4-BE49-F238E27FC236}">
                      <a16:creationId xmlns:a16="http://schemas.microsoft.com/office/drawing/2014/main" id="{CA902F2D-8A57-9555-7408-B6C962FB1AFA}"/>
                    </a:ext>
                  </a:extLst>
                </p:cNvPr>
                <p:cNvPicPr/>
                <p:nvPr/>
              </p:nvPicPr>
              <p:blipFill>
                <a:blip r:embed="rId36"/>
                <a:stretch>
                  <a:fillRect/>
                </a:stretch>
              </p:blipFill>
              <p:spPr>
                <a:xfrm>
                  <a:off x="13812930" y="775521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2" name="Ink 41">
                  <a:extLst>
                    <a:ext uri="{FF2B5EF4-FFF2-40B4-BE49-F238E27FC236}">
                      <a16:creationId xmlns:a16="http://schemas.microsoft.com/office/drawing/2014/main" id="{45021DBF-FED1-1B7E-942A-0D36D29E8E5F}"/>
                    </a:ext>
                  </a:extLst>
                </p14:cNvPr>
                <p14:cNvContentPartPr/>
                <p14:nvPr/>
              </p14:nvContentPartPr>
              <p14:xfrm>
                <a:off x="13910130" y="7817850"/>
                <a:ext cx="6840" cy="360"/>
              </p14:xfrm>
            </p:contentPart>
          </mc:Choice>
          <mc:Fallback xmlns="">
            <p:pic>
              <p:nvPicPr>
                <p:cNvPr id="42" name="Ink 41">
                  <a:extLst>
                    <a:ext uri="{FF2B5EF4-FFF2-40B4-BE49-F238E27FC236}">
                      <a16:creationId xmlns:a16="http://schemas.microsoft.com/office/drawing/2014/main" id="{45021DBF-FED1-1B7E-942A-0D36D29E8E5F}"/>
                    </a:ext>
                  </a:extLst>
                </p:cNvPr>
                <p:cNvPicPr/>
                <p:nvPr/>
              </p:nvPicPr>
              <p:blipFill>
                <a:blip r:embed="rId32"/>
                <a:stretch>
                  <a:fillRect/>
                </a:stretch>
              </p:blipFill>
              <p:spPr>
                <a:xfrm>
                  <a:off x="13847490" y="775521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3" name="Ink 42">
                  <a:extLst>
                    <a:ext uri="{FF2B5EF4-FFF2-40B4-BE49-F238E27FC236}">
                      <a16:creationId xmlns:a16="http://schemas.microsoft.com/office/drawing/2014/main" id="{F4B3F65B-9A6D-1A64-0A24-67EB5FF61F4C}"/>
                    </a:ext>
                  </a:extLst>
                </p14:cNvPr>
                <p14:cNvContentPartPr/>
                <p14:nvPr/>
              </p14:nvContentPartPr>
              <p14:xfrm>
                <a:off x="13967370" y="7817850"/>
                <a:ext cx="6840" cy="360"/>
              </p14:xfrm>
            </p:contentPart>
          </mc:Choice>
          <mc:Fallback xmlns="">
            <p:pic>
              <p:nvPicPr>
                <p:cNvPr id="43" name="Ink 42">
                  <a:extLst>
                    <a:ext uri="{FF2B5EF4-FFF2-40B4-BE49-F238E27FC236}">
                      <a16:creationId xmlns:a16="http://schemas.microsoft.com/office/drawing/2014/main" id="{F4B3F65B-9A6D-1A64-0A24-67EB5FF61F4C}"/>
                    </a:ext>
                  </a:extLst>
                </p:cNvPr>
                <p:cNvPicPr/>
                <p:nvPr/>
              </p:nvPicPr>
              <p:blipFill>
                <a:blip r:embed="rId32"/>
                <a:stretch>
                  <a:fillRect/>
                </a:stretch>
              </p:blipFill>
              <p:spPr>
                <a:xfrm>
                  <a:off x="13904730" y="775521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4" name="Ink 43">
                  <a:extLst>
                    <a:ext uri="{FF2B5EF4-FFF2-40B4-BE49-F238E27FC236}">
                      <a16:creationId xmlns:a16="http://schemas.microsoft.com/office/drawing/2014/main" id="{6E32D750-0B47-57FC-86B1-DE942209B0D1}"/>
                    </a:ext>
                  </a:extLst>
                </p14:cNvPr>
                <p14:cNvContentPartPr/>
                <p14:nvPr/>
              </p14:nvContentPartPr>
              <p14:xfrm>
                <a:off x="14047290" y="7795170"/>
                <a:ext cx="6840" cy="360"/>
              </p14:xfrm>
            </p:contentPart>
          </mc:Choice>
          <mc:Fallback xmlns="">
            <p:pic>
              <p:nvPicPr>
                <p:cNvPr id="44" name="Ink 43">
                  <a:extLst>
                    <a:ext uri="{FF2B5EF4-FFF2-40B4-BE49-F238E27FC236}">
                      <a16:creationId xmlns:a16="http://schemas.microsoft.com/office/drawing/2014/main" id="{6E32D750-0B47-57FC-86B1-DE942209B0D1}"/>
                    </a:ext>
                  </a:extLst>
                </p:cNvPr>
                <p:cNvPicPr/>
                <p:nvPr/>
              </p:nvPicPr>
              <p:blipFill>
                <a:blip r:embed="rId32"/>
                <a:stretch>
                  <a:fillRect/>
                </a:stretch>
              </p:blipFill>
              <p:spPr>
                <a:xfrm>
                  <a:off x="13984650" y="773253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5" name="Ink 44">
                  <a:extLst>
                    <a:ext uri="{FF2B5EF4-FFF2-40B4-BE49-F238E27FC236}">
                      <a16:creationId xmlns:a16="http://schemas.microsoft.com/office/drawing/2014/main" id="{EE6B2EFB-5619-E560-C313-CCA06138996C}"/>
                    </a:ext>
                  </a:extLst>
                </p14:cNvPr>
                <p14:cNvContentPartPr/>
                <p14:nvPr/>
              </p14:nvContentPartPr>
              <p14:xfrm>
                <a:off x="14127210" y="7767450"/>
                <a:ext cx="2160" cy="4680"/>
              </p14:xfrm>
            </p:contentPart>
          </mc:Choice>
          <mc:Fallback xmlns="">
            <p:pic>
              <p:nvPicPr>
                <p:cNvPr id="45" name="Ink 44">
                  <a:extLst>
                    <a:ext uri="{FF2B5EF4-FFF2-40B4-BE49-F238E27FC236}">
                      <a16:creationId xmlns:a16="http://schemas.microsoft.com/office/drawing/2014/main" id="{EE6B2EFB-5619-E560-C313-CCA06138996C}"/>
                    </a:ext>
                  </a:extLst>
                </p:cNvPr>
                <p:cNvPicPr/>
                <p:nvPr/>
              </p:nvPicPr>
              <p:blipFill>
                <a:blip r:embed="rId51"/>
                <a:stretch>
                  <a:fillRect/>
                </a:stretch>
              </p:blipFill>
              <p:spPr>
                <a:xfrm>
                  <a:off x="14064570" y="7704810"/>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6" name="Ink 45">
                  <a:extLst>
                    <a:ext uri="{FF2B5EF4-FFF2-40B4-BE49-F238E27FC236}">
                      <a16:creationId xmlns:a16="http://schemas.microsoft.com/office/drawing/2014/main" id="{7BF5FEBC-EF71-9D7F-BF69-FCFD3F59F9A9}"/>
                    </a:ext>
                  </a:extLst>
                </p14:cNvPr>
                <p14:cNvContentPartPr/>
                <p14:nvPr/>
              </p14:nvContentPartPr>
              <p14:xfrm>
                <a:off x="14149890" y="7760610"/>
                <a:ext cx="6840" cy="360"/>
              </p14:xfrm>
            </p:contentPart>
          </mc:Choice>
          <mc:Fallback xmlns="">
            <p:pic>
              <p:nvPicPr>
                <p:cNvPr id="46" name="Ink 45">
                  <a:extLst>
                    <a:ext uri="{FF2B5EF4-FFF2-40B4-BE49-F238E27FC236}">
                      <a16:creationId xmlns:a16="http://schemas.microsoft.com/office/drawing/2014/main" id="{7BF5FEBC-EF71-9D7F-BF69-FCFD3F59F9A9}"/>
                    </a:ext>
                  </a:extLst>
                </p:cNvPr>
                <p:cNvPicPr/>
                <p:nvPr/>
              </p:nvPicPr>
              <p:blipFill>
                <a:blip r:embed="rId36"/>
                <a:stretch>
                  <a:fillRect/>
                </a:stretch>
              </p:blipFill>
              <p:spPr>
                <a:xfrm>
                  <a:off x="14087250" y="769797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7" name="Ink 46">
                  <a:extLst>
                    <a:ext uri="{FF2B5EF4-FFF2-40B4-BE49-F238E27FC236}">
                      <a16:creationId xmlns:a16="http://schemas.microsoft.com/office/drawing/2014/main" id="{9092F688-A21D-DE6B-21D2-D0B896689D48}"/>
                    </a:ext>
                  </a:extLst>
                </p14:cNvPr>
                <p14:cNvContentPartPr/>
                <p14:nvPr/>
              </p14:nvContentPartPr>
              <p14:xfrm>
                <a:off x="14253210" y="7737930"/>
                <a:ext cx="13680" cy="360"/>
              </p14:xfrm>
            </p:contentPart>
          </mc:Choice>
          <mc:Fallback xmlns="">
            <p:pic>
              <p:nvPicPr>
                <p:cNvPr id="47" name="Ink 46">
                  <a:extLst>
                    <a:ext uri="{FF2B5EF4-FFF2-40B4-BE49-F238E27FC236}">
                      <a16:creationId xmlns:a16="http://schemas.microsoft.com/office/drawing/2014/main" id="{9092F688-A21D-DE6B-21D2-D0B896689D48}"/>
                    </a:ext>
                  </a:extLst>
                </p:cNvPr>
                <p:cNvPicPr/>
                <p:nvPr/>
              </p:nvPicPr>
              <p:blipFill>
                <a:blip r:embed="rId54"/>
                <a:stretch>
                  <a:fillRect/>
                </a:stretch>
              </p:blipFill>
              <p:spPr>
                <a:xfrm>
                  <a:off x="14190210" y="767529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8" name="Ink 47">
                  <a:extLst>
                    <a:ext uri="{FF2B5EF4-FFF2-40B4-BE49-F238E27FC236}">
                      <a16:creationId xmlns:a16="http://schemas.microsoft.com/office/drawing/2014/main" id="{2F2CA082-4ADF-77B1-4736-F6D05F1B1B3D}"/>
                    </a:ext>
                  </a:extLst>
                </p14:cNvPr>
                <p14:cNvContentPartPr/>
                <p14:nvPr/>
              </p14:nvContentPartPr>
              <p14:xfrm>
                <a:off x="14298930" y="7737930"/>
                <a:ext cx="13680" cy="360"/>
              </p14:xfrm>
            </p:contentPart>
          </mc:Choice>
          <mc:Fallback xmlns="">
            <p:pic>
              <p:nvPicPr>
                <p:cNvPr id="48" name="Ink 47">
                  <a:extLst>
                    <a:ext uri="{FF2B5EF4-FFF2-40B4-BE49-F238E27FC236}">
                      <a16:creationId xmlns:a16="http://schemas.microsoft.com/office/drawing/2014/main" id="{2F2CA082-4ADF-77B1-4736-F6D05F1B1B3D}"/>
                    </a:ext>
                  </a:extLst>
                </p:cNvPr>
                <p:cNvPicPr/>
                <p:nvPr/>
              </p:nvPicPr>
              <p:blipFill>
                <a:blip r:embed="rId54"/>
                <a:stretch>
                  <a:fillRect/>
                </a:stretch>
              </p:blipFill>
              <p:spPr>
                <a:xfrm>
                  <a:off x="14236290" y="767529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9" name="Ink 48">
                  <a:extLst>
                    <a:ext uri="{FF2B5EF4-FFF2-40B4-BE49-F238E27FC236}">
                      <a16:creationId xmlns:a16="http://schemas.microsoft.com/office/drawing/2014/main" id="{8E959DFA-EBA2-533E-F8F1-5FB19284A015}"/>
                    </a:ext>
                  </a:extLst>
                </p14:cNvPr>
                <p14:cNvContentPartPr/>
                <p14:nvPr/>
              </p14:nvContentPartPr>
              <p14:xfrm>
                <a:off x="14333130" y="7737930"/>
                <a:ext cx="33120" cy="360"/>
              </p14:xfrm>
            </p:contentPart>
          </mc:Choice>
          <mc:Fallback xmlns="">
            <p:pic>
              <p:nvPicPr>
                <p:cNvPr id="49" name="Ink 48">
                  <a:extLst>
                    <a:ext uri="{FF2B5EF4-FFF2-40B4-BE49-F238E27FC236}">
                      <a16:creationId xmlns:a16="http://schemas.microsoft.com/office/drawing/2014/main" id="{8E959DFA-EBA2-533E-F8F1-5FB19284A015}"/>
                    </a:ext>
                  </a:extLst>
                </p:cNvPr>
                <p:cNvPicPr/>
                <p:nvPr/>
              </p:nvPicPr>
              <p:blipFill>
                <a:blip r:embed="rId38"/>
                <a:stretch>
                  <a:fillRect/>
                </a:stretch>
              </p:blipFill>
              <p:spPr>
                <a:xfrm>
                  <a:off x="14270130" y="7675290"/>
                  <a:ext cx="1587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0" name="Ink 49">
                  <a:extLst>
                    <a:ext uri="{FF2B5EF4-FFF2-40B4-BE49-F238E27FC236}">
                      <a16:creationId xmlns:a16="http://schemas.microsoft.com/office/drawing/2014/main" id="{E3B96F2F-4FE9-CC55-A63B-1E7F21E052A7}"/>
                    </a:ext>
                  </a:extLst>
                </p14:cNvPr>
                <p14:cNvContentPartPr/>
                <p14:nvPr/>
              </p14:nvContentPartPr>
              <p14:xfrm>
                <a:off x="14390370" y="7749450"/>
                <a:ext cx="66600" cy="25560"/>
              </p14:xfrm>
            </p:contentPart>
          </mc:Choice>
          <mc:Fallback xmlns="">
            <p:pic>
              <p:nvPicPr>
                <p:cNvPr id="50" name="Ink 49">
                  <a:extLst>
                    <a:ext uri="{FF2B5EF4-FFF2-40B4-BE49-F238E27FC236}">
                      <a16:creationId xmlns:a16="http://schemas.microsoft.com/office/drawing/2014/main" id="{E3B96F2F-4FE9-CC55-A63B-1E7F21E052A7}"/>
                    </a:ext>
                  </a:extLst>
                </p:cNvPr>
                <p:cNvPicPr/>
                <p:nvPr/>
              </p:nvPicPr>
              <p:blipFill>
                <a:blip r:embed="rId58"/>
                <a:stretch>
                  <a:fillRect/>
                </a:stretch>
              </p:blipFill>
              <p:spPr>
                <a:xfrm>
                  <a:off x="14327370" y="7686450"/>
                  <a:ext cx="1922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1" name="Ink 50">
                  <a:extLst>
                    <a:ext uri="{FF2B5EF4-FFF2-40B4-BE49-F238E27FC236}">
                      <a16:creationId xmlns:a16="http://schemas.microsoft.com/office/drawing/2014/main" id="{E8EAF3BE-BAE5-E066-FBB8-C689D21F11FA}"/>
                    </a:ext>
                  </a:extLst>
                </p14:cNvPr>
                <p14:cNvContentPartPr/>
                <p14:nvPr/>
              </p14:nvContentPartPr>
              <p14:xfrm>
                <a:off x="14470290" y="7784010"/>
                <a:ext cx="360" cy="360"/>
              </p14:xfrm>
            </p:contentPart>
          </mc:Choice>
          <mc:Fallback xmlns="">
            <p:pic>
              <p:nvPicPr>
                <p:cNvPr id="51" name="Ink 50">
                  <a:extLst>
                    <a:ext uri="{FF2B5EF4-FFF2-40B4-BE49-F238E27FC236}">
                      <a16:creationId xmlns:a16="http://schemas.microsoft.com/office/drawing/2014/main" id="{E8EAF3BE-BAE5-E066-FBB8-C689D21F11FA}"/>
                    </a:ext>
                  </a:extLst>
                </p:cNvPr>
                <p:cNvPicPr/>
                <p:nvPr/>
              </p:nvPicPr>
              <p:blipFill>
                <a:blip r:embed="rId8"/>
                <a:stretch>
                  <a:fillRect/>
                </a:stretch>
              </p:blipFill>
              <p:spPr>
                <a:xfrm>
                  <a:off x="14407290" y="77210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2" name="Ink 51">
                  <a:extLst>
                    <a:ext uri="{FF2B5EF4-FFF2-40B4-BE49-F238E27FC236}">
                      <a16:creationId xmlns:a16="http://schemas.microsoft.com/office/drawing/2014/main" id="{610C5E6B-D868-46A8-0796-E7B7DDF51F12}"/>
                    </a:ext>
                  </a:extLst>
                </p14:cNvPr>
                <p14:cNvContentPartPr/>
                <p14:nvPr/>
              </p14:nvContentPartPr>
              <p14:xfrm>
                <a:off x="14470290" y="7795170"/>
                <a:ext cx="2160" cy="360"/>
              </p14:xfrm>
            </p:contentPart>
          </mc:Choice>
          <mc:Fallback xmlns="">
            <p:pic>
              <p:nvPicPr>
                <p:cNvPr id="52" name="Ink 51">
                  <a:extLst>
                    <a:ext uri="{FF2B5EF4-FFF2-40B4-BE49-F238E27FC236}">
                      <a16:creationId xmlns:a16="http://schemas.microsoft.com/office/drawing/2014/main" id="{610C5E6B-D868-46A8-0796-E7B7DDF51F12}"/>
                    </a:ext>
                  </a:extLst>
                </p:cNvPr>
                <p:cNvPicPr/>
                <p:nvPr/>
              </p:nvPicPr>
              <p:blipFill>
                <a:blip r:embed="rId28"/>
                <a:stretch>
                  <a:fillRect/>
                </a:stretch>
              </p:blipFill>
              <p:spPr>
                <a:xfrm>
                  <a:off x="14407290" y="77325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3" name="Ink 52">
                  <a:extLst>
                    <a:ext uri="{FF2B5EF4-FFF2-40B4-BE49-F238E27FC236}">
                      <a16:creationId xmlns:a16="http://schemas.microsoft.com/office/drawing/2014/main" id="{6066D7A4-10E3-01F5-0564-20F4BCED9A10}"/>
                    </a:ext>
                  </a:extLst>
                </p14:cNvPr>
                <p14:cNvContentPartPr/>
                <p14:nvPr/>
              </p14:nvContentPartPr>
              <p14:xfrm>
                <a:off x="14481450" y="7806690"/>
                <a:ext cx="9360" cy="24120"/>
              </p14:xfrm>
            </p:contentPart>
          </mc:Choice>
          <mc:Fallback xmlns="">
            <p:pic>
              <p:nvPicPr>
                <p:cNvPr id="53" name="Ink 52">
                  <a:extLst>
                    <a:ext uri="{FF2B5EF4-FFF2-40B4-BE49-F238E27FC236}">
                      <a16:creationId xmlns:a16="http://schemas.microsoft.com/office/drawing/2014/main" id="{6066D7A4-10E3-01F5-0564-20F4BCED9A10}"/>
                    </a:ext>
                  </a:extLst>
                </p:cNvPr>
                <p:cNvPicPr/>
                <p:nvPr/>
              </p:nvPicPr>
              <p:blipFill>
                <a:blip r:embed="rId62"/>
                <a:stretch>
                  <a:fillRect/>
                </a:stretch>
              </p:blipFill>
              <p:spPr>
                <a:xfrm>
                  <a:off x="14418810" y="7743690"/>
                  <a:ext cx="1350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4" name="Ink 53">
                  <a:extLst>
                    <a:ext uri="{FF2B5EF4-FFF2-40B4-BE49-F238E27FC236}">
                      <a16:creationId xmlns:a16="http://schemas.microsoft.com/office/drawing/2014/main" id="{250C243A-67A9-D6D3-259E-AE261729E8D8}"/>
                    </a:ext>
                  </a:extLst>
                </p14:cNvPr>
                <p14:cNvContentPartPr/>
                <p14:nvPr/>
              </p14:nvContentPartPr>
              <p14:xfrm>
                <a:off x="14504850" y="7840530"/>
                <a:ext cx="360" cy="14040"/>
              </p14:xfrm>
            </p:contentPart>
          </mc:Choice>
          <mc:Fallback xmlns="">
            <p:pic>
              <p:nvPicPr>
                <p:cNvPr id="54" name="Ink 53">
                  <a:extLst>
                    <a:ext uri="{FF2B5EF4-FFF2-40B4-BE49-F238E27FC236}">
                      <a16:creationId xmlns:a16="http://schemas.microsoft.com/office/drawing/2014/main" id="{250C243A-67A9-D6D3-259E-AE261729E8D8}"/>
                    </a:ext>
                  </a:extLst>
                </p:cNvPr>
                <p:cNvPicPr/>
                <p:nvPr/>
              </p:nvPicPr>
              <p:blipFill>
                <a:blip r:embed="rId64"/>
                <a:stretch>
                  <a:fillRect/>
                </a:stretch>
              </p:blipFill>
              <p:spPr>
                <a:xfrm>
                  <a:off x="14441850" y="7777890"/>
                  <a:ext cx="1260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5" name="Ink 54">
                  <a:extLst>
                    <a:ext uri="{FF2B5EF4-FFF2-40B4-BE49-F238E27FC236}">
                      <a16:creationId xmlns:a16="http://schemas.microsoft.com/office/drawing/2014/main" id="{6FD33D03-860E-B453-7778-9EC448A6480E}"/>
                    </a:ext>
                  </a:extLst>
                </p14:cNvPr>
                <p14:cNvContentPartPr/>
                <p14:nvPr/>
              </p14:nvContentPartPr>
              <p14:xfrm>
                <a:off x="14504850" y="7886610"/>
                <a:ext cx="4680" cy="28800"/>
              </p14:xfrm>
            </p:contentPart>
          </mc:Choice>
          <mc:Fallback xmlns="">
            <p:pic>
              <p:nvPicPr>
                <p:cNvPr id="55" name="Ink 54">
                  <a:extLst>
                    <a:ext uri="{FF2B5EF4-FFF2-40B4-BE49-F238E27FC236}">
                      <a16:creationId xmlns:a16="http://schemas.microsoft.com/office/drawing/2014/main" id="{6FD33D03-860E-B453-7778-9EC448A6480E}"/>
                    </a:ext>
                  </a:extLst>
                </p:cNvPr>
                <p:cNvPicPr/>
                <p:nvPr/>
              </p:nvPicPr>
              <p:blipFill>
                <a:blip r:embed="rId66"/>
                <a:stretch>
                  <a:fillRect/>
                </a:stretch>
              </p:blipFill>
              <p:spPr>
                <a:xfrm>
                  <a:off x="14441850" y="7823610"/>
                  <a:ext cx="1303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6" name="Ink 55">
                  <a:extLst>
                    <a:ext uri="{FF2B5EF4-FFF2-40B4-BE49-F238E27FC236}">
                      <a16:creationId xmlns:a16="http://schemas.microsoft.com/office/drawing/2014/main" id="{42F4D0C3-0B6B-3FA7-8922-763B34126162}"/>
                    </a:ext>
                  </a:extLst>
                </p14:cNvPr>
                <p14:cNvContentPartPr/>
                <p14:nvPr/>
              </p14:nvContentPartPr>
              <p14:xfrm>
                <a:off x="14516010" y="7943850"/>
                <a:ext cx="360" cy="13680"/>
              </p14:xfrm>
            </p:contentPart>
          </mc:Choice>
          <mc:Fallback xmlns="">
            <p:pic>
              <p:nvPicPr>
                <p:cNvPr id="56" name="Ink 55">
                  <a:extLst>
                    <a:ext uri="{FF2B5EF4-FFF2-40B4-BE49-F238E27FC236}">
                      <a16:creationId xmlns:a16="http://schemas.microsoft.com/office/drawing/2014/main" id="{42F4D0C3-0B6B-3FA7-8922-763B34126162}"/>
                    </a:ext>
                  </a:extLst>
                </p:cNvPr>
                <p:cNvPicPr/>
                <p:nvPr/>
              </p:nvPicPr>
              <p:blipFill>
                <a:blip r:embed="rId64"/>
                <a:stretch>
                  <a:fillRect/>
                </a:stretch>
              </p:blipFill>
              <p:spPr>
                <a:xfrm>
                  <a:off x="14453370" y="7880850"/>
                  <a:ext cx="1260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7" name="Ink 56">
                  <a:extLst>
                    <a:ext uri="{FF2B5EF4-FFF2-40B4-BE49-F238E27FC236}">
                      <a16:creationId xmlns:a16="http://schemas.microsoft.com/office/drawing/2014/main" id="{8279DB24-19EF-57BF-81EA-8D5800EB00B0}"/>
                    </a:ext>
                  </a:extLst>
                </p14:cNvPr>
                <p14:cNvContentPartPr/>
                <p14:nvPr/>
              </p14:nvContentPartPr>
              <p14:xfrm>
                <a:off x="14516010" y="7977690"/>
                <a:ext cx="360" cy="360"/>
              </p14:xfrm>
            </p:contentPart>
          </mc:Choice>
          <mc:Fallback xmlns="">
            <p:pic>
              <p:nvPicPr>
                <p:cNvPr id="57" name="Ink 56">
                  <a:extLst>
                    <a:ext uri="{FF2B5EF4-FFF2-40B4-BE49-F238E27FC236}">
                      <a16:creationId xmlns:a16="http://schemas.microsoft.com/office/drawing/2014/main" id="{8279DB24-19EF-57BF-81EA-8D5800EB00B0}"/>
                    </a:ext>
                  </a:extLst>
                </p:cNvPr>
                <p:cNvPicPr/>
                <p:nvPr/>
              </p:nvPicPr>
              <p:blipFill>
                <a:blip r:embed="rId8"/>
                <a:stretch>
                  <a:fillRect/>
                </a:stretch>
              </p:blipFill>
              <p:spPr>
                <a:xfrm>
                  <a:off x="14453370" y="79150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8" name="Ink 57">
                  <a:extLst>
                    <a:ext uri="{FF2B5EF4-FFF2-40B4-BE49-F238E27FC236}">
                      <a16:creationId xmlns:a16="http://schemas.microsoft.com/office/drawing/2014/main" id="{3B6BF25B-C2B5-54E8-9CE7-ABE81938624C}"/>
                    </a:ext>
                  </a:extLst>
                </p14:cNvPr>
                <p14:cNvContentPartPr/>
                <p14:nvPr/>
              </p14:nvContentPartPr>
              <p14:xfrm>
                <a:off x="14516010" y="7977690"/>
                <a:ext cx="360" cy="360"/>
              </p14:xfrm>
            </p:contentPart>
          </mc:Choice>
          <mc:Fallback xmlns="">
            <p:pic>
              <p:nvPicPr>
                <p:cNvPr id="58" name="Ink 57">
                  <a:extLst>
                    <a:ext uri="{FF2B5EF4-FFF2-40B4-BE49-F238E27FC236}">
                      <a16:creationId xmlns:a16="http://schemas.microsoft.com/office/drawing/2014/main" id="{3B6BF25B-C2B5-54E8-9CE7-ABE81938624C}"/>
                    </a:ext>
                  </a:extLst>
                </p:cNvPr>
                <p:cNvPicPr/>
                <p:nvPr/>
              </p:nvPicPr>
              <p:blipFill>
                <a:blip r:embed="rId8"/>
                <a:stretch>
                  <a:fillRect/>
                </a:stretch>
              </p:blipFill>
              <p:spPr>
                <a:xfrm>
                  <a:off x="14453370" y="79150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9" name="Ink 58">
                  <a:extLst>
                    <a:ext uri="{FF2B5EF4-FFF2-40B4-BE49-F238E27FC236}">
                      <a16:creationId xmlns:a16="http://schemas.microsoft.com/office/drawing/2014/main" id="{B64810B0-D5E4-8843-6E7F-40395BFA4C8C}"/>
                    </a:ext>
                  </a:extLst>
                </p14:cNvPr>
                <p14:cNvContentPartPr/>
                <p14:nvPr/>
              </p14:nvContentPartPr>
              <p14:xfrm>
                <a:off x="14481450" y="7989570"/>
                <a:ext cx="360" cy="360"/>
              </p14:xfrm>
            </p:contentPart>
          </mc:Choice>
          <mc:Fallback xmlns="">
            <p:pic>
              <p:nvPicPr>
                <p:cNvPr id="59" name="Ink 58">
                  <a:extLst>
                    <a:ext uri="{FF2B5EF4-FFF2-40B4-BE49-F238E27FC236}">
                      <a16:creationId xmlns:a16="http://schemas.microsoft.com/office/drawing/2014/main" id="{B64810B0-D5E4-8843-6E7F-40395BFA4C8C}"/>
                    </a:ext>
                  </a:extLst>
                </p:cNvPr>
                <p:cNvPicPr/>
                <p:nvPr/>
              </p:nvPicPr>
              <p:blipFill>
                <a:blip r:embed="rId8"/>
                <a:stretch>
                  <a:fillRect/>
                </a:stretch>
              </p:blipFill>
              <p:spPr>
                <a:xfrm>
                  <a:off x="14418810" y="7926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0" name="Ink 59">
                  <a:extLst>
                    <a:ext uri="{FF2B5EF4-FFF2-40B4-BE49-F238E27FC236}">
                      <a16:creationId xmlns:a16="http://schemas.microsoft.com/office/drawing/2014/main" id="{EECE439A-E7D2-A1C4-06ED-72E1F4D03714}"/>
                    </a:ext>
                  </a:extLst>
                </p14:cNvPr>
                <p14:cNvContentPartPr/>
                <p14:nvPr/>
              </p14:nvContentPartPr>
              <p14:xfrm>
                <a:off x="14450130" y="7984890"/>
                <a:ext cx="9360" cy="5040"/>
              </p14:xfrm>
            </p:contentPart>
          </mc:Choice>
          <mc:Fallback xmlns="">
            <p:pic>
              <p:nvPicPr>
                <p:cNvPr id="60" name="Ink 59">
                  <a:extLst>
                    <a:ext uri="{FF2B5EF4-FFF2-40B4-BE49-F238E27FC236}">
                      <a16:creationId xmlns:a16="http://schemas.microsoft.com/office/drawing/2014/main" id="{EECE439A-E7D2-A1C4-06ED-72E1F4D03714}"/>
                    </a:ext>
                  </a:extLst>
                </p:cNvPr>
                <p:cNvPicPr/>
                <p:nvPr/>
              </p:nvPicPr>
              <p:blipFill>
                <a:blip r:embed="rId72"/>
                <a:stretch>
                  <a:fillRect/>
                </a:stretch>
              </p:blipFill>
              <p:spPr>
                <a:xfrm>
                  <a:off x="14387130" y="7922250"/>
                  <a:ext cx="1350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1" name="Ink 60">
                  <a:extLst>
                    <a:ext uri="{FF2B5EF4-FFF2-40B4-BE49-F238E27FC236}">
                      <a16:creationId xmlns:a16="http://schemas.microsoft.com/office/drawing/2014/main" id="{4C81EBCC-1AFB-C70E-02E5-AC3A616C06DB}"/>
                    </a:ext>
                  </a:extLst>
                </p14:cNvPr>
                <p14:cNvContentPartPr/>
                <p14:nvPr/>
              </p14:nvContentPartPr>
              <p14:xfrm>
                <a:off x="14399730" y="7932330"/>
                <a:ext cx="2160" cy="360"/>
              </p14:xfrm>
            </p:contentPart>
          </mc:Choice>
          <mc:Fallback xmlns="">
            <p:pic>
              <p:nvPicPr>
                <p:cNvPr id="61" name="Ink 60">
                  <a:extLst>
                    <a:ext uri="{FF2B5EF4-FFF2-40B4-BE49-F238E27FC236}">
                      <a16:creationId xmlns:a16="http://schemas.microsoft.com/office/drawing/2014/main" id="{4C81EBCC-1AFB-C70E-02E5-AC3A616C06DB}"/>
                    </a:ext>
                  </a:extLst>
                </p:cNvPr>
                <p:cNvPicPr/>
                <p:nvPr/>
              </p:nvPicPr>
              <p:blipFill>
                <a:blip r:embed="rId28"/>
                <a:stretch>
                  <a:fillRect/>
                </a:stretch>
              </p:blipFill>
              <p:spPr>
                <a:xfrm>
                  <a:off x="14336730" y="786969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2" name="Ink 61">
                  <a:extLst>
                    <a:ext uri="{FF2B5EF4-FFF2-40B4-BE49-F238E27FC236}">
                      <a16:creationId xmlns:a16="http://schemas.microsoft.com/office/drawing/2014/main" id="{6F09A533-906D-9F62-48F1-E0958E8FB1B1}"/>
                    </a:ext>
                  </a:extLst>
                </p14:cNvPr>
                <p14:cNvContentPartPr/>
                <p14:nvPr/>
              </p14:nvContentPartPr>
              <p14:xfrm>
                <a:off x="14385690" y="7907130"/>
                <a:ext cx="4680" cy="2160"/>
              </p14:xfrm>
            </p:contentPart>
          </mc:Choice>
          <mc:Fallback xmlns="">
            <p:pic>
              <p:nvPicPr>
                <p:cNvPr id="62" name="Ink 61">
                  <a:extLst>
                    <a:ext uri="{FF2B5EF4-FFF2-40B4-BE49-F238E27FC236}">
                      <a16:creationId xmlns:a16="http://schemas.microsoft.com/office/drawing/2014/main" id="{6F09A533-906D-9F62-48F1-E0958E8FB1B1}"/>
                    </a:ext>
                  </a:extLst>
                </p:cNvPr>
                <p:cNvPicPr/>
                <p:nvPr/>
              </p:nvPicPr>
              <p:blipFill>
                <a:blip r:embed="rId75"/>
                <a:stretch>
                  <a:fillRect/>
                </a:stretch>
              </p:blipFill>
              <p:spPr>
                <a:xfrm>
                  <a:off x="14323050" y="784449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3" name="Ink 62">
                  <a:extLst>
                    <a:ext uri="{FF2B5EF4-FFF2-40B4-BE49-F238E27FC236}">
                      <a16:creationId xmlns:a16="http://schemas.microsoft.com/office/drawing/2014/main" id="{E9F1BB8A-1AB0-3EE0-0374-BDAAFCDA0004}"/>
                    </a:ext>
                  </a:extLst>
                </p14:cNvPr>
                <p14:cNvContentPartPr/>
                <p14:nvPr/>
              </p14:nvContentPartPr>
              <p14:xfrm>
                <a:off x="14344290" y="7886610"/>
                <a:ext cx="360" cy="360"/>
              </p14:xfrm>
            </p:contentPart>
          </mc:Choice>
          <mc:Fallback xmlns="">
            <p:pic>
              <p:nvPicPr>
                <p:cNvPr id="63" name="Ink 62">
                  <a:extLst>
                    <a:ext uri="{FF2B5EF4-FFF2-40B4-BE49-F238E27FC236}">
                      <a16:creationId xmlns:a16="http://schemas.microsoft.com/office/drawing/2014/main" id="{E9F1BB8A-1AB0-3EE0-0374-BDAAFCDA0004}"/>
                    </a:ext>
                  </a:extLst>
                </p:cNvPr>
                <p:cNvPicPr/>
                <p:nvPr/>
              </p:nvPicPr>
              <p:blipFill>
                <a:blip r:embed="rId8"/>
                <a:stretch>
                  <a:fillRect/>
                </a:stretch>
              </p:blipFill>
              <p:spPr>
                <a:xfrm>
                  <a:off x="14281650" y="7823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4" name="Ink 63">
                  <a:extLst>
                    <a:ext uri="{FF2B5EF4-FFF2-40B4-BE49-F238E27FC236}">
                      <a16:creationId xmlns:a16="http://schemas.microsoft.com/office/drawing/2014/main" id="{7DCD1114-871C-2DAF-6D7B-88A667B212A0}"/>
                    </a:ext>
                  </a:extLst>
                </p14:cNvPr>
                <p14:cNvContentPartPr/>
                <p14:nvPr/>
              </p14:nvContentPartPr>
              <p14:xfrm>
                <a:off x="14344290" y="7909290"/>
                <a:ext cx="4680" cy="28800"/>
              </p14:xfrm>
            </p:contentPart>
          </mc:Choice>
          <mc:Fallback xmlns="">
            <p:pic>
              <p:nvPicPr>
                <p:cNvPr id="64" name="Ink 63">
                  <a:extLst>
                    <a:ext uri="{FF2B5EF4-FFF2-40B4-BE49-F238E27FC236}">
                      <a16:creationId xmlns:a16="http://schemas.microsoft.com/office/drawing/2014/main" id="{7DCD1114-871C-2DAF-6D7B-88A667B212A0}"/>
                    </a:ext>
                  </a:extLst>
                </p:cNvPr>
                <p:cNvPicPr/>
                <p:nvPr/>
              </p:nvPicPr>
              <p:blipFill>
                <a:blip r:embed="rId78"/>
                <a:stretch>
                  <a:fillRect/>
                </a:stretch>
              </p:blipFill>
              <p:spPr>
                <a:xfrm>
                  <a:off x="14281650" y="7846290"/>
                  <a:ext cx="1303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5" name="Ink 64">
                  <a:extLst>
                    <a:ext uri="{FF2B5EF4-FFF2-40B4-BE49-F238E27FC236}">
                      <a16:creationId xmlns:a16="http://schemas.microsoft.com/office/drawing/2014/main" id="{5A70A461-0750-C48A-439C-9438987DF9E3}"/>
                    </a:ext>
                  </a:extLst>
                </p14:cNvPr>
                <p14:cNvContentPartPr/>
                <p14:nvPr/>
              </p14:nvContentPartPr>
              <p14:xfrm>
                <a:off x="14355810" y="7955010"/>
                <a:ext cx="16560" cy="28440"/>
              </p14:xfrm>
            </p:contentPart>
          </mc:Choice>
          <mc:Fallback xmlns="">
            <p:pic>
              <p:nvPicPr>
                <p:cNvPr id="65" name="Ink 64">
                  <a:extLst>
                    <a:ext uri="{FF2B5EF4-FFF2-40B4-BE49-F238E27FC236}">
                      <a16:creationId xmlns:a16="http://schemas.microsoft.com/office/drawing/2014/main" id="{5A70A461-0750-C48A-439C-9438987DF9E3}"/>
                    </a:ext>
                  </a:extLst>
                </p:cNvPr>
                <p:cNvPicPr/>
                <p:nvPr/>
              </p:nvPicPr>
              <p:blipFill>
                <a:blip r:embed="rId80"/>
                <a:stretch>
                  <a:fillRect/>
                </a:stretch>
              </p:blipFill>
              <p:spPr>
                <a:xfrm>
                  <a:off x="14292810" y="7892370"/>
                  <a:ext cx="1422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6" name="Ink 65">
                  <a:extLst>
                    <a:ext uri="{FF2B5EF4-FFF2-40B4-BE49-F238E27FC236}">
                      <a16:creationId xmlns:a16="http://schemas.microsoft.com/office/drawing/2014/main" id="{3205757A-2629-B4CC-196B-EB9F4345C3B0}"/>
                    </a:ext>
                  </a:extLst>
                </p14:cNvPr>
                <p14:cNvContentPartPr/>
                <p14:nvPr/>
              </p14:nvContentPartPr>
              <p14:xfrm>
                <a:off x="14390370" y="8001090"/>
                <a:ext cx="6840" cy="360"/>
              </p14:xfrm>
            </p:contentPart>
          </mc:Choice>
          <mc:Fallback xmlns="">
            <p:pic>
              <p:nvPicPr>
                <p:cNvPr id="66" name="Ink 65">
                  <a:extLst>
                    <a:ext uri="{FF2B5EF4-FFF2-40B4-BE49-F238E27FC236}">
                      <a16:creationId xmlns:a16="http://schemas.microsoft.com/office/drawing/2014/main" id="{3205757A-2629-B4CC-196B-EB9F4345C3B0}"/>
                    </a:ext>
                  </a:extLst>
                </p:cNvPr>
                <p:cNvPicPr/>
                <p:nvPr/>
              </p:nvPicPr>
              <p:blipFill>
                <a:blip r:embed="rId32"/>
                <a:stretch>
                  <a:fillRect/>
                </a:stretch>
              </p:blipFill>
              <p:spPr>
                <a:xfrm>
                  <a:off x="14327370" y="793809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7" name="Ink 66">
                  <a:extLst>
                    <a:ext uri="{FF2B5EF4-FFF2-40B4-BE49-F238E27FC236}">
                      <a16:creationId xmlns:a16="http://schemas.microsoft.com/office/drawing/2014/main" id="{D559B214-770B-CDCC-15E4-11F2A12BD7DB}"/>
                    </a:ext>
                  </a:extLst>
                </p14:cNvPr>
                <p14:cNvContentPartPr/>
                <p14:nvPr/>
              </p14:nvContentPartPr>
              <p14:xfrm>
                <a:off x="14381370" y="8012250"/>
                <a:ext cx="9360" cy="13680"/>
              </p14:xfrm>
            </p:contentPart>
          </mc:Choice>
          <mc:Fallback xmlns="">
            <p:pic>
              <p:nvPicPr>
                <p:cNvPr id="67" name="Ink 66">
                  <a:extLst>
                    <a:ext uri="{FF2B5EF4-FFF2-40B4-BE49-F238E27FC236}">
                      <a16:creationId xmlns:a16="http://schemas.microsoft.com/office/drawing/2014/main" id="{D559B214-770B-CDCC-15E4-11F2A12BD7DB}"/>
                    </a:ext>
                  </a:extLst>
                </p:cNvPr>
                <p:cNvPicPr/>
                <p:nvPr/>
              </p:nvPicPr>
              <p:blipFill>
                <a:blip r:embed="rId83"/>
                <a:stretch>
                  <a:fillRect/>
                </a:stretch>
              </p:blipFill>
              <p:spPr>
                <a:xfrm>
                  <a:off x="14318730" y="7949610"/>
                  <a:ext cx="1350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8" name="Ink 67">
                  <a:extLst>
                    <a:ext uri="{FF2B5EF4-FFF2-40B4-BE49-F238E27FC236}">
                      <a16:creationId xmlns:a16="http://schemas.microsoft.com/office/drawing/2014/main" id="{22445A89-5804-4631-FED6-6EFBD367F30F}"/>
                    </a:ext>
                  </a:extLst>
                </p14:cNvPr>
                <p14:cNvContentPartPr/>
                <p14:nvPr/>
              </p14:nvContentPartPr>
              <p14:xfrm>
                <a:off x="14367690" y="8034930"/>
                <a:ext cx="360" cy="360"/>
              </p14:xfrm>
            </p:contentPart>
          </mc:Choice>
          <mc:Fallback xmlns="">
            <p:pic>
              <p:nvPicPr>
                <p:cNvPr id="68" name="Ink 67">
                  <a:extLst>
                    <a:ext uri="{FF2B5EF4-FFF2-40B4-BE49-F238E27FC236}">
                      <a16:creationId xmlns:a16="http://schemas.microsoft.com/office/drawing/2014/main" id="{22445A89-5804-4631-FED6-6EFBD367F30F}"/>
                    </a:ext>
                  </a:extLst>
                </p:cNvPr>
                <p:cNvPicPr/>
                <p:nvPr/>
              </p:nvPicPr>
              <p:blipFill>
                <a:blip r:embed="rId8"/>
                <a:stretch>
                  <a:fillRect/>
                </a:stretch>
              </p:blipFill>
              <p:spPr>
                <a:xfrm>
                  <a:off x="1430469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9" name="Ink 68">
                  <a:extLst>
                    <a:ext uri="{FF2B5EF4-FFF2-40B4-BE49-F238E27FC236}">
                      <a16:creationId xmlns:a16="http://schemas.microsoft.com/office/drawing/2014/main" id="{79ABA204-0E5A-60A4-8DE5-D1A2A9ADE470}"/>
                    </a:ext>
                  </a:extLst>
                </p14:cNvPr>
                <p14:cNvContentPartPr/>
                <p14:nvPr/>
              </p14:nvContentPartPr>
              <p14:xfrm>
                <a:off x="14344290" y="8023770"/>
                <a:ext cx="360" cy="360"/>
              </p14:xfrm>
            </p:contentPart>
          </mc:Choice>
          <mc:Fallback xmlns="">
            <p:pic>
              <p:nvPicPr>
                <p:cNvPr id="69" name="Ink 68">
                  <a:extLst>
                    <a:ext uri="{FF2B5EF4-FFF2-40B4-BE49-F238E27FC236}">
                      <a16:creationId xmlns:a16="http://schemas.microsoft.com/office/drawing/2014/main" id="{79ABA204-0E5A-60A4-8DE5-D1A2A9ADE470}"/>
                    </a:ext>
                  </a:extLst>
                </p:cNvPr>
                <p:cNvPicPr/>
                <p:nvPr/>
              </p:nvPicPr>
              <p:blipFill>
                <a:blip r:embed="rId8"/>
                <a:stretch>
                  <a:fillRect/>
                </a:stretch>
              </p:blipFill>
              <p:spPr>
                <a:xfrm>
                  <a:off x="14281650" y="7960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0" name="Ink 69">
                  <a:extLst>
                    <a:ext uri="{FF2B5EF4-FFF2-40B4-BE49-F238E27FC236}">
                      <a16:creationId xmlns:a16="http://schemas.microsoft.com/office/drawing/2014/main" id="{208A5D43-0247-E764-71B0-3AA2B9B3665D}"/>
                    </a:ext>
                  </a:extLst>
                </p14:cNvPr>
                <p14:cNvContentPartPr/>
                <p14:nvPr/>
              </p14:nvContentPartPr>
              <p14:xfrm>
                <a:off x="14310450" y="8012250"/>
                <a:ext cx="360" cy="360"/>
              </p14:xfrm>
            </p:contentPart>
          </mc:Choice>
          <mc:Fallback xmlns="">
            <p:pic>
              <p:nvPicPr>
                <p:cNvPr id="70" name="Ink 69">
                  <a:extLst>
                    <a:ext uri="{FF2B5EF4-FFF2-40B4-BE49-F238E27FC236}">
                      <a16:creationId xmlns:a16="http://schemas.microsoft.com/office/drawing/2014/main" id="{208A5D43-0247-E764-71B0-3AA2B9B3665D}"/>
                    </a:ext>
                  </a:extLst>
                </p:cNvPr>
                <p:cNvPicPr/>
                <p:nvPr/>
              </p:nvPicPr>
              <p:blipFill>
                <a:blip r:embed="rId8"/>
                <a:stretch>
                  <a:fillRect/>
                </a:stretch>
              </p:blipFill>
              <p:spPr>
                <a:xfrm>
                  <a:off x="14247450" y="79496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1" name="Ink 70">
                  <a:extLst>
                    <a:ext uri="{FF2B5EF4-FFF2-40B4-BE49-F238E27FC236}">
                      <a16:creationId xmlns:a16="http://schemas.microsoft.com/office/drawing/2014/main" id="{C415530A-FB7E-4F3A-58AC-DCB56BE2145C}"/>
                    </a:ext>
                  </a:extLst>
                </p14:cNvPr>
                <p14:cNvContentPartPr/>
                <p14:nvPr/>
              </p14:nvContentPartPr>
              <p14:xfrm>
                <a:off x="14287050" y="7989570"/>
                <a:ext cx="360" cy="360"/>
              </p14:xfrm>
            </p:contentPart>
          </mc:Choice>
          <mc:Fallback xmlns="">
            <p:pic>
              <p:nvPicPr>
                <p:cNvPr id="71" name="Ink 70">
                  <a:extLst>
                    <a:ext uri="{FF2B5EF4-FFF2-40B4-BE49-F238E27FC236}">
                      <a16:creationId xmlns:a16="http://schemas.microsoft.com/office/drawing/2014/main" id="{C415530A-FB7E-4F3A-58AC-DCB56BE2145C}"/>
                    </a:ext>
                  </a:extLst>
                </p:cNvPr>
                <p:cNvPicPr/>
                <p:nvPr/>
              </p:nvPicPr>
              <p:blipFill>
                <a:blip r:embed="rId8"/>
                <a:stretch>
                  <a:fillRect/>
                </a:stretch>
              </p:blipFill>
              <p:spPr>
                <a:xfrm>
                  <a:off x="14224410" y="7926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2" name="Ink 71">
                  <a:extLst>
                    <a:ext uri="{FF2B5EF4-FFF2-40B4-BE49-F238E27FC236}">
                      <a16:creationId xmlns:a16="http://schemas.microsoft.com/office/drawing/2014/main" id="{618A150C-5AFF-B8AA-D6FE-D6BB4F3C98CA}"/>
                    </a:ext>
                  </a:extLst>
                </p14:cNvPr>
                <p14:cNvContentPartPr/>
                <p14:nvPr/>
              </p14:nvContentPartPr>
              <p14:xfrm>
                <a:off x="14282730" y="7941690"/>
                <a:ext cx="4680" cy="2160"/>
              </p14:xfrm>
            </p:contentPart>
          </mc:Choice>
          <mc:Fallback xmlns="">
            <p:pic>
              <p:nvPicPr>
                <p:cNvPr id="72" name="Ink 71">
                  <a:extLst>
                    <a:ext uri="{FF2B5EF4-FFF2-40B4-BE49-F238E27FC236}">
                      <a16:creationId xmlns:a16="http://schemas.microsoft.com/office/drawing/2014/main" id="{618A150C-5AFF-B8AA-D6FE-D6BB4F3C98CA}"/>
                    </a:ext>
                  </a:extLst>
                </p:cNvPr>
                <p:cNvPicPr/>
                <p:nvPr/>
              </p:nvPicPr>
              <p:blipFill>
                <a:blip r:embed="rId75"/>
                <a:stretch>
                  <a:fillRect/>
                </a:stretch>
              </p:blipFill>
              <p:spPr>
                <a:xfrm>
                  <a:off x="14219730" y="787905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3" name="Ink 72">
                  <a:extLst>
                    <a:ext uri="{FF2B5EF4-FFF2-40B4-BE49-F238E27FC236}">
                      <a16:creationId xmlns:a16="http://schemas.microsoft.com/office/drawing/2014/main" id="{F5663A0A-6ABA-5A32-AFE8-17BDA856DA6D}"/>
                    </a:ext>
                  </a:extLst>
                </p14:cNvPr>
                <p14:cNvContentPartPr/>
                <p14:nvPr/>
              </p14:nvContentPartPr>
              <p14:xfrm>
                <a:off x="14275890" y="7907130"/>
                <a:ext cx="360" cy="2160"/>
              </p14:xfrm>
            </p:contentPart>
          </mc:Choice>
          <mc:Fallback xmlns="">
            <p:pic>
              <p:nvPicPr>
                <p:cNvPr id="73" name="Ink 72">
                  <a:extLst>
                    <a:ext uri="{FF2B5EF4-FFF2-40B4-BE49-F238E27FC236}">
                      <a16:creationId xmlns:a16="http://schemas.microsoft.com/office/drawing/2014/main" id="{F5663A0A-6ABA-5A32-AFE8-17BDA856DA6D}"/>
                    </a:ext>
                  </a:extLst>
                </p:cNvPr>
                <p:cNvPicPr/>
                <p:nvPr/>
              </p:nvPicPr>
              <p:blipFill>
                <a:blip r:embed="rId90"/>
                <a:stretch>
                  <a:fillRect/>
                </a:stretch>
              </p:blipFill>
              <p:spPr>
                <a:xfrm>
                  <a:off x="14212890" y="784449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4" name="Ink 73">
                  <a:extLst>
                    <a:ext uri="{FF2B5EF4-FFF2-40B4-BE49-F238E27FC236}">
                      <a16:creationId xmlns:a16="http://schemas.microsoft.com/office/drawing/2014/main" id="{5B7346F8-ECE4-7F95-30F8-F1A2D1EDD1D6}"/>
                    </a:ext>
                  </a:extLst>
                </p14:cNvPr>
                <p14:cNvContentPartPr/>
                <p14:nvPr/>
              </p14:nvContentPartPr>
              <p14:xfrm>
                <a:off x="14264370" y="7861770"/>
                <a:ext cx="360" cy="2160"/>
              </p14:xfrm>
            </p:contentPart>
          </mc:Choice>
          <mc:Fallback xmlns="">
            <p:pic>
              <p:nvPicPr>
                <p:cNvPr id="74" name="Ink 73">
                  <a:extLst>
                    <a:ext uri="{FF2B5EF4-FFF2-40B4-BE49-F238E27FC236}">
                      <a16:creationId xmlns:a16="http://schemas.microsoft.com/office/drawing/2014/main" id="{5B7346F8-ECE4-7F95-30F8-F1A2D1EDD1D6}"/>
                    </a:ext>
                  </a:extLst>
                </p:cNvPr>
                <p:cNvPicPr/>
                <p:nvPr/>
              </p:nvPicPr>
              <p:blipFill>
                <a:blip r:embed="rId90"/>
                <a:stretch>
                  <a:fillRect/>
                </a:stretch>
              </p:blipFill>
              <p:spPr>
                <a:xfrm>
                  <a:off x="14201730" y="779913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5" name="Ink 74">
                  <a:extLst>
                    <a:ext uri="{FF2B5EF4-FFF2-40B4-BE49-F238E27FC236}">
                      <a16:creationId xmlns:a16="http://schemas.microsoft.com/office/drawing/2014/main" id="{62F2BE49-1A33-E499-77E1-CB083F46B756}"/>
                    </a:ext>
                  </a:extLst>
                </p14:cNvPr>
                <p14:cNvContentPartPr/>
                <p14:nvPr/>
              </p14:nvContentPartPr>
              <p14:xfrm>
                <a:off x="14264370" y="7852410"/>
                <a:ext cx="360" cy="2160"/>
              </p14:xfrm>
            </p:contentPart>
          </mc:Choice>
          <mc:Fallback xmlns="">
            <p:pic>
              <p:nvPicPr>
                <p:cNvPr id="75" name="Ink 74">
                  <a:extLst>
                    <a:ext uri="{FF2B5EF4-FFF2-40B4-BE49-F238E27FC236}">
                      <a16:creationId xmlns:a16="http://schemas.microsoft.com/office/drawing/2014/main" id="{62F2BE49-1A33-E499-77E1-CB083F46B756}"/>
                    </a:ext>
                  </a:extLst>
                </p:cNvPr>
                <p:cNvPicPr/>
                <p:nvPr/>
              </p:nvPicPr>
              <p:blipFill>
                <a:blip r:embed="rId90"/>
                <a:stretch>
                  <a:fillRect/>
                </a:stretch>
              </p:blipFill>
              <p:spPr>
                <a:xfrm>
                  <a:off x="14201730" y="778977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6" name="Ink 75">
                  <a:extLst>
                    <a:ext uri="{FF2B5EF4-FFF2-40B4-BE49-F238E27FC236}">
                      <a16:creationId xmlns:a16="http://schemas.microsoft.com/office/drawing/2014/main" id="{6C7D6E0C-8DA3-16F3-EFE8-03157243AEB4}"/>
                    </a:ext>
                  </a:extLst>
                </p14:cNvPr>
                <p14:cNvContentPartPr/>
                <p14:nvPr/>
              </p14:nvContentPartPr>
              <p14:xfrm>
                <a:off x="14264370" y="7863930"/>
                <a:ext cx="360" cy="33120"/>
              </p14:xfrm>
            </p:contentPart>
          </mc:Choice>
          <mc:Fallback xmlns="">
            <p:pic>
              <p:nvPicPr>
                <p:cNvPr id="76" name="Ink 75">
                  <a:extLst>
                    <a:ext uri="{FF2B5EF4-FFF2-40B4-BE49-F238E27FC236}">
                      <a16:creationId xmlns:a16="http://schemas.microsoft.com/office/drawing/2014/main" id="{6C7D6E0C-8DA3-16F3-EFE8-03157243AEB4}"/>
                    </a:ext>
                  </a:extLst>
                </p:cNvPr>
                <p:cNvPicPr/>
                <p:nvPr/>
              </p:nvPicPr>
              <p:blipFill>
                <a:blip r:embed="rId94"/>
                <a:stretch>
                  <a:fillRect/>
                </a:stretch>
              </p:blipFill>
              <p:spPr>
                <a:xfrm>
                  <a:off x="14201730" y="7800930"/>
                  <a:ext cx="1260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7" name="Ink 76">
                  <a:extLst>
                    <a:ext uri="{FF2B5EF4-FFF2-40B4-BE49-F238E27FC236}">
                      <a16:creationId xmlns:a16="http://schemas.microsoft.com/office/drawing/2014/main" id="{9D950C93-3E7D-D214-6B3A-F8A18B33E099}"/>
                    </a:ext>
                  </a:extLst>
                </p14:cNvPr>
                <p14:cNvContentPartPr/>
                <p14:nvPr/>
              </p14:nvContentPartPr>
              <p14:xfrm>
                <a:off x="14264370" y="7932330"/>
                <a:ext cx="360" cy="79920"/>
              </p14:xfrm>
            </p:contentPart>
          </mc:Choice>
          <mc:Fallback xmlns="">
            <p:pic>
              <p:nvPicPr>
                <p:cNvPr id="77" name="Ink 76">
                  <a:extLst>
                    <a:ext uri="{FF2B5EF4-FFF2-40B4-BE49-F238E27FC236}">
                      <a16:creationId xmlns:a16="http://schemas.microsoft.com/office/drawing/2014/main" id="{9D950C93-3E7D-D214-6B3A-F8A18B33E099}"/>
                    </a:ext>
                  </a:extLst>
                </p:cNvPr>
                <p:cNvPicPr/>
                <p:nvPr/>
              </p:nvPicPr>
              <p:blipFill>
                <a:blip r:embed="rId96"/>
                <a:stretch>
                  <a:fillRect/>
                </a:stretch>
              </p:blipFill>
              <p:spPr>
                <a:xfrm>
                  <a:off x="14201730" y="7869690"/>
                  <a:ext cx="1260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8" name="Ink 77">
                  <a:extLst>
                    <a:ext uri="{FF2B5EF4-FFF2-40B4-BE49-F238E27FC236}">
                      <a16:creationId xmlns:a16="http://schemas.microsoft.com/office/drawing/2014/main" id="{55972F7B-8893-D861-C7D7-BB768981CB3F}"/>
                    </a:ext>
                  </a:extLst>
                </p14:cNvPr>
                <p14:cNvContentPartPr/>
                <p14:nvPr/>
              </p14:nvContentPartPr>
              <p14:xfrm>
                <a:off x="14264370" y="8046450"/>
                <a:ext cx="360" cy="2520"/>
              </p14:xfrm>
            </p:contentPart>
          </mc:Choice>
          <mc:Fallback xmlns="">
            <p:pic>
              <p:nvPicPr>
                <p:cNvPr id="78" name="Ink 77">
                  <a:extLst>
                    <a:ext uri="{FF2B5EF4-FFF2-40B4-BE49-F238E27FC236}">
                      <a16:creationId xmlns:a16="http://schemas.microsoft.com/office/drawing/2014/main" id="{55972F7B-8893-D861-C7D7-BB768981CB3F}"/>
                    </a:ext>
                  </a:extLst>
                </p:cNvPr>
                <p:cNvPicPr/>
                <p:nvPr/>
              </p:nvPicPr>
              <p:blipFill>
                <a:blip r:embed="rId15"/>
                <a:stretch>
                  <a:fillRect/>
                </a:stretch>
              </p:blipFill>
              <p:spPr>
                <a:xfrm>
                  <a:off x="14201730" y="798345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9" name="Ink 78">
                  <a:extLst>
                    <a:ext uri="{FF2B5EF4-FFF2-40B4-BE49-F238E27FC236}">
                      <a16:creationId xmlns:a16="http://schemas.microsoft.com/office/drawing/2014/main" id="{0A3A86C3-91C4-D73F-1814-DE4EAACA0A7C}"/>
                    </a:ext>
                  </a:extLst>
                </p14:cNvPr>
                <p14:cNvContentPartPr/>
                <p14:nvPr/>
              </p14:nvContentPartPr>
              <p14:xfrm>
                <a:off x="14264370" y="8069490"/>
                <a:ext cx="360" cy="360"/>
              </p14:xfrm>
            </p:contentPart>
          </mc:Choice>
          <mc:Fallback xmlns="">
            <p:pic>
              <p:nvPicPr>
                <p:cNvPr id="79" name="Ink 78">
                  <a:extLst>
                    <a:ext uri="{FF2B5EF4-FFF2-40B4-BE49-F238E27FC236}">
                      <a16:creationId xmlns:a16="http://schemas.microsoft.com/office/drawing/2014/main" id="{0A3A86C3-91C4-D73F-1814-DE4EAACA0A7C}"/>
                    </a:ext>
                  </a:extLst>
                </p:cNvPr>
                <p:cNvPicPr/>
                <p:nvPr/>
              </p:nvPicPr>
              <p:blipFill>
                <a:blip r:embed="rId8"/>
                <a:stretch>
                  <a:fillRect/>
                </a:stretch>
              </p:blipFill>
              <p:spPr>
                <a:xfrm>
                  <a:off x="1420173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0" name="Ink 79">
                  <a:extLst>
                    <a:ext uri="{FF2B5EF4-FFF2-40B4-BE49-F238E27FC236}">
                      <a16:creationId xmlns:a16="http://schemas.microsoft.com/office/drawing/2014/main" id="{FE29CCEB-F887-E430-9ABD-771F6D4B0B82}"/>
                    </a:ext>
                  </a:extLst>
                </p14:cNvPr>
                <p14:cNvContentPartPr/>
                <p14:nvPr/>
              </p14:nvContentPartPr>
              <p14:xfrm>
                <a:off x="14264370" y="8056170"/>
                <a:ext cx="360" cy="2520"/>
              </p14:xfrm>
            </p:contentPart>
          </mc:Choice>
          <mc:Fallback xmlns="">
            <p:pic>
              <p:nvPicPr>
                <p:cNvPr id="80" name="Ink 79">
                  <a:extLst>
                    <a:ext uri="{FF2B5EF4-FFF2-40B4-BE49-F238E27FC236}">
                      <a16:creationId xmlns:a16="http://schemas.microsoft.com/office/drawing/2014/main" id="{FE29CCEB-F887-E430-9ABD-771F6D4B0B82}"/>
                    </a:ext>
                  </a:extLst>
                </p:cNvPr>
                <p:cNvPicPr/>
                <p:nvPr/>
              </p:nvPicPr>
              <p:blipFill>
                <a:blip r:embed="rId90"/>
                <a:stretch>
                  <a:fillRect/>
                </a:stretch>
              </p:blipFill>
              <p:spPr>
                <a:xfrm>
                  <a:off x="14201730" y="799353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1" name="Ink 80">
                  <a:extLst>
                    <a:ext uri="{FF2B5EF4-FFF2-40B4-BE49-F238E27FC236}">
                      <a16:creationId xmlns:a16="http://schemas.microsoft.com/office/drawing/2014/main" id="{6900B6A7-25BA-49AB-58DD-E67BBF241FE2}"/>
                    </a:ext>
                  </a:extLst>
                </p14:cNvPr>
                <p14:cNvContentPartPr/>
                <p14:nvPr/>
              </p14:nvContentPartPr>
              <p14:xfrm>
                <a:off x="14173290" y="7989570"/>
                <a:ext cx="360" cy="360"/>
              </p14:xfrm>
            </p:contentPart>
          </mc:Choice>
          <mc:Fallback xmlns="">
            <p:pic>
              <p:nvPicPr>
                <p:cNvPr id="81" name="Ink 80">
                  <a:extLst>
                    <a:ext uri="{FF2B5EF4-FFF2-40B4-BE49-F238E27FC236}">
                      <a16:creationId xmlns:a16="http://schemas.microsoft.com/office/drawing/2014/main" id="{6900B6A7-25BA-49AB-58DD-E67BBF241FE2}"/>
                    </a:ext>
                  </a:extLst>
                </p:cNvPr>
                <p:cNvPicPr/>
                <p:nvPr/>
              </p:nvPicPr>
              <p:blipFill>
                <a:blip r:embed="rId8"/>
                <a:stretch>
                  <a:fillRect/>
                </a:stretch>
              </p:blipFill>
              <p:spPr>
                <a:xfrm>
                  <a:off x="14110290" y="79269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2" name="Ink 81">
                  <a:extLst>
                    <a:ext uri="{FF2B5EF4-FFF2-40B4-BE49-F238E27FC236}">
                      <a16:creationId xmlns:a16="http://schemas.microsoft.com/office/drawing/2014/main" id="{E8147D87-9511-53F2-024B-0B9556C56B06}"/>
                    </a:ext>
                  </a:extLst>
                </p14:cNvPr>
                <p14:cNvContentPartPr/>
                <p14:nvPr/>
              </p14:nvContentPartPr>
              <p14:xfrm>
                <a:off x="14173290" y="7975890"/>
                <a:ext cx="360" cy="2160"/>
              </p14:xfrm>
            </p:contentPart>
          </mc:Choice>
          <mc:Fallback xmlns="">
            <p:pic>
              <p:nvPicPr>
                <p:cNvPr id="82" name="Ink 81">
                  <a:extLst>
                    <a:ext uri="{FF2B5EF4-FFF2-40B4-BE49-F238E27FC236}">
                      <a16:creationId xmlns:a16="http://schemas.microsoft.com/office/drawing/2014/main" id="{E8147D87-9511-53F2-024B-0B9556C56B06}"/>
                    </a:ext>
                  </a:extLst>
                </p:cNvPr>
                <p:cNvPicPr/>
                <p:nvPr/>
              </p:nvPicPr>
              <p:blipFill>
                <a:blip r:embed="rId15"/>
                <a:stretch>
                  <a:fillRect/>
                </a:stretch>
              </p:blipFill>
              <p:spPr>
                <a:xfrm>
                  <a:off x="14110290" y="791289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3" name="Ink 82">
                  <a:extLst>
                    <a:ext uri="{FF2B5EF4-FFF2-40B4-BE49-F238E27FC236}">
                      <a16:creationId xmlns:a16="http://schemas.microsoft.com/office/drawing/2014/main" id="{639F30DC-D30C-B67A-0F4B-94CCA2F360B1}"/>
                    </a:ext>
                  </a:extLst>
                </p14:cNvPr>
                <p14:cNvContentPartPr/>
                <p14:nvPr/>
              </p14:nvContentPartPr>
              <p14:xfrm>
                <a:off x="14161770" y="7930530"/>
                <a:ext cx="360" cy="2160"/>
              </p14:xfrm>
            </p:contentPart>
          </mc:Choice>
          <mc:Fallback xmlns="">
            <p:pic>
              <p:nvPicPr>
                <p:cNvPr id="83" name="Ink 82">
                  <a:extLst>
                    <a:ext uri="{FF2B5EF4-FFF2-40B4-BE49-F238E27FC236}">
                      <a16:creationId xmlns:a16="http://schemas.microsoft.com/office/drawing/2014/main" id="{639F30DC-D30C-B67A-0F4B-94CCA2F360B1}"/>
                    </a:ext>
                  </a:extLst>
                </p:cNvPr>
                <p:cNvPicPr/>
                <p:nvPr/>
              </p:nvPicPr>
              <p:blipFill>
                <a:blip r:embed="rId15"/>
                <a:stretch>
                  <a:fillRect/>
                </a:stretch>
              </p:blipFill>
              <p:spPr>
                <a:xfrm>
                  <a:off x="14099130" y="786753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4" name="Ink 83">
                  <a:extLst>
                    <a:ext uri="{FF2B5EF4-FFF2-40B4-BE49-F238E27FC236}">
                      <a16:creationId xmlns:a16="http://schemas.microsoft.com/office/drawing/2014/main" id="{15769F36-BBBF-7730-28FB-91F65028760E}"/>
                    </a:ext>
                  </a:extLst>
                </p14:cNvPr>
                <p14:cNvContentPartPr/>
                <p14:nvPr/>
              </p14:nvContentPartPr>
              <p14:xfrm>
                <a:off x="14161770" y="7909290"/>
                <a:ext cx="360" cy="6840"/>
              </p14:xfrm>
            </p:contentPart>
          </mc:Choice>
          <mc:Fallback xmlns="">
            <p:pic>
              <p:nvPicPr>
                <p:cNvPr id="84" name="Ink 83">
                  <a:extLst>
                    <a:ext uri="{FF2B5EF4-FFF2-40B4-BE49-F238E27FC236}">
                      <a16:creationId xmlns:a16="http://schemas.microsoft.com/office/drawing/2014/main" id="{15769F36-BBBF-7730-28FB-91F65028760E}"/>
                    </a:ext>
                  </a:extLst>
                </p:cNvPr>
                <p:cNvPicPr/>
                <p:nvPr/>
              </p:nvPicPr>
              <p:blipFill>
                <a:blip r:embed="rId104"/>
                <a:stretch>
                  <a:fillRect/>
                </a:stretch>
              </p:blipFill>
              <p:spPr>
                <a:xfrm>
                  <a:off x="14099130" y="7846290"/>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5" name="Ink 84">
                  <a:extLst>
                    <a:ext uri="{FF2B5EF4-FFF2-40B4-BE49-F238E27FC236}">
                      <a16:creationId xmlns:a16="http://schemas.microsoft.com/office/drawing/2014/main" id="{CCAFA89F-A9D0-6753-BB0B-6565C11684DD}"/>
                    </a:ext>
                  </a:extLst>
                </p14:cNvPr>
                <p14:cNvContentPartPr/>
                <p14:nvPr/>
              </p14:nvContentPartPr>
              <p14:xfrm>
                <a:off x="14161770" y="7955010"/>
                <a:ext cx="360" cy="44640"/>
              </p14:xfrm>
            </p:contentPart>
          </mc:Choice>
          <mc:Fallback xmlns="">
            <p:pic>
              <p:nvPicPr>
                <p:cNvPr id="85" name="Ink 84">
                  <a:extLst>
                    <a:ext uri="{FF2B5EF4-FFF2-40B4-BE49-F238E27FC236}">
                      <a16:creationId xmlns:a16="http://schemas.microsoft.com/office/drawing/2014/main" id="{CCAFA89F-A9D0-6753-BB0B-6565C11684DD}"/>
                    </a:ext>
                  </a:extLst>
                </p:cNvPr>
                <p:cNvPicPr/>
                <p:nvPr/>
              </p:nvPicPr>
              <p:blipFill>
                <a:blip r:embed="rId106"/>
                <a:stretch>
                  <a:fillRect/>
                </a:stretch>
              </p:blipFill>
              <p:spPr>
                <a:xfrm>
                  <a:off x="14099130" y="7892370"/>
                  <a:ext cx="12600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6" name="Ink 85">
                  <a:extLst>
                    <a:ext uri="{FF2B5EF4-FFF2-40B4-BE49-F238E27FC236}">
                      <a16:creationId xmlns:a16="http://schemas.microsoft.com/office/drawing/2014/main" id="{88663DB5-9110-FF7F-F09A-A2EF56473FB4}"/>
                    </a:ext>
                  </a:extLst>
                </p14:cNvPr>
                <p14:cNvContentPartPr/>
                <p14:nvPr/>
              </p14:nvContentPartPr>
              <p14:xfrm>
                <a:off x="14161770" y="8034930"/>
                <a:ext cx="360" cy="6840"/>
              </p14:xfrm>
            </p:contentPart>
          </mc:Choice>
          <mc:Fallback xmlns="">
            <p:pic>
              <p:nvPicPr>
                <p:cNvPr id="86" name="Ink 85">
                  <a:extLst>
                    <a:ext uri="{FF2B5EF4-FFF2-40B4-BE49-F238E27FC236}">
                      <a16:creationId xmlns:a16="http://schemas.microsoft.com/office/drawing/2014/main" id="{88663DB5-9110-FF7F-F09A-A2EF56473FB4}"/>
                    </a:ext>
                  </a:extLst>
                </p:cNvPr>
                <p:cNvPicPr/>
                <p:nvPr/>
              </p:nvPicPr>
              <p:blipFill>
                <a:blip r:embed="rId104"/>
                <a:stretch>
                  <a:fillRect/>
                </a:stretch>
              </p:blipFill>
              <p:spPr>
                <a:xfrm>
                  <a:off x="14099130" y="7972290"/>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7" name="Ink 86">
                  <a:extLst>
                    <a:ext uri="{FF2B5EF4-FFF2-40B4-BE49-F238E27FC236}">
                      <a16:creationId xmlns:a16="http://schemas.microsoft.com/office/drawing/2014/main" id="{AE250E82-9944-9C87-CD84-52036E8D3A4F}"/>
                    </a:ext>
                  </a:extLst>
                </p14:cNvPr>
                <p14:cNvContentPartPr/>
                <p14:nvPr/>
              </p14:nvContentPartPr>
              <p14:xfrm>
                <a:off x="14161770" y="8069490"/>
                <a:ext cx="360" cy="360"/>
              </p14:xfrm>
            </p:contentPart>
          </mc:Choice>
          <mc:Fallback xmlns="">
            <p:pic>
              <p:nvPicPr>
                <p:cNvPr id="87" name="Ink 86">
                  <a:extLst>
                    <a:ext uri="{FF2B5EF4-FFF2-40B4-BE49-F238E27FC236}">
                      <a16:creationId xmlns:a16="http://schemas.microsoft.com/office/drawing/2014/main" id="{AE250E82-9944-9C87-CD84-52036E8D3A4F}"/>
                    </a:ext>
                  </a:extLst>
                </p:cNvPr>
                <p:cNvPicPr/>
                <p:nvPr/>
              </p:nvPicPr>
              <p:blipFill>
                <a:blip r:embed="rId8"/>
                <a:stretch>
                  <a:fillRect/>
                </a:stretch>
              </p:blipFill>
              <p:spPr>
                <a:xfrm>
                  <a:off x="1409913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88" name="Ink 87">
                  <a:extLst>
                    <a:ext uri="{FF2B5EF4-FFF2-40B4-BE49-F238E27FC236}">
                      <a16:creationId xmlns:a16="http://schemas.microsoft.com/office/drawing/2014/main" id="{19EFA0CB-A61E-7E6C-C0B3-99E10ED0D0BE}"/>
                    </a:ext>
                  </a:extLst>
                </p14:cNvPr>
                <p14:cNvContentPartPr/>
                <p14:nvPr/>
              </p14:nvContentPartPr>
              <p14:xfrm>
                <a:off x="14161770" y="8046450"/>
                <a:ext cx="360" cy="360"/>
              </p14:xfrm>
            </p:contentPart>
          </mc:Choice>
          <mc:Fallback xmlns="">
            <p:pic>
              <p:nvPicPr>
                <p:cNvPr id="88" name="Ink 87">
                  <a:extLst>
                    <a:ext uri="{FF2B5EF4-FFF2-40B4-BE49-F238E27FC236}">
                      <a16:creationId xmlns:a16="http://schemas.microsoft.com/office/drawing/2014/main" id="{19EFA0CB-A61E-7E6C-C0B3-99E10ED0D0BE}"/>
                    </a:ext>
                  </a:extLst>
                </p:cNvPr>
                <p:cNvPicPr/>
                <p:nvPr/>
              </p:nvPicPr>
              <p:blipFill>
                <a:blip r:embed="rId8"/>
                <a:stretch>
                  <a:fillRect/>
                </a:stretch>
              </p:blipFill>
              <p:spPr>
                <a:xfrm>
                  <a:off x="14099130" y="79834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9" name="Ink 88">
                  <a:extLst>
                    <a:ext uri="{FF2B5EF4-FFF2-40B4-BE49-F238E27FC236}">
                      <a16:creationId xmlns:a16="http://schemas.microsoft.com/office/drawing/2014/main" id="{A93FB8E2-6543-1717-4788-0F448E7ABD85}"/>
                    </a:ext>
                  </a:extLst>
                </p14:cNvPr>
                <p14:cNvContentPartPr/>
                <p14:nvPr/>
              </p14:nvContentPartPr>
              <p14:xfrm>
                <a:off x="14116050" y="8023770"/>
                <a:ext cx="360" cy="360"/>
              </p14:xfrm>
            </p:contentPart>
          </mc:Choice>
          <mc:Fallback xmlns="">
            <p:pic>
              <p:nvPicPr>
                <p:cNvPr id="89" name="Ink 88">
                  <a:extLst>
                    <a:ext uri="{FF2B5EF4-FFF2-40B4-BE49-F238E27FC236}">
                      <a16:creationId xmlns:a16="http://schemas.microsoft.com/office/drawing/2014/main" id="{A93FB8E2-6543-1717-4788-0F448E7ABD85}"/>
                    </a:ext>
                  </a:extLst>
                </p:cNvPr>
                <p:cNvPicPr/>
                <p:nvPr/>
              </p:nvPicPr>
              <p:blipFill>
                <a:blip r:embed="rId8"/>
                <a:stretch>
                  <a:fillRect/>
                </a:stretch>
              </p:blipFill>
              <p:spPr>
                <a:xfrm>
                  <a:off x="14053050" y="7960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0" name="Ink 89">
                  <a:extLst>
                    <a:ext uri="{FF2B5EF4-FFF2-40B4-BE49-F238E27FC236}">
                      <a16:creationId xmlns:a16="http://schemas.microsoft.com/office/drawing/2014/main" id="{33497B00-7746-62B9-C63F-20B20124A4B0}"/>
                    </a:ext>
                  </a:extLst>
                </p14:cNvPr>
                <p14:cNvContentPartPr/>
                <p14:nvPr/>
              </p14:nvContentPartPr>
              <p14:xfrm>
                <a:off x="14116050" y="8023770"/>
                <a:ext cx="360" cy="360"/>
              </p14:xfrm>
            </p:contentPart>
          </mc:Choice>
          <mc:Fallback xmlns="">
            <p:pic>
              <p:nvPicPr>
                <p:cNvPr id="90" name="Ink 89">
                  <a:extLst>
                    <a:ext uri="{FF2B5EF4-FFF2-40B4-BE49-F238E27FC236}">
                      <a16:creationId xmlns:a16="http://schemas.microsoft.com/office/drawing/2014/main" id="{33497B00-7746-62B9-C63F-20B20124A4B0}"/>
                    </a:ext>
                  </a:extLst>
                </p:cNvPr>
                <p:cNvPicPr/>
                <p:nvPr/>
              </p:nvPicPr>
              <p:blipFill>
                <a:blip r:embed="rId8"/>
                <a:stretch>
                  <a:fillRect/>
                </a:stretch>
              </p:blipFill>
              <p:spPr>
                <a:xfrm>
                  <a:off x="14053050" y="7960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1" name="Ink 90">
                  <a:extLst>
                    <a:ext uri="{FF2B5EF4-FFF2-40B4-BE49-F238E27FC236}">
                      <a16:creationId xmlns:a16="http://schemas.microsoft.com/office/drawing/2014/main" id="{0513530A-6EED-C016-D7B8-D47A03BA80D5}"/>
                    </a:ext>
                  </a:extLst>
                </p14:cNvPr>
                <p14:cNvContentPartPr/>
                <p14:nvPr/>
              </p14:nvContentPartPr>
              <p14:xfrm>
                <a:off x="14116050" y="8001090"/>
                <a:ext cx="360" cy="360"/>
              </p14:xfrm>
            </p:contentPart>
          </mc:Choice>
          <mc:Fallback xmlns="">
            <p:pic>
              <p:nvPicPr>
                <p:cNvPr id="91" name="Ink 90">
                  <a:extLst>
                    <a:ext uri="{FF2B5EF4-FFF2-40B4-BE49-F238E27FC236}">
                      <a16:creationId xmlns:a16="http://schemas.microsoft.com/office/drawing/2014/main" id="{0513530A-6EED-C016-D7B8-D47A03BA80D5}"/>
                    </a:ext>
                  </a:extLst>
                </p:cNvPr>
                <p:cNvPicPr/>
                <p:nvPr/>
              </p:nvPicPr>
              <p:blipFill>
                <a:blip r:embed="rId8"/>
                <a:stretch>
                  <a:fillRect/>
                </a:stretch>
              </p:blipFill>
              <p:spPr>
                <a:xfrm>
                  <a:off x="14053050" y="79380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2" name="Ink 91">
                  <a:extLst>
                    <a:ext uri="{FF2B5EF4-FFF2-40B4-BE49-F238E27FC236}">
                      <a16:creationId xmlns:a16="http://schemas.microsoft.com/office/drawing/2014/main" id="{13D1980E-E344-AAC5-2848-57FE6CC166E4}"/>
                    </a:ext>
                  </a:extLst>
                </p14:cNvPr>
                <p14:cNvContentPartPr/>
                <p14:nvPr/>
              </p14:nvContentPartPr>
              <p14:xfrm>
                <a:off x="14116050" y="7987770"/>
                <a:ext cx="360" cy="2520"/>
              </p14:xfrm>
            </p:contentPart>
          </mc:Choice>
          <mc:Fallback xmlns="">
            <p:pic>
              <p:nvPicPr>
                <p:cNvPr id="92" name="Ink 91">
                  <a:extLst>
                    <a:ext uri="{FF2B5EF4-FFF2-40B4-BE49-F238E27FC236}">
                      <a16:creationId xmlns:a16="http://schemas.microsoft.com/office/drawing/2014/main" id="{13D1980E-E344-AAC5-2848-57FE6CC166E4}"/>
                    </a:ext>
                  </a:extLst>
                </p:cNvPr>
                <p:cNvPicPr/>
                <p:nvPr/>
              </p:nvPicPr>
              <p:blipFill>
                <a:blip r:embed="rId15"/>
                <a:stretch>
                  <a:fillRect/>
                </a:stretch>
              </p:blipFill>
              <p:spPr>
                <a:xfrm>
                  <a:off x="14053050" y="792477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3" name="Ink 92">
                  <a:extLst>
                    <a:ext uri="{FF2B5EF4-FFF2-40B4-BE49-F238E27FC236}">
                      <a16:creationId xmlns:a16="http://schemas.microsoft.com/office/drawing/2014/main" id="{2DCA729C-2EE7-3D37-6BD4-FCDDC1AE21F3}"/>
                    </a:ext>
                  </a:extLst>
                </p14:cNvPr>
                <p14:cNvContentPartPr/>
                <p14:nvPr/>
              </p14:nvContentPartPr>
              <p14:xfrm>
                <a:off x="14116050" y="7966530"/>
                <a:ext cx="360" cy="360"/>
              </p14:xfrm>
            </p:contentPart>
          </mc:Choice>
          <mc:Fallback xmlns="">
            <p:pic>
              <p:nvPicPr>
                <p:cNvPr id="93" name="Ink 92">
                  <a:extLst>
                    <a:ext uri="{FF2B5EF4-FFF2-40B4-BE49-F238E27FC236}">
                      <a16:creationId xmlns:a16="http://schemas.microsoft.com/office/drawing/2014/main" id="{2DCA729C-2EE7-3D37-6BD4-FCDDC1AE21F3}"/>
                    </a:ext>
                  </a:extLst>
                </p:cNvPr>
                <p:cNvPicPr/>
                <p:nvPr/>
              </p:nvPicPr>
              <p:blipFill>
                <a:blip r:embed="rId8"/>
                <a:stretch>
                  <a:fillRect/>
                </a:stretch>
              </p:blipFill>
              <p:spPr>
                <a:xfrm>
                  <a:off x="140530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4" name="Ink 93">
                  <a:extLst>
                    <a:ext uri="{FF2B5EF4-FFF2-40B4-BE49-F238E27FC236}">
                      <a16:creationId xmlns:a16="http://schemas.microsoft.com/office/drawing/2014/main" id="{F0020DFF-9156-D545-C17B-6BE23D950C95}"/>
                    </a:ext>
                  </a:extLst>
                </p14:cNvPr>
                <p14:cNvContentPartPr/>
                <p14:nvPr/>
              </p14:nvContentPartPr>
              <p14:xfrm>
                <a:off x="14093370" y="7909290"/>
                <a:ext cx="360" cy="360"/>
              </p14:xfrm>
            </p:contentPart>
          </mc:Choice>
          <mc:Fallback xmlns="">
            <p:pic>
              <p:nvPicPr>
                <p:cNvPr id="94" name="Ink 93">
                  <a:extLst>
                    <a:ext uri="{FF2B5EF4-FFF2-40B4-BE49-F238E27FC236}">
                      <a16:creationId xmlns:a16="http://schemas.microsoft.com/office/drawing/2014/main" id="{F0020DFF-9156-D545-C17B-6BE23D950C95}"/>
                    </a:ext>
                  </a:extLst>
                </p:cNvPr>
                <p:cNvPicPr/>
                <p:nvPr/>
              </p:nvPicPr>
              <p:blipFill>
                <a:blip r:embed="rId8"/>
                <a:stretch>
                  <a:fillRect/>
                </a:stretch>
              </p:blipFill>
              <p:spPr>
                <a:xfrm>
                  <a:off x="1403037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5" name="Ink 94">
                  <a:extLst>
                    <a:ext uri="{FF2B5EF4-FFF2-40B4-BE49-F238E27FC236}">
                      <a16:creationId xmlns:a16="http://schemas.microsoft.com/office/drawing/2014/main" id="{5ABC345E-B152-148F-3D71-EB32B1F72418}"/>
                    </a:ext>
                  </a:extLst>
                </p14:cNvPr>
                <p14:cNvContentPartPr/>
                <p14:nvPr/>
              </p14:nvContentPartPr>
              <p14:xfrm>
                <a:off x="14093370" y="7909290"/>
                <a:ext cx="360" cy="14040"/>
              </p14:xfrm>
            </p:contentPart>
          </mc:Choice>
          <mc:Fallback xmlns="">
            <p:pic>
              <p:nvPicPr>
                <p:cNvPr id="95" name="Ink 94">
                  <a:extLst>
                    <a:ext uri="{FF2B5EF4-FFF2-40B4-BE49-F238E27FC236}">
                      <a16:creationId xmlns:a16="http://schemas.microsoft.com/office/drawing/2014/main" id="{5ABC345E-B152-148F-3D71-EB32B1F72418}"/>
                    </a:ext>
                  </a:extLst>
                </p:cNvPr>
                <p:cNvPicPr/>
                <p:nvPr/>
              </p:nvPicPr>
              <p:blipFill>
                <a:blip r:embed="rId64"/>
                <a:stretch>
                  <a:fillRect/>
                </a:stretch>
              </p:blipFill>
              <p:spPr>
                <a:xfrm>
                  <a:off x="14030370" y="7846290"/>
                  <a:ext cx="1260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6" name="Ink 95">
                  <a:extLst>
                    <a:ext uri="{FF2B5EF4-FFF2-40B4-BE49-F238E27FC236}">
                      <a16:creationId xmlns:a16="http://schemas.microsoft.com/office/drawing/2014/main" id="{149D9BE8-BCE0-8132-172F-5550C4C7CE7E}"/>
                    </a:ext>
                  </a:extLst>
                </p14:cNvPr>
                <p14:cNvContentPartPr/>
                <p14:nvPr/>
              </p14:nvContentPartPr>
              <p14:xfrm>
                <a:off x="14093370" y="7943850"/>
                <a:ext cx="360" cy="22680"/>
              </p14:xfrm>
            </p:contentPart>
          </mc:Choice>
          <mc:Fallback xmlns="">
            <p:pic>
              <p:nvPicPr>
                <p:cNvPr id="96" name="Ink 95">
                  <a:extLst>
                    <a:ext uri="{FF2B5EF4-FFF2-40B4-BE49-F238E27FC236}">
                      <a16:creationId xmlns:a16="http://schemas.microsoft.com/office/drawing/2014/main" id="{149D9BE8-BCE0-8132-172F-5550C4C7CE7E}"/>
                    </a:ext>
                  </a:extLst>
                </p:cNvPr>
                <p:cNvPicPr/>
                <p:nvPr/>
              </p:nvPicPr>
              <p:blipFill>
                <a:blip r:embed="rId118"/>
                <a:stretch>
                  <a:fillRect/>
                </a:stretch>
              </p:blipFill>
              <p:spPr>
                <a:xfrm>
                  <a:off x="14030370" y="7880850"/>
                  <a:ext cx="12600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97" name="Ink 96">
                  <a:extLst>
                    <a:ext uri="{FF2B5EF4-FFF2-40B4-BE49-F238E27FC236}">
                      <a16:creationId xmlns:a16="http://schemas.microsoft.com/office/drawing/2014/main" id="{A87481FF-11EE-3DC6-103D-565EB33010BF}"/>
                    </a:ext>
                  </a:extLst>
                </p14:cNvPr>
                <p14:cNvContentPartPr/>
                <p14:nvPr/>
              </p14:nvContentPartPr>
              <p14:xfrm>
                <a:off x="14093370" y="8001090"/>
                <a:ext cx="360" cy="6840"/>
              </p14:xfrm>
            </p:contentPart>
          </mc:Choice>
          <mc:Fallback xmlns="">
            <p:pic>
              <p:nvPicPr>
                <p:cNvPr id="97" name="Ink 96">
                  <a:extLst>
                    <a:ext uri="{FF2B5EF4-FFF2-40B4-BE49-F238E27FC236}">
                      <a16:creationId xmlns:a16="http://schemas.microsoft.com/office/drawing/2014/main" id="{A87481FF-11EE-3DC6-103D-565EB33010BF}"/>
                    </a:ext>
                  </a:extLst>
                </p:cNvPr>
                <p:cNvPicPr/>
                <p:nvPr/>
              </p:nvPicPr>
              <p:blipFill>
                <a:blip r:embed="rId104"/>
                <a:stretch>
                  <a:fillRect/>
                </a:stretch>
              </p:blipFill>
              <p:spPr>
                <a:xfrm>
                  <a:off x="14030370" y="7938090"/>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8" name="Ink 97">
                  <a:extLst>
                    <a:ext uri="{FF2B5EF4-FFF2-40B4-BE49-F238E27FC236}">
                      <a16:creationId xmlns:a16="http://schemas.microsoft.com/office/drawing/2014/main" id="{4932E98E-820C-981F-A003-95A586A9CFD1}"/>
                    </a:ext>
                  </a:extLst>
                </p14:cNvPr>
                <p14:cNvContentPartPr/>
                <p14:nvPr/>
              </p14:nvContentPartPr>
              <p14:xfrm>
                <a:off x="14077170" y="8034930"/>
                <a:ext cx="16560" cy="64440"/>
              </p14:xfrm>
            </p:contentPart>
          </mc:Choice>
          <mc:Fallback xmlns="">
            <p:pic>
              <p:nvPicPr>
                <p:cNvPr id="98" name="Ink 97">
                  <a:extLst>
                    <a:ext uri="{FF2B5EF4-FFF2-40B4-BE49-F238E27FC236}">
                      <a16:creationId xmlns:a16="http://schemas.microsoft.com/office/drawing/2014/main" id="{4932E98E-820C-981F-A003-95A586A9CFD1}"/>
                    </a:ext>
                  </a:extLst>
                </p:cNvPr>
                <p:cNvPicPr/>
                <p:nvPr/>
              </p:nvPicPr>
              <p:blipFill>
                <a:blip r:embed="rId121"/>
                <a:stretch>
                  <a:fillRect/>
                </a:stretch>
              </p:blipFill>
              <p:spPr>
                <a:xfrm>
                  <a:off x="14014170" y="7972290"/>
                  <a:ext cx="1422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9" name="Ink 98">
                  <a:extLst>
                    <a:ext uri="{FF2B5EF4-FFF2-40B4-BE49-F238E27FC236}">
                      <a16:creationId xmlns:a16="http://schemas.microsoft.com/office/drawing/2014/main" id="{B7DF478E-F470-DE35-B958-41BE4459CCC6}"/>
                    </a:ext>
                  </a:extLst>
                </p14:cNvPr>
                <p14:cNvContentPartPr/>
                <p14:nvPr/>
              </p14:nvContentPartPr>
              <p14:xfrm>
                <a:off x="14069970" y="8113050"/>
                <a:ext cx="360" cy="2160"/>
              </p14:xfrm>
            </p:contentPart>
          </mc:Choice>
          <mc:Fallback xmlns="">
            <p:pic>
              <p:nvPicPr>
                <p:cNvPr id="99" name="Ink 98">
                  <a:extLst>
                    <a:ext uri="{FF2B5EF4-FFF2-40B4-BE49-F238E27FC236}">
                      <a16:creationId xmlns:a16="http://schemas.microsoft.com/office/drawing/2014/main" id="{B7DF478E-F470-DE35-B958-41BE4459CCC6}"/>
                    </a:ext>
                  </a:extLst>
                </p:cNvPr>
                <p:cNvPicPr/>
                <p:nvPr/>
              </p:nvPicPr>
              <p:blipFill>
                <a:blip r:embed="rId15"/>
                <a:stretch>
                  <a:fillRect/>
                </a:stretch>
              </p:blipFill>
              <p:spPr>
                <a:xfrm>
                  <a:off x="14007330" y="805005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0" name="Ink 99">
                  <a:extLst>
                    <a:ext uri="{FF2B5EF4-FFF2-40B4-BE49-F238E27FC236}">
                      <a16:creationId xmlns:a16="http://schemas.microsoft.com/office/drawing/2014/main" id="{1241273F-E86E-4116-0866-56B11415AC10}"/>
                    </a:ext>
                  </a:extLst>
                </p14:cNvPr>
                <p14:cNvContentPartPr/>
                <p14:nvPr/>
              </p14:nvContentPartPr>
              <p14:xfrm>
                <a:off x="14042970" y="8090370"/>
                <a:ext cx="4680" cy="2160"/>
              </p14:xfrm>
            </p:contentPart>
          </mc:Choice>
          <mc:Fallback xmlns="">
            <p:pic>
              <p:nvPicPr>
                <p:cNvPr id="100" name="Ink 99">
                  <a:extLst>
                    <a:ext uri="{FF2B5EF4-FFF2-40B4-BE49-F238E27FC236}">
                      <a16:creationId xmlns:a16="http://schemas.microsoft.com/office/drawing/2014/main" id="{1241273F-E86E-4116-0866-56B11415AC10}"/>
                    </a:ext>
                  </a:extLst>
                </p:cNvPr>
                <p:cNvPicPr/>
                <p:nvPr/>
              </p:nvPicPr>
              <p:blipFill>
                <a:blip r:embed="rId6"/>
                <a:stretch>
                  <a:fillRect/>
                </a:stretch>
              </p:blipFill>
              <p:spPr>
                <a:xfrm>
                  <a:off x="13979970" y="802737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1" name="Ink 100">
                  <a:extLst>
                    <a:ext uri="{FF2B5EF4-FFF2-40B4-BE49-F238E27FC236}">
                      <a16:creationId xmlns:a16="http://schemas.microsoft.com/office/drawing/2014/main" id="{346F55A1-EC7B-8191-FEBD-C2268978EEE4}"/>
                    </a:ext>
                  </a:extLst>
                </p14:cNvPr>
                <p14:cNvContentPartPr/>
                <p14:nvPr/>
              </p14:nvContentPartPr>
              <p14:xfrm>
                <a:off x="14036130" y="8081010"/>
                <a:ext cx="360" cy="360"/>
              </p14:xfrm>
            </p:contentPart>
          </mc:Choice>
          <mc:Fallback xmlns="">
            <p:pic>
              <p:nvPicPr>
                <p:cNvPr id="101" name="Ink 100">
                  <a:extLst>
                    <a:ext uri="{FF2B5EF4-FFF2-40B4-BE49-F238E27FC236}">
                      <a16:creationId xmlns:a16="http://schemas.microsoft.com/office/drawing/2014/main" id="{346F55A1-EC7B-8191-FEBD-C2268978EEE4}"/>
                    </a:ext>
                  </a:extLst>
                </p:cNvPr>
                <p:cNvPicPr/>
                <p:nvPr/>
              </p:nvPicPr>
              <p:blipFill>
                <a:blip r:embed="rId8"/>
                <a:stretch>
                  <a:fillRect/>
                </a:stretch>
              </p:blipFill>
              <p:spPr>
                <a:xfrm>
                  <a:off x="13973130" y="801801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2" name="Ink 101">
                  <a:extLst>
                    <a:ext uri="{FF2B5EF4-FFF2-40B4-BE49-F238E27FC236}">
                      <a16:creationId xmlns:a16="http://schemas.microsoft.com/office/drawing/2014/main" id="{1E16C6FB-0E64-60A0-CF6F-666914E22834}"/>
                    </a:ext>
                  </a:extLst>
                </p14:cNvPr>
                <p14:cNvContentPartPr/>
                <p14:nvPr/>
              </p14:nvContentPartPr>
              <p14:xfrm>
                <a:off x="13983210" y="8039970"/>
                <a:ext cx="7200" cy="6840"/>
              </p14:xfrm>
            </p:contentPart>
          </mc:Choice>
          <mc:Fallback xmlns="">
            <p:pic>
              <p:nvPicPr>
                <p:cNvPr id="102" name="Ink 101">
                  <a:extLst>
                    <a:ext uri="{FF2B5EF4-FFF2-40B4-BE49-F238E27FC236}">
                      <a16:creationId xmlns:a16="http://schemas.microsoft.com/office/drawing/2014/main" id="{1E16C6FB-0E64-60A0-CF6F-666914E22834}"/>
                    </a:ext>
                  </a:extLst>
                </p:cNvPr>
                <p:cNvPicPr/>
                <p:nvPr/>
              </p:nvPicPr>
              <p:blipFill>
                <a:blip r:embed="rId126"/>
                <a:stretch>
                  <a:fillRect/>
                </a:stretch>
              </p:blipFill>
              <p:spPr>
                <a:xfrm>
                  <a:off x="13920210" y="7976970"/>
                  <a:ext cx="1328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3" name="Ink 102">
                  <a:extLst>
                    <a:ext uri="{FF2B5EF4-FFF2-40B4-BE49-F238E27FC236}">
                      <a16:creationId xmlns:a16="http://schemas.microsoft.com/office/drawing/2014/main" id="{E2E35FD7-794F-E230-E577-F6D3BAAD628C}"/>
                    </a:ext>
                  </a:extLst>
                </p14:cNvPr>
                <p14:cNvContentPartPr/>
                <p14:nvPr/>
              </p14:nvContentPartPr>
              <p14:xfrm>
                <a:off x="13974210" y="8010450"/>
                <a:ext cx="4680" cy="2160"/>
              </p14:xfrm>
            </p:contentPart>
          </mc:Choice>
          <mc:Fallback xmlns="">
            <p:pic>
              <p:nvPicPr>
                <p:cNvPr id="103" name="Ink 102">
                  <a:extLst>
                    <a:ext uri="{FF2B5EF4-FFF2-40B4-BE49-F238E27FC236}">
                      <a16:creationId xmlns:a16="http://schemas.microsoft.com/office/drawing/2014/main" id="{E2E35FD7-794F-E230-E577-F6D3BAAD628C}"/>
                    </a:ext>
                  </a:extLst>
                </p:cNvPr>
                <p:cNvPicPr/>
                <p:nvPr/>
              </p:nvPicPr>
              <p:blipFill>
                <a:blip r:embed="rId6"/>
                <a:stretch>
                  <a:fillRect/>
                </a:stretch>
              </p:blipFill>
              <p:spPr>
                <a:xfrm>
                  <a:off x="13911570" y="794745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4" name="Ink 103">
                  <a:extLst>
                    <a:ext uri="{FF2B5EF4-FFF2-40B4-BE49-F238E27FC236}">
                      <a16:creationId xmlns:a16="http://schemas.microsoft.com/office/drawing/2014/main" id="{B49CF64A-AC9B-FB70-491B-7287A8C4BE81}"/>
                    </a:ext>
                  </a:extLst>
                </p14:cNvPr>
                <p14:cNvContentPartPr/>
                <p14:nvPr/>
              </p14:nvContentPartPr>
              <p14:xfrm>
                <a:off x="13944330" y="7941690"/>
                <a:ext cx="360" cy="2160"/>
              </p14:xfrm>
            </p:contentPart>
          </mc:Choice>
          <mc:Fallback xmlns="">
            <p:pic>
              <p:nvPicPr>
                <p:cNvPr id="104" name="Ink 103">
                  <a:extLst>
                    <a:ext uri="{FF2B5EF4-FFF2-40B4-BE49-F238E27FC236}">
                      <a16:creationId xmlns:a16="http://schemas.microsoft.com/office/drawing/2014/main" id="{B49CF64A-AC9B-FB70-491B-7287A8C4BE81}"/>
                    </a:ext>
                  </a:extLst>
                </p:cNvPr>
                <p:cNvPicPr/>
                <p:nvPr/>
              </p:nvPicPr>
              <p:blipFill>
                <a:blip r:embed="rId90"/>
                <a:stretch>
                  <a:fillRect/>
                </a:stretch>
              </p:blipFill>
              <p:spPr>
                <a:xfrm>
                  <a:off x="13881330" y="787905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05" name="Ink 104">
                  <a:extLst>
                    <a:ext uri="{FF2B5EF4-FFF2-40B4-BE49-F238E27FC236}">
                      <a16:creationId xmlns:a16="http://schemas.microsoft.com/office/drawing/2014/main" id="{8030B65C-CC96-0385-4269-2ABA1173503B}"/>
                    </a:ext>
                  </a:extLst>
                </p14:cNvPr>
                <p14:cNvContentPartPr/>
                <p14:nvPr/>
              </p14:nvContentPartPr>
              <p14:xfrm>
                <a:off x="13944330" y="7932330"/>
                <a:ext cx="360" cy="360"/>
              </p14:xfrm>
            </p:contentPart>
          </mc:Choice>
          <mc:Fallback xmlns="">
            <p:pic>
              <p:nvPicPr>
                <p:cNvPr id="105" name="Ink 104">
                  <a:extLst>
                    <a:ext uri="{FF2B5EF4-FFF2-40B4-BE49-F238E27FC236}">
                      <a16:creationId xmlns:a16="http://schemas.microsoft.com/office/drawing/2014/main" id="{8030B65C-CC96-0385-4269-2ABA1173503B}"/>
                    </a:ext>
                  </a:extLst>
                </p:cNvPr>
                <p:cNvPicPr/>
                <p:nvPr/>
              </p:nvPicPr>
              <p:blipFill>
                <a:blip r:embed="rId8"/>
                <a:stretch>
                  <a:fillRect/>
                </a:stretch>
              </p:blipFill>
              <p:spPr>
                <a:xfrm>
                  <a:off x="1388133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06" name="Ink 105">
                  <a:extLst>
                    <a:ext uri="{FF2B5EF4-FFF2-40B4-BE49-F238E27FC236}">
                      <a16:creationId xmlns:a16="http://schemas.microsoft.com/office/drawing/2014/main" id="{1D0467C7-8E1C-9F4A-91DA-B350F645350B}"/>
                    </a:ext>
                  </a:extLst>
                </p14:cNvPr>
                <p14:cNvContentPartPr/>
                <p14:nvPr/>
              </p14:nvContentPartPr>
              <p14:xfrm>
                <a:off x="13910850" y="7932330"/>
                <a:ext cx="33840" cy="46080"/>
              </p14:xfrm>
            </p:contentPart>
          </mc:Choice>
          <mc:Fallback xmlns="">
            <p:pic>
              <p:nvPicPr>
                <p:cNvPr id="106" name="Ink 105">
                  <a:extLst>
                    <a:ext uri="{FF2B5EF4-FFF2-40B4-BE49-F238E27FC236}">
                      <a16:creationId xmlns:a16="http://schemas.microsoft.com/office/drawing/2014/main" id="{1D0467C7-8E1C-9F4A-91DA-B350F645350B}"/>
                    </a:ext>
                  </a:extLst>
                </p:cNvPr>
                <p:cNvPicPr/>
                <p:nvPr/>
              </p:nvPicPr>
              <p:blipFill>
                <a:blip r:embed="rId131"/>
                <a:stretch>
                  <a:fillRect/>
                </a:stretch>
              </p:blipFill>
              <p:spPr>
                <a:xfrm>
                  <a:off x="13847850" y="7869690"/>
                  <a:ext cx="1594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07" name="Ink 106">
                  <a:extLst>
                    <a:ext uri="{FF2B5EF4-FFF2-40B4-BE49-F238E27FC236}">
                      <a16:creationId xmlns:a16="http://schemas.microsoft.com/office/drawing/2014/main" id="{4E0847F1-C1E6-346A-E1A0-167156D4B3F7}"/>
                    </a:ext>
                  </a:extLst>
                </p14:cNvPr>
                <p14:cNvContentPartPr/>
                <p14:nvPr/>
              </p14:nvContentPartPr>
              <p14:xfrm>
                <a:off x="13864410" y="8001090"/>
                <a:ext cx="360" cy="360"/>
              </p14:xfrm>
            </p:contentPart>
          </mc:Choice>
          <mc:Fallback xmlns="">
            <p:pic>
              <p:nvPicPr>
                <p:cNvPr id="107" name="Ink 106">
                  <a:extLst>
                    <a:ext uri="{FF2B5EF4-FFF2-40B4-BE49-F238E27FC236}">
                      <a16:creationId xmlns:a16="http://schemas.microsoft.com/office/drawing/2014/main" id="{4E0847F1-C1E6-346A-E1A0-167156D4B3F7}"/>
                    </a:ext>
                  </a:extLst>
                </p:cNvPr>
                <p:cNvPicPr/>
                <p:nvPr/>
              </p:nvPicPr>
              <p:blipFill>
                <a:blip r:embed="rId8"/>
                <a:stretch>
                  <a:fillRect/>
                </a:stretch>
              </p:blipFill>
              <p:spPr>
                <a:xfrm>
                  <a:off x="13801410" y="79380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8" name="Ink 107">
                  <a:extLst>
                    <a:ext uri="{FF2B5EF4-FFF2-40B4-BE49-F238E27FC236}">
                      <a16:creationId xmlns:a16="http://schemas.microsoft.com/office/drawing/2014/main" id="{6217D049-7F5E-E343-F910-89806921873F}"/>
                    </a:ext>
                  </a:extLst>
                </p14:cNvPr>
                <p14:cNvContentPartPr/>
                <p14:nvPr/>
              </p14:nvContentPartPr>
              <p14:xfrm>
                <a:off x="13864410" y="8001090"/>
                <a:ext cx="360" cy="360"/>
              </p14:xfrm>
            </p:contentPart>
          </mc:Choice>
          <mc:Fallback xmlns="">
            <p:pic>
              <p:nvPicPr>
                <p:cNvPr id="108" name="Ink 107">
                  <a:extLst>
                    <a:ext uri="{FF2B5EF4-FFF2-40B4-BE49-F238E27FC236}">
                      <a16:creationId xmlns:a16="http://schemas.microsoft.com/office/drawing/2014/main" id="{6217D049-7F5E-E343-F910-89806921873F}"/>
                    </a:ext>
                  </a:extLst>
                </p:cNvPr>
                <p:cNvPicPr/>
                <p:nvPr/>
              </p:nvPicPr>
              <p:blipFill>
                <a:blip r:embed="rId8"/>
                <a:stretch>
                  <a:fillRect/>
                </a:stretch>
              </p:blipFill>
              <p:spPr>
                <a:xfrm>
                  <a:off x="13801410" y="79380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09" name="Ink 108">
                  <a:extLst>
                    <a:ext uri="{FF2B5EF4-FFF2-40B4-BE49-F238E27FC236}">
                      <a16:creationId xmlns:a16="http://schemas.microsoft.com/office/drawing/2014/main" id="{351468E1-48DD-10EB-1EDB-829C9B37D62A}"/>
                    </a:ext>
                  </a:extLst>
                </p14:cNvPr>
                <p14:cNvContentPartPr/>
                <p14:nvPr/>
              </p14:nvContentPartPr>
              <p14:xfrm>
                <a:off x="13910130" y="8034930"/>
                <a:ext cx="360" cy="360"/>
              </p14:xfrm>
            </p:contentPart>
          </mc:Choice>
          <mc:Fallback xmlns="">
            <p:pic>
              <p:nvPicPr>
                <p:cNvPr id="109" name="Ink 108">
                  <a:extLst>
                    <a:ext uri="{FF2B5EF4-FFF2-40B4-BE49-F238E27FC236}">
                      <a16:creationId xmlns:a16="http://schemas.microsoft.com/office/drawing/2014/main" id="{351468E1-48DD-10EB-1EDB-829C9B37D62A}"/>
                    </a:ext>
                  </a:extLst>
                </p:cNvPr>
                <p:cNvPicPr/>
                <p:nvPr/>
              </p:nvPicPr>
              <p:blipFill>
                <a:blip r:embed="rId8"/>
                <a:stretch>
                  <a:fillRect/>
                </a:stretch>
              </p:blipFill>
              <p:spPr>
                <a:xfrm>
                  <a:off x="1384749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0" name="Ink 109">
                  <a:extLst>
                    <a:ext uri="{FF2B5EF4-FFF2-40B4-BE49-F238E27FC236}">
                      <a16:creationId xmlns:a16="http://schemas.microsoft.com/office/drawing/2014/main" id="{0EB5C026-6360-376C-5CDB-12D0F6860E79}"/>
                    </a:ext>
                  </a:extLst>
                </p14:cNvPr>
                <p14:cNvContentPartPr/>
                <p14:nvPr/>
              </p14:nvContentPartPr>
              <p14:xfrm>
                <a:off x="13908330" y="8034930"/>
                <a:ext cx="2160" cy="360"/>
              </p14:xfrm>
            </p:contentPart>
          </mc:Choice>
          <mc:Fallback xmlns="">
            <p:pic>
              <p:nvPicPr>
                <p:cNvPr id="110" name="Ink 109">
                  <a:extLst>
                    <a:ext uri="{FF2B5EF4-FFF2-40B4-BE49-F238E27FC236}">
                      <a16:creationId xmlns:a16="http://schemas.microsoft.com/office/drawing/2014/main" id="{0EB5C026-6360-376C-5CDB-12D0F6860E79}"/>
                    </a:ext>
                  </a:extLst>
                </p:cNvPr>
                <p:cNvPicPr/>
                <p:nvPr/>
              </p:nvPicPr>
              <p:blipFill>
                <a:blip r:embed="rId28"/>
                <a:stretch>
                  <a:fillRect/>
                </a:stretch>
              </p:blipFill>
              <p:spPr>
                <a:xfrm>
                  <a:off x="13845330" y="797229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1" name="Ink 110">
                  <a:extLst>
                    <a:ext uri="{FF2B5EF4-FFF2-40B4-BE49-F238E27FC236}">
                      <a16:creationId xmlns:a16="http://schemas.microsoft.com/office/drawing/2014/main" id="{E21505A6-8FC3-4B7A-19AE-6026F40C5F0D}"/>
                    </a:ext>
                  </a:extLst>
                </p14:cNvPr>
                <p14:cNvContentPartPr/>
                <p14:nvPr/>
              </p14:nvContentPartPr>
              <p14:xfrm>
                <a:off x="13873770" y="8030610"/>
                <a:ext cx="2160" cy="4680"/>
              </p14:xfrm>
            </p:contentPart>
          </mc:Choice>
          <mc:Fallback xmlns="">
            <p:pic>
              <p:nvPicPr>
                <p:cNvPr id="111" name="Ink 110">
                  <a:extLst>
                    <a:ext uri="{FF2B5EF4-FFF2-40B4-BE49-F238E27FC236}">
                      <a16:creationId xmlns:a16="http://schemas.microsoft.com/office/drawing/2014/main" id="{E21505A6-8FC3-4B7A-19AE-6026F40C5F0D}"/>
                    </a:ext>
                  </a:extLst>
                </p:cNvPr>
                <p:cNvPicPr/>
                <p:nvPr/>
              </p:nvPicPr>
              <p:blipFill>
                <a:blip r:embed="rId137"/>
                <a:stretch>
                  <a:fillRect/>
                </a:stretch>
              </p:blipFill>
              <p:spPr>
                <a:xfrm>
                  <a:off x="13810770" y="7967610"/>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2" name="Ink 111">
                  <a:extLst>
                    <a:ext uri="{FF2B5EF4-FFF2-40B4-BE49-F238E27FC236}">
                      <a16:creationId xmlns:a16="http://schemas.microsoft.com/office/drawing/2014/main" id="{D450BEF8-0553-9C13-6CC9-C0CAB407D9C7}"/>
                    </a:ext>
                  </a:extLst>
                </p14:cNvPr>
                <p14:cNvContentPartPr/>
                <p14:nvPr/>
              </p14:nvContentPartPr>
              <p14:xfrm>
                <a:off x="13841730" y="8010450"/>
                <a:ext cx="360" cy="2160"/>
              </p14:xfrm>
            </p:contentPart>
          </mc:Choice>
          <mc:Fallback xmlns="">
            <p:pic>
              <p:nvPicPr>
                <p:cNvPr id="112" name="Ink 111">
                  <a:extLst>
                    <a:ext uri="{FF2B5EF4-FFF2-40B4-BE49-F238E27FC236}">
                      <a16:creationId xmlns:a16="http://schemas.microsoft.com/office/drawing/2014/main" id="{D450BEF8-0553-9C13-6CC9-C0CAB407D9C7}"/>
                    </a:ext>
                  </a:extLst>
                </p:cNvPr>
                <p:cNvPicPr/>
                <p:nvPr/>
              </p:nvPicPr>
              <p:blipFill>
                <a:blip r:embed="rId15"/>
                <a:stretch>
                  <a:fillRect/>
                </a:stretch>
              </p:blipFill>
              <p:spPr>
                <a:xfrm>
                  <a:off x="13778730" y="794745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13" name="Ink 112">
                  <a:extLst>
                    <a:ext uri="{FF2B5EF4-FFF2-40B4-BE49-F238E27FC236}">
                      <a16:creationId xmlns:a16="http://schemas.microsoft.com/office/drawing/2014/main" id="{8DEFB029-5CB0-8508-5135-F2F91D17714E}"/>
                    </a:ext>
                  </a:extLst>
                </p14:cNvPr>
                <p14:cNvContentPartPr/>
                <p14:nvPr/>
              </p14:nvContentPartPr>
              <p14:xfrm>
                <a:off x="13750290" y="7932330"/>
                <a:ext cx="360" cy="360"/>
              </p14:xfrm>
            </p:contentPart>
          </mc:Choice>
          <mc:Fallback xmlns="">
            <p:pic>
              <p:nvPicPr>
                <p:cNvPr id="113" name="Ink 112">
                  <a:extLst>
                    <a:ext uri="{FF2B5EF4-FFF2-40B4-BE49-F238E27FC236}">
                      <a16:creationId xmlns:a16="http://schemas.microsoft.com/office/drawing/2014/main" id="{8DEFB029-5CB0-8508-5135-F2F91D17714E}"/>
                    </a:ext>
                  </a:extLst>
                </p:cNvPr>
                <p:cNvPicPr/>
                <p:nvPr/>
              </p:nvPicPr>
              <p:blipFill>
                <a:blip r:embed="rId8"/>
                <a:stretch>
                  <a:fillRect/>
                </a:stretch>
              </p:blipFill>
              <p:spPr>
                <a:xfrm>
                  <a:off x="136876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14" name="Ink 113">
                  <a:extLst>
                    <a:ext uri="{FF2B5EF4-FFF2-40B4-BE49-F238E27FC236}">
                      <a16:creationId xmlns:a16="http://schemas.microsoft.com/office/drawing/2014/main" id="{0F0802DF-38D7-1A9F-68C4-5779E6C0CE9E}"/>
                    </a:ext>
                  </a:extLst>
                </p14:cNvPr>
                <p14:cNvContentPartPr/>
                <p14:nvPr/>
              </p14:nvContentPartPr>
              <p14:xfrm>
                <a:off x="13750290" y="7923690"/>
                <a:ext cx="13680" cy="9360"/>
              </p14:xfrm>
            </p:contentPart>
          </mc:Choice>
          <mc:Fallback xmlns="">
            <p:pic>
              <p:nvPicPr>
                <p:cNvPr id="114" name="Ink 113">
                  <a:extLst>
                    <a:ext uri="{FF2B5EF4-FFF2-40B4-BE49-F238E27FC236}">
                      <a16:creationId xmlns:a16="http://schemas.microsoft.com/office/drawing/2014/main" id="{0F0802DF-38D7-1A9F-68C4-5779E6C0CE9E}"/>
                    </a:ext>
                  </a:extLst>
                </p:cNvPr>
                <p:cNvPicPr/>
                <p:nvPr/>
              </p:nvPicPr>
              <p:blipFill>
                <a:blip r:embed="rId141"/>
                <a:stretch>
                  <a:fillRect/>
                </a:stretch>
              </p:blipFill>
              <p:spPr>
                <a:xfrm>
                  <a:off x="13687650" y="7860690"/>
                  <a:ext cx="1393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15" name="Ink 114">
                  <a:extLst>
                    <a:ext uri="{FF2B5EF4-FFF2-40B4-BE49-F238E27FC236}">
                      <a16:creationId xmlns:a16="http://schemas.microsoft.com/office/drawing/2014/main" id="{DD3B39C9-F208-B008-6DA9-214C6A36C12A}"/>
                    </a:ext>
                  </a:extLst>
                </p14:cNvPr>
                <p14:cNvContentPartPr/>
                <p14:nvPr/>
              </p14:nvContentPartPr>
              <p14:xfrm>
                <a:off x="13807170" y="7921170"/>
                <a:ext cx="23040" cy="360"/>
              </p14:xfrm>
            </p:contentPart>
          </mc:Choice>
          <mc:Fallback xmlns="">
            <p:pic>
              <p:nvPicPr>
                <p:cNvPr id="115" name="Ink 114">
                  <a:extLst>
                    <a:ext uri="{FF2B5EF4-FFF2-40B4-BE49-F238E27FC236}">
                      <a16:creationId xmlns:a16="http://schemas.microsoft.com/office/drawing/2014/main" id="{DD3B39C9-F208-B008-6DA9-214C6A36C12A}"/>
                    </a:ext>
                  </a:extLst>
                </p:cNvPr>
                <p:cNvPicPr/>
                <p:nvPr/>
              </p:nvPicPr>
              <p:blipFill>
                <a:blip r:embed="rId24"/>
                <a:stretch>
                  <a:fillRect/>
                </a:stretch>
              </p:blipFill>
              <p:spPr>
                <a:xfrm>
                  <a:off x="13744170" y="7858170"/>
                  <a:ext cx="148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6" name="Ink 115">
                  <a:extLst>
                    <a:ext uri="{FF2B5EF4-FFF2-40B4-BE49-F238E27FC236}">
                      <a16:creationId xmlns:a16="http://schemas.microsoft.com/office/drawing/2014/main" id="{C68C9664-A397-C05F-E929-0DF3628593DA}"/>
                    </a:ext>
                  </a:extLst>
                </p14:cNvPr>
                <p14:cNvContentPartPr/>
                <p14:nvPr/>
              </p14:nvContentPartPr>
              <p14:xfrm>
                <a:off x="13789170" y="7921170"/>
                <a:ext cx="6840" cy="360"/>
              </p14:xfrm>
            </p:contentPart>
          </mc:Choice>
          <mc:Fallback xmlns="">
            <p:pic>
              <p:nvPicPr>
                <p:cNvPr id="116" name="Ink 115">
                  <a:extLst>
                    <a:ext uri="{FF2B5EF4-FFF2-40B4-BE49-F238E27FC236}">
                      <a16:creationId xmlns:a16="http://schemas.microsoft.com/office/drawing/2014/main" id="{C68C9664-A397-C05F-E929-0DF3628593DA}"/>
                    </a:ext>
                  </a:extLst>
                </p:cNvPr>
                <p:cNvPicPr/>
                <p:nvPr/>
              </p:nvPicPr>
              <p:blipFill>
                <a:blip r:embed="rId32"/>
                <a:stretch>
                  <a:fillRect/>
                </a:stretch>
              </p:blipFill>
              <p:spPr>
                <a:xfrm>
                  <a:off x="13726530" y="785817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17" name="Ink 116">
                  <a:extLst>
                    <a:ext uri="{FF2B5EF4-FFF2-40B4-BE49-F238E27FC236}">
                      <a16:creationId xmlns:a16="http://schemas.microsoft.com/office/drawing/2014/main" id="{88ED5158-B441-6E78-20F4-A2946E3A14FA}"/>
                    </a:ext>
                  </a:extLst>
                </p14:cNvPr>
                <p14:cNvContentPartPr/>
                <p14:nvPr/>
              </p14:nvContentPartPr>
              <p14:xfrm>
                <a:off x="13731930" y="7921170"/>
                <a:ext cx="6840" cy="360"/>
              </p14:xfrm>
            </p:contentPart>
          </mc:Choice>
          <mc:Fallback xmlns="">
            <p:pic>
              <p:nvPicPr>
                <p:cNvPr id="117" name="Ink 116">
                  <a:extLst>
                    <a:ext uri="{FF2B5EF4-FFF2-40B4-BE49-F238E27FC236}">
                      <a16:creationId xmlns:a16="http://schemas.microsoft.com/office/drawing/2014/main" id="{88ED5158-B441-6E78-20F4-A2946E3A14FA}"/>
                    </a:ext>
                  </a:extLst>
                </p:cNvPr>
                <p:cNvPicPr/>
                <p:nvPr/>
              </p:nvPicPr>
              <p:blipFill>
                <a:blip r:embed="rId32"/>
                <a:stretch>
                  <a:fillRect/>
                </a:stretch>
              </p:blipFill>
              <p:spPr>
                <a:xfrm>
                  <a:off x="13669290" y="785817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8" name="Ink 117">
                  <a:extLst>
                    <a:ext uri="{FF2B5EF4-FFF2-40B4-BE49-F238E27FC236}">
                      <a16:creationId xmlns:a16="http://schemas.microsoft.com/office/drawing/2014/main" id="{B7CF5C17-922E-E609-3063-B9079692E28D}"/>
                    </a:ext>
                  </a:extLst>
                </p14:cNvPr>
                <p14:cNvContentPartPr/>
                <p14:nvPr/>
              </p14:nvContentPartPr>
              <p14:xfrm>
                <a:off x="13656690" y="7921170"/>
                <a:ext cx="2160" cy="360"/>
              </p14:xfrm>
            </p:contentPart>
          </mc:Choice>
          <mc:Fallback xmlns="">
            <p:pic>
              <p:nvPicPr>
                <p:cNvPr id="118" name="Ink 117">
                  <a:extLst>
                    <a:ext uri="{FF2B5EF4-FFF2-40B4-BE49-F238E27FC236}">
                      <a16:creationId xmlns:a16="http://schemas.microsoft.com/office/drawing/2014/main" id="{B7CF5C17-922E-E609-3063-B9079692E28D}"/>
                    </a:ext>
                  </a:extLst>
                </p:cNvPr>
                <p:cNvPicPr/>
                <p:nvPr/>
              </p:nvPicPr>
              <p:blipFill>
                <a:blip r:embed="rId28"/>
                <a:stretch>
                  <a:fillRect/>
                </a:stretch>
              </p:blipFill>
              <p:spPr>
                <a:xfrm>
                  <a:off x="13593690" y="78581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19" name="Ink 118">
                  <a:extLst>
                    <a:ext uri="{FF2B5EF4-FFF2-40B4-BE49-F238E27FC236}">
                      <a16:creationId xmlns:a16="http://schemas.microsoft.com/office/drawing/2014/main" id="{664813BE-D197-0505-F464-ED4AA0D6B39B}"/>
                    </a:ext>
                  </a:extLst>
                </p14:cNvPr>
                <p14:cNvContentPartPr/>
                <p14:nvPr/>
              </p14:nvContentPartPr>
              <p14:xfrm>
                <a:off x="13645170" y="7921170"/>
                <a:ext cx="2160" cy="360"/>
              </p14:xfrm>
            </p:contentPart>
          </mc:Choice>
          <mc:Fallback xmlns="">
            <p:pic>
              <p:nvPicPr>
                <p:cNvPr id="119" name="Ink 118">
                  <a:extLst>
                    <a:ext uri="{FF2B5EF4-FFF2-40B4-BE49-F238E27FC236}">
                      <a16:creationId xmlns:a16="http://schemas.microsoft.com/office/drawing/2014/main" id="{664813BE-D197-0505-F464-ED4AA0D6B39B}"/>
                    </a:ext>
                  </a:extLst>
                </p:cNvPr>
                <p:cNvPicPr/>
                <p:nvPr/>
              </p:nvPicPr>
              <p:blipFill>
                <a:blip r:embed="rId26"/>
                <a:stretch>
                  <a:fillRect/>
                </a:stretch>
              </p:blipFill>
              <p:spPr>
                <a:xfrm>
                  <a:off x="13582530" y="78581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0" name="Ink 119">
                  <a:extLst>
                    <a:ext uri="{FF2B5EF4-FFF2-40B4-BE49-F238E27FC236}">
                      <a16:creationId xmlns:a16="http://schemas.microsoft.com/office/drawing/2014/main" id="{BE57DEC9-F4D4-0A27-7852-701278FDB26D}"/>
                    </a:ext>
                  </a:extLst>
                </p14:cNvPr>
                <p14:cNvContentPartPr/>
                <p14:nvPr/>
              </p14:nvContentPartPr>
              <p14:xfrm>
                <a:off x="13635810" y="7921170"/>
                <a:ext cx="360" cy="360"/>
              </p14:xfrm>
            </p:contentPart>
          </mc:Choice>
          <mc:Fallback xmlns="">
            <p:pic>
              <p:nvPicPr>
                <p:cNvPr id="120" name="Ink 119">
                  <a:extLst>
                    <a:ext uri="{FF2B5EF4-FFF2-40B4-BE49-F238E27FC236}">
                      <a16:creationId xmlns:a16="http://schemas.microsoft.com/office/drawing/2014/main" id="{BE57DEC9-F4D4-0A27-7852-701278FDB26D}"/>
                    </a:ext>
                  </a:extLst>
                </p:cNvPr>
                <p:cNvPicPr/>
                <p:nvPr/>
              </p:nvPicPr>
              <p:blipFill>
                <a:blip r:embed="rId8"/>
                <a:stretch>
                  <a:fillRect/>
                </a:stretch>
              </p:blipFill>
              <p:spPr>
                <a:xfrm>
                  <a:off x="13573170" y="78581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1" name="Ink 120">
                  <a:extLst>
                    <a:ext uri="{FF2B5EF4-FFF2-40B4-BE49-F238E27FC236}">
                      <a16:creationId xmlns:a16="http://schemas.microsoft.com/office/drawing/2014/main" id="{F41E306D-89CD-DAF3-1A74-C7B86E719FE6}"/>
                    </a:ext>
                  </a:extLst>
                </p14:cNvPr>
                <p14:cNvContentPartPr/>
                <p14:nvPr/>
              </p14:nvContentPartPr>
              <p14:xfrm>
                <a:off x="13622490" y="7921170"/>
                <a:ext cx="2160" cy="360"/>
              </p14:xfrm>
            </p:contentPart>
          </mc:Choice>
          <mc:Fallback xmlns="">
            <p:pic>
              <p:nvPicPr>
                <p:cNvPr id="121" name="Ink 120">
                  <a:extLst>
                    <a:ext uri="{FF2B5EF4-FFF2-40B4-BE49-F238E27FC236}">
                      <a16:creationId xmlns:a16="http://schemas.microsoft.com/office/drawing/2014/main" id="{F41E306D-89CD-DAF3-1A74-C7B86E719FE6}"/>
                    </a:ext>
                  </a:extLst>
                </p:cNvPr>
                <p:cNvPicPr/>
                <p:nvPr/>
              </p:nvPicPr>
              <p:blipFill>
                <a:blip r:embed="rId26"/>
                <a:stretch>
                  <a:fillRect/>
                </a:stretch>
              </p:blipFill>
              <p:spPr>
                <a:xfrm>
                  <a:off x="13559850" y="78581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2" name="Ink 121">
                  <a:extLst>
                    <a:ext uri="{FF2B5EF4-FFF2-40B4-BE49-F238E27FC236}">
                      <a16:creationId xmlns:a16="http://schemas.microsoft.com/office/drawing/2014/main" id="{E9C33A86-1B57-21C3-7B0D-40858980ADC6}"/>
                    </a:ext>
                  </a:extLst>
                </p14:cNvPr>
                <p14:cNvContentPartPr/>
                <p14:nvPr/>
              </p14:nvContentPartPr>
              <p14:xfrm>
                <a:off x="13587930" y="7921170"/>
                <a:ext cx="2160" cy="360"/>
              </p14:xfrm>
            </p:contentPart>
          </mc:Choice>
          <mc:Fallback xmlns="">
            <p:pic>
              <p:nvPicPr>
                <p:cNvPr id="122" name="Ink 121">
                  <a:extLst>
                    <a:ext uri="{FF2B5EF4-FFF2-40B4-BE49-F238E27FC236}">
                      <a16:creationId xmlns:a16="http://schemas.microsoft.com/office/drawing/2014/main" id="{E9C33A86-1B57-21C3-7B0D-40858980ADC6}"/>
                    </a:ext>
                  </a:extLst>
                </p:cNvPr>
                <p:cNvPicPr/>
                <p:nvPr/>
              </p:nvPicPr>
              <p:blipFill>
                <a:blip r:embed="rId26"/>
                <a:stretch>
                  <a:fillRect/>
                </a:stretch>
              </p:blipFill>
              <p:spPr>
                <a:xfrm>
                  <a:off x="13525290" y="78581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3" name="Ink 122">
                  <a:extLst>
                    <a:ext uri="{FF2B5EF4-FFF2-40B4-BE49-F238E27FC236}">
                      <a16:creationId xmlns:a16="http://schemas.microsoft.com/office/drawing/2014/main" id="{7FA6897F-4789-72F5-1290-C39A80030C85}"/>
                    </a:ext>
                  </a:extLst>
                </p14:cNvPr>
                <p14:cNvContentPartPr/>
                <p14:nvPr/>
              </p14:nvContentPartPr>
              <p14:xfrm>
                <a:off x="13576770" y="7921170"/>
                <a:ext cx="2160" cy="360"/>
              </p14:xfrm>
            </p:contentPart>
          </mc:Choice>
          <mc:Fallback xmlns="">
            <p:pic>
              <p:nvPicPr>
                <p:cNvPr id="123" name="Ink 122">
                  <a:extLst>
                    <a:ext uri="{FF2B5EF4-FFF2-40B4-BE49-F238E27FC236}">
                      <a16:creationId xmlns:a16="http://schemas.microsoft.com/office/drawing/2014/main" id="{7FA6897F-4789-72F5-1290-C39A80030C85}"/>
                    </a:ext>
                  </a:extLst>
                </p:cNvPr>
                <p:cNvPicPr/>
                <p:nvPr/>
              </p:nvPicPr>
              <p:blipFill>
                <a:blip r:embed="rId28"/>
                <a:stretch>
                  <a:fillRect/>
                </a:stretch>
              </p:blipFill>
              <p:spPr>
                <a:xfrm>
                  <a:off x="13513770" y="78581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4" name="Ink 123">
                  <a:extLst>
                    <a:ext uri="{FF2B5EF4-FFF2-40B4-BE49-F238E27FC236}">
                      <a16:creationId xmlns:a16="http://schemas.microsoft.com/office/drawing/2014/main" id="{97C6EE78-4CF9-57BB-4BD2-BB7FE326584C}"/>
                    </a:ext>
                  </a:extLst>
                </p14:cNvPr>
                <p14:cNvContentPartPr/>
                <p14:nvPr/>
              </p14:nvContentPartPr>
              <p14:xfrm>
                <a:off x="13542570" y="7916490"/>
                <a:ext cx="2520" cy="5040"/>
              </p14:xfrm>
            </p:contentPart>
          </mc:Choice>
          <mc:Fallback xmlns="">
            <p:pic>
              <p:nvPicPr>
                <p:cNvPr id="124" name="Ink 123">
                  <a:extLst>
                    <a:ext uri="{FF2B5EF4-FFF2-40B4-BE49-F238E27FC236}">
                      <a16:creationId xmlns:a16="http://schemas.microsoft.com/office/drawing/2014/main" id="{97C6EE78-4CF9-57BB-4BD2-BB7FE326584C}"/>
                    </a:ext>
                  </a:extLst>
                </p:cNvPr>
                <p:cNvPicPr/>
                <p:nvPr/>
              </p:nvPicPr>
              <p:blipFill>
                <a:blip r:embed="rId152"/>
                <a:stretch>
                  <a:fillRect/>
                </a:stretch>
              </p:blipFill>
              <p:spPr>
                <a:xfrm>
                  <a:off x="13479930" y="7853490"/>
                  <a:ext cx="1281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5" name="Ink 124">
                  <a:extLst>
                    <a:ext uri="{FF2B5EF4-FFF2-40B4-BE49-F238E27FC236}">
                      <a16:creationId xmlns:a16="http://schemas.microsoft.com/office/drawing/2014/main" id="{BBC0B4EF-96AE-5358-E8CD-4D2B124D31A8}"/>
                    </a:ext>
                  </a:extLst>
                </p14:cNvPr>
                <p14:cNvContentPartPr/>
                <p14:nvPr/>
              </p14:nvContentPartPr>
              <p14:xfrm>
                <a:off x="13532850" y="7909290"/>
                <a:ext cx="360" cy="360"/>
              </p14:xfrm>
            </p:contentPart>
          </mc:Choice>
          <mc:Fallback xmlns="">
            <p:pic>
              <p:nvPicPr>
                <p:cNvPr id="125" name="Ink 124">
                  <a:extLst>
                    <a:ext uri="{FF2B5EF4-FFF2-40B4-BE49-F238E27FC236}">
                      <a16:creationId xmlns:a16="http://schemas.microsoft.com/office/drawing/2014/main" id="{BBC0B4EF-96AE-5358-E8CD-4D2B124D31A8}"/>
                    </a:ext>
                  </a:extLst>
                </p:cNvPr>
                <p:cNvPicPr/>
                <p:nvPr/>
              </p:nvPicPr>
              <p:blipFill>
                <a:blip r:embed="rId8"/>
                <a:stretch>
                  <a:fillRect/>
                </a:stretch>
              </p:blipFill>
              <p:spPr>
                <a:xfrm>
                  <a:off x="1346985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6" name="Ink 125">
                  <a:extLst>
                    <a:ext uri="{FF2B5EF4-FFF2-40B4-BE49-F238E27FC236}">
                      <a16:creationId xmlns:a16="http://schemas.microsoft.com/office/drawing/2014/main" id="{969D8DC0-35BB-62A5-D49F-2E444CEC57A9}"/>
                    </a:ext>
                  </a:extLst>
                </p14:cNvPr>
                <p14:cNvContentPartPr/>
                <p14:nvPr/>
              </p14:nvContentPartPr>
              <p14:xfrm>
                <a:off x="13530690" y="7909290"/>
                <a:ext cx="2160" cy="360"/>
              </p14:xfrm>
            </p:contentPart>
          </mc:Choice>
          <mc:Fallback xmlns="">
            <p:pic>
              <p:nvPicPr>
                <p:cNvPr id="126" name="Ink 125">
                  <a:extLst>
                    <a:ext uri="{FF2B5EF4-FFF2-40B4-BE49-F238E27FC236}">
                      <a16:creationId xmlns:a16="http://schemas.microsoft.com/office/drawing/2014/main" id="{969D8DC0-35BB-62A5-D49F-2E444CEC57A9}"/>
                    </a:ext>
                  </a:extLst>
                </p:cNvPr>
                <p:cNvPicPr/>
                <p:nvPr/>
              </p:nvPicPr>
              <p:blipFill>
                <a:blip r:embed="rId26"/>
                <a:stretch>
                  <a:fillRect/>
                </a:stretch>
              </p:blipFill>
              <p:spPr>
                <a:xfrm>
                  <a:off x="13468050" y="784629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7" name="Ink 126">
                  <a:extLst>
                    <a:ext uri="{FF2B5EF4-FFF2-40B4-BE49-F238E27FC236}">
                      <a16:creationId xmlns:a16="http://schemas.microsoft.com/office/drawing/2014/main" id="{B490AA27-1028-2EF2-555D-F4CB7A1C2B03}"/>
                    </a:ext>
                  </a:extLst>
                </p14:cNvPr>
                <p14:cNvContentPartPr/>
                <p14:nvPr/>
              </p14:nvContentPartPr>
              <p14:xfrm>
                <a:off x="13487490" y="7909290"/>
                <a:ext cx="360" cy="360"/>
              </p14:xfrm>
            </p:contentPart>
          </mc:Choice>
          <mc:Fallback xmlns="">
            <p:pic>
              <p:nvPicPr>
                <p:cNvPr id="127" name="Ink 126">
                  <a:extLst>
                    <a:ext uri="{FF2B5EF4-FFF2-40B4-BE49-F238E27FC236}">
                      <a16:creationId xmlns:a16="http://schemas.microsoft.com/office/drawing/2014/main" id="{B490AA27-1028-2EF2-555D-F4CB7A1C2B03}"/>
                    </a:ext>
                  </a:extLst>
                </p:cNvPr>
                <p:cNvPicPr/>
                <p:nvPr/>
              </p:nvPicPr>
              <p:blipFill>
                <a:blip r:embed="rId8"/>
                <a:stretch>
                  <a:fillRect/>
                </a:stretch>
              </p:blipFill>
              <p:spPr>
                <a:xfrm>
                  <a:off x="134244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8" name="Ink 127">
                  <a:extLst>
                    <a:ext uri="{FF2B5EF4-FFF2-40B4-BE49-F238E27FC236}">
                      <a16:creationId xmlns:a16="http://schemas.microsoft.com/office/drawing/2014/main" id="{36A8F05B-DE56-93D3-7FD2-BF78B8D7FD49}"/>
                    </a:ext>
                  </a:extLst>
                </p14:cNvPr>
                <p14:cNvContentPartPr/>
                <p14:nvPr/>
              </p14:nvContentPartPr>
              <p14:xfrm>
                <a:off x="13487490" y="7909290"/>
                <a:ext cx="360" cy="360"/>
              </p14:xfrm>
            </p:contentPart>
          </mc:Choice>
          <mc:Fallback xmlns="">
            <p:pic>
              <p:nvPicPr>
                <p:cNvPr id="128" name="Ink 127">
                  <a:extLst>
                    <a:ext uri="{FF2B5EF4-FFF2-40B4-BE49-F238E27FC236}">
                      <a16:creationId xmlns:a16="http://schemas.microsoft.com/office/drawing/2014/main" id="{36A8F05B-DE56-93D3-7FD2-BF78B8D7FD49}"/>
                    </a:ext>
                  </a:extLst>
                </p:cNvPr>
                <p:cNvPicPr/>
                <p:nvPr/>
              </p:nvPicPr>
              <p:blipFill>
                <a:blip r:embed="rId8"/>
                <a:stretch>
                  <a:fillRect/>
                </a:stretch>
              </p:blipFill>
              <p:spPr>
                <a:xfrm>
                  <a:off x="1342449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9" name="Ink 128">
                  <a:extLst>
                    <a:ext uri="{FF2B5EF4-FFF2-40B4-BE49-F238E27FC236}">
                      <a16:creationId xmlns:a16="http://schemas.microsoft.com/office/drawing/2014/main" id="{FB3B59FB-4A16-B4CA-3F64-DB3A80E89690}"/>
                    </a:ext>
                  </a:extLst>
                </p14:cNvPr>
                <p14:cNvContentPartPr/>
                <p14:nvPr/>
              </p14:nvContentPartPr>
              <p14:xfrm>
                <a:off x="13475970" y="7909290"/>
                <a:ext cx="360" cy="360"/>
              </p14:xfrm>
            </p:contentPart>
          </mc:Choice>
          <mc:Fallback xmlns="">
            <p:pic>
              <p:nvPicPr>
                <p:cNvPr id="129" name="Ink 128">
                  <a:extLst>
                    <a:ext uri="{FF2B5EF4-FFF2-40B4-BE49-F238E27FC236}">
                      <a16:creationId xmlns:a16="http://schemas.microsoft.com/office/drawing/2014/main" id="{FB3B59FB-4A16-B4CA-3F64-DB3A80E89690}"/>
                    </a:ext>
                  </a:extLst>
                </p:cNvPr>
                <p:cNvPicPr/>
                <p:nvPr/>
              </p:nvPicPr>
              <p:blipFill>
                <a:blip r:embed="rId8"/>
                <a:stretch>
                  <a:fillRect/>
                </a:stretch>
              </p:blipFill>
              <p:spPr>
                <a:xfrm>
                  <a:off x="13413330" y="7846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30" name="Ink 129">
                  <a:extLst>
                    <a:ext uri="{FF2B5EF4-FFF2-40B4-BE49-F238E27FC236}">
                      <a16:creationId xmlns:a16="http://schemas.microsoft.com/office/drawing/2014/main" id="{8F3F0F3D-59FB-1418-C31B-E83DCEE2AD65}"/>
                    </a:ext>
                  </a:extLst>
                </p14:cNvPr>
                <p14:cNvContentPartPr/>
                <p14:nvPr/>
              </p14:nvContentPartPr>
              <p14:xfrm>
                <a:off x="13450770" y="7909290"/>
                <a:ext cx="13680" cy="360"/>
              </p14:xfrm>
            </p:contentPart>
          </mc:Choice>
          <mc:Fallback xmlns="">
            <p:pic>
              <p:nvPicPr>
                <p:cNvPr id="130" name="Ink 129">
                  <a:extLst>
                    <a:ext uri="{FF2B5EF4-FFF2-40B4-BE49-F238E27FC236}">
                      <a16:creationId xmlns:a16="http://schemas.microsoft.com/office/drawing/2014/main" id="{8F3F0F3D-59FB-1418-C31B-E83DCEE2AD65}"/>
                    </a:ext>
                  </a:extLst>
                </p:cNvPr>
                <p:cNvPicPr/>
                <p:nvPr/>
              </p:nvPicPr>
              <p:blipFill>
                <a:blip r:embed="rId54"/>
                <a:stretch>
                  <a:fillRect/>
                </a:stretch>
              </p:blipFill>
              <p:spPr>
                <a:xfrm>
                  <a:off x="13388130" y="784629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1" name="Ink 130">
                  <a:extLst>
                    <a:ext uri="{FF2B5EF4-FFF2-40B4-BE49-F238E27FC236}">
                      <a16:creationId xmlns:a16="http://schemas.microsoft.com/office/drawing/2014/main" id="{D2018FA5-CD13-04B7-DDED-985B48472F1E}"/>
                    </a:ext>
                  </a:extLst>
                </p14:cNvPr>
                <p14:cNvContentPartPr/>
                <p14:nvPr/>
              </p14:nvContentPartPr>
              <p14:xfrm>
                <a:off x="13348170" y="7897770"/>
                <a:ext cx="2160" cy="360"/>
              </p14:xfrm>
            </p:contentPart>
          </mc:Choice>
          <mc:Fallback xmlns="">
            <p:pic>
              <p:nvPicPr>
                <p:cNvPr id="131" name="Ink 130">
                  <a:extLst>
                    <a:ext uri="{FF2B5EF4-FFF2-40B4-BE49-F238E27FC236}">
                      <a16:creationId xmlns:a16="http://schemas.microsoft.com/office/drawing/2014/main" id="{D2018FA5-CD13-04B7-DDED-985B48472F1E}"/>
                    </a:ext>
                  </a:extLst>
                </p:cNvPr>
                <p:cNvPicPr/>
                <p:nvPr/>
              </p:nvPicPr>
              <p:blipFill>
                <a:blip r:embed="rId26"/>
                <a:stretch>
                  <a:fillRect/>
                </a:stretch>
              </p:blipFill>
              <p:spPr>
                <a:xfrm>
                  <a:off x="13285530" y="78351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2" name="Ink 131">
                  <a:extLst>
                    <a:ext uri="{FF2B5EF4-FFF2-40B4-BE49-F238E27FC236}">
                      <a16:creationId xmlns:a16="http://schemas.microsoft.com/office/drawing/2014/main" id="{B3029A7A-9A5F-AC3D-5C05-573EF87E2FD8}"/>
                    </a:ext>
                  </a:extLst>
                </p14:cNvPr>
                <p14:cNvContentPartPr/>
                <p14:nvPr/>
              </p14:nvContentPartPr>
              <p14:xfrm>
                <a:off x="13313610" y="7881930"/>
                <a:ext cx="2160" cy="4680"/>
              </p14:xfrm>
            </p:contentPart>
          </mc:Choice>
          <mc:Fallback xmlns="">
            <p:pic>
              <p:nvPicPr>
                <p:cNvPr id="132" name="Ink 131">
                  <a:extLst>
                    <a:ext uri="{FF2B5EF4-FFF2-40B4-BE49-F238E27FC236}">
                      <a16:creationId xmlns:a16="http://schemas.microsoft.com/office/drawing/2014/main" id="{B3029A7A-9A5F-AC3D-5C05-573EF87E2FD8}"/>
                    </a:ext>
                  </a:extLst>
                </p:cNvPr>
                <p:cNvPicPr/>
                <p:nvPr/>
              </p:nvPicPr>
              <p:blipFill>
                <a:blip r:embed="rId152"/>
                <a:stretch>
                  <a:fillRect/>
                </a:stretch>
              </p:blipFill>
              <p:spPr>
                <a:xfrm>
                  <a:off x="13250970" y="7819290"/>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3" name="Ink 132">
                  <a:extLst>
                    <a:ext uri="{FF2B5EF4-FFF2-40B4-BE49-F238E27FC236}">
                      <a16:creationId xmlns:a16="http://schemas.microsoft.com/office/drawing/2014/main" id="{D6CFDEE9-4FC1-FF15-9228-FB87EB3B944B}"/>
                    </a:ext>
                  </a:extLst>
                </p14:cNvPr>
                <p14:cNvContentPartPr/>
                <p14:nvPr/>
              </p14:nvContentPartPr>
              <p14:xfrm>
                <a:off x="13256370" y="7875090"/>
                <a:ext cx="2160" cy="360"/>
              </p14:xfrm>
            </p:contentPart>
          </mc:Choice>
          <mc:Fallback xmlns="">
            <p:pic>
              <p:nvPicPr>
                <p:cNvPr id="133" name="Ink 132">
                  <a:extLst>
                    <a:ext uri="{FF2B5EF4-FFF2-40B4-BE49-F238E27FC236}">
                      <a16:creationId xmlns:a16="http://schemas.microsoft.com/office/drawing/2014/main" id="{D6CFDEE9-4FC1-FF15-9228-FB87EB3B944B}"/>
                    </a:ext>
                  </a:extLst>
                </p:cNvPr>
                <p:cNvPicPr/>
                <p:nvPr/>
              </p:nvPicPr>
              <p:blipFill>
                <a:blip r:embed="rId26"/>
                <a:stretch>
                  <a:fillRect/>
                </a:stretch>
              </p:blipFill>
              <p:spPr>
                <a:xfrm>
                  <a:off x="13193730" y="78124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34" name="Ink 133">
                  <a:extLst>
                    <a:ext uri="{FF2B5EF4-FFF2-40B4-BE49-F238E27FC236}">
                      <a16:creationId xmlns:a16="http://schemas.microsoft.com/office/drawing/2014/main" id="{E8D081A3-D17A-6D2F-8D79-C096CF3D695C}"/>
                    </a:ext>
                  </a:extLst>
                </p14:cNvPr>
                <p14:cNvContentPartPr/>
                <p14:nvPr/>
              </p14:nvContentPartPr>
              <p14:xfrm>
                <a:off x="13242690" y="7875090"/>
                <a:ext cx="4680" cy="2160"/>
              </p14:xfrm>
            </p:contentPart>
          </mc:Choice>
          <mc:Fallback xmlns="">
            <p:pic>
              <p:nvPicPr>
                <p:cNvPr id="134" name="Ink 133">
                  <a:extLst>
                    <a:ext uri="{FF2B5EF4-FFF2-40B4-BE49-F238E27FC236}">
                      <a16:creationId xmlns:a16="http://schemas.microsoft.com/office/drawing/2014/main" id="{E8D081A3-D17A-6D2F-8D79-C096CF3D695C}"/>
                    </a:ext>
                  </a:extLst>
                </p:cNvPr>
                <p:cNvPicPr/>
                <p:nvPr/>
              </p:nvPicPr>
              <p:blipFill>
                <a:blip r:embed="rId163"/>
                <a:stretch>
                  <a:fillRect/>
                </a:stretch>
              </p:blipFill>
              <p:spPr>
                <a:xfrm>
                  <a:off x="13179690" y="781245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35" name="Ink 134">
                  <a:extLst>
                    <a:ext uri="{FF2B5EF4-FFF2-40B4-BE49-F238E27FC236}">
                      <a16:creationId xmlns:a16="http://schemas.microsoft.com/office/drawing/2014/main" id="{D7FFCFB1-4037-82C0-729B-25097ED68D24}"/>
                    </a:ext>
                  </a:extLst>
                </p14:cNvPr>
                <p14:cNvContentPartPr/>
                <p14:nvPr/>
              </p14:nvContentPartPr>
              <p14:xfrm>
                <a:off x="13224330" y="7897770"/>
                <a:ext cx="360" cy="2160"/>
              </p14:xfrm>
            </p:contentPart>
          </mc:Choice>
          <mc:Fallback xmlns="">
            <p:pic>
              <p:nvPicPr>
                <p:cNvPr id="135" name="Ink 134">
                  <a:extLst>
                    <a:ext uri="{FF2B5EF4-FFF2-40B4-BE49-F238E27FC236}">
                      <a16:creationId xmlns:a16="http://schemas.microsoft.com/office/drawing/2014/main" id="{D7FFCFB1-4037-82C0-729B-25097ED68D24}"/>
                    </a:ext>
                  </a:extLst>
                </p:cNvPr>
                <p:cNvPicPr/>
                <p:nvPr/>
              </p:nvPicPr>
              <p:blipFill>
                <a:blip r:embed="rId90"/>
                <a:stretch>
                  <a:fillRect/>
                </a:stretch>
              </p:blipFill>
              <p:spPr>
                <a:xfrm>
                  <a:off x="13161690" y="7835130"/>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6" name="Ink 135">
                  <a:extLst>
                    <a:ext uri="{FF2B5EF4-FFF2-40B4-BE49-F238E27FC236}">
                      <a16:creationId xmlns:a16="http://schemas.microsoft.com/office/drawing/2014/main" id="{89BC602F-70E1-212F-82FB-291B9E2ECA1D}"/>
                    </a:ext>
                  </a:extLst>
                </p14:cNvPr>
                <p14:cNvContentPartPr/>
                <p14:nvPr/>
              </p14:nvContentPartPr>
              <p14:xfrm>
                <a:off x="13222530" y="7909290"/>
                <a:ext cx="2160" cy="360"/>
              </p14:xfrm>
            </p:contentPart>
          </mc:Choice>
          <mc:Fallback xmlns="">
            <p:pic>
              <p:nvPicPr>
                <p:cNvPr id="136" name="Ink 135">
                  <a:extLst>
                    <a:ext uri="{FF2B5EF4-FFF2-40B4-BE49-F238E27FC236}">
                      <a16:creationId xmlns:a16="http://schemas.microsoft.com/office/drawing/2014/main" id="{89BC602F-70E1-212F-82FB-291B9E2ECA1D}"/>
                    </a:ext>
                  </a:extLst>
                </p:cNvPr>
                <p:cNvPicPr/>
                <p:nvPr/>
              </p:nvPicPr>
              <p:blipFill>
                <a:blip r:embed="rId28"/>
                <a:stretch>
                  <a:fillRect/>
                </a:stretch>
              </p:blipFill>
              <p:spPr>
                <a:xfrm>
                  <a:off x="13159530" y="784629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37" name="Ink 136">
                  <a:extLst>
                    <a:ext uri="{FF2B5EF4-FFF2-40B4-BE49-F238E27FC236}">
                      <a16:creationId xmlns:a16="http://schemas.microsoft.com/office/drawing/2014/main" id="{03FD77F8-1DD5-0520-0181-442E42400776}"/>
                    </a:ext>
                  </a:extLst>
                </p14:cNvPr>
                <p14:cNvContentPartPr/>
                <p14:nvPr/>
              </p14:nvContentPartPr>
              <p14:xfrm>
                <a:off x="13160610" y="7921170"/>
                <a:ext cx="6840" cy="360"/>
              </p14:xfrm>
            </p:contentPart>
          </mc:Choice>
          <mc:Fallback xmlns="">
            <p:pic>
              <p:nvPicPr>
                <p:cNvPr id="137" name="Ink 136">
                  <a:extLst>
                    <a:ext uri="{FF2B5EF4-FFF2-40B4-BE49-F238E27FC236}">
                      <a16:creationId xmlns:a16="http://schemas.microsoft.com/office/drawing/2014/main" id="{03FD77F8-1DD5-0520-0181-442E42400776}"/>
                    </a:ext>
                  </a:extLst>
                </p:cNvPr>
                <p:cNvPicPr/>
                <p:nvPr/>
              </p:nvPicPr>
              <p:blipFill>
                <a:blip r:embed="rId32"/>
                <a:stretch>
                  <a:fillRect/>
                </a:stretch>
              </p:blipFill>
              <p:spPr>
                <a:xfrm>
                  <a:off x="13097970" y="785817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8" name="Ink 137">
                  <a:extLst>
                    <a:ext uri="{FF2B5EF4-FFF2-40B4-BE49-F238E27FC236}">
                      <a16:creationId xmlns:a16="http://schemas.microsoft.com/office/drawing/2014/main" id="{76D47FF4-C5F2-84DA-8499-64F8D3FD69ED}"/>
                    </a:ext>
                  </a:extLst>
                </p14:cNvPr>
                <p14:cNvContentPartPr/>
                <p14:nvPr/>
              </p14:nvContentPartPr>
              <p14:xfrm>
                <a:off x="13108050" y="7921170"/>
                <a:ext cx="2160" cy="360"/>
              </p14:xfrm>
            </p:contentPart>
          </mc:Choice>
          <mc:Fallback xmlns="">
            <p:pic>
              <p:nvPicPr>
                <p:cNvPr id="138" name="Ink 137">
                  <a:extLst>
                    <a:ext uri="{FF2B5EF4-FFF2-40B4-BE49-F238E27FC236}">
                      <a16:creationId xmlns:a16="http://schemas.microsoft.com/office/drawing/2014/main" id="{76D47FF4-C5F2-84DA-8499-64F8D3FD69ED}"/>
                    </a:ext>
                  </a:extLst>
                </p:cNvPr>
                <p:cNvPicPr/>
                <p:nvPr/>
              </p:nvPicPr>
              <p:blipFill>
                <a:blip r:embed="rId28"/>
                <a:stretch>
                  <a:fillRect/>
                </a:stretch>
              </p:blipFill>
              <p:spPr>
                <a:xfrm>
                  <a:off x="13045050" y="785817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9" name="Ink 138">
                  <a:extLst>
                    <a:ext uri="{FF2B5EF4-FFF2-40B4-BE49-F238E27FC236}">
                      <a16:creationId xmlns:a16="http://schemas.microsoft.com/office/drawing/2014/main" id="{CA8EF383-A760-23FB-488D-8AAF2EBC1A77}"/>
                    </a:ext>
                  </a:extLst>
                </p14:cNvPr>
                <p14:cNvContentPartPr/>
                <p14:nvPr/>
              </p14:nvContentPartPr>
              <p14:xfrm>
                <a:off x="13064490" y="7921170"/>
                <a:ext cx="360" cy="13680"/>
              </p14:xfrm>
            </p:contentPart>
          </mc:Choice>
          <mc:Fallback xmlns="">
            <p:pic>
              <p:nvPicPr>
                <p:cNvPr id="139" name="Ink 138">
                  <a:extLst>
                    <a:ext uri="{FF2B5EF4-FFF2-40B4-BE49-F238E27FC236}">
                      <a16:creationId xmlns:a16="http://schemas.microsoft.com/office/drawing/2014/main" id="{CA8EF383-A760-23FB-488D-8AAF2EBC1A77}"/>
                    </a:ext>
                  </a:extLst>
                </p:cNvPr>
                <p:cNvPicPr/>
                <p:nvPr/>
              </p:nvPicPr>
              <p:blipFill>
                <a:blip r:embed="rId64"/>
                <a:stretch>
                  <a:fillRect/>
                </a:stretch>
              </p:blipFill>
              <p:spPr>
                <a:xfrm>
                  <a:off x="13001850" y="7858170"/>
                  <a:ext cx="1260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40" name="Ink 139">
                  <a:extLst>
                    <a:ext uri="{FF2B5EF4-FFF2-40B4-BE49-F238E27FC236}">
                      <a16:creationId xmlns:a16="http://schemas.microsoft.com/office/drawing/2014/main" id="{67433AF0-6765-FEE0-9AF5-1643A12E02AC}"/>
                    </a:ext>
                  </a:extLst>
                </p14:cNvPr>
                <p14:cNvContentPartPr/>
                <p14:nvPr/>
              </p14:nvContentPartPr>
              <p14:xfrm>
                <a:off x="13064490" y="7955010"/>
                <a:ext cx="360" cy="360"/>
              </p14:xfrm>
            </p:contentPart>
          </mc:Choice>
          <mc:Fallback xmlns="">
            <p:pic>
              <p:nvPicPr>
                <p:cNvPr id="140" name="Ink 139">
                  <a:extLst>
                    <a:ext uri="{FF2B5EF4-FFF2-40B4-BE49-F238E27FC236}">
                      <a16:creationId xmlns:a16="http://schemas.microsoft.com/office/drawing/2014/main" id="{67433AF0-6765-FEE0-9AF5-1643A12E02AC}"/>
                    </a:ext>
                  </a:extLst>
                </p:cNvPr>
                <p:cNvPicPr/>
                <p:nvPr/>
              </p:nvPicPr>
              <p:blipFill>
                <a:blip r:embed="rId8"/>
                <a:stretch>
                  <a:fillRect/>
                </a:stretch>
              </p:blipFill>
              <p:spPr>
                <a:xfrm>
                  <a:off x="13001850" y="78923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41" name="Ink 140">
                  <a:extLst>
                    <a:ext uri="{FF2B5EF4-FFF2-40B4-BE49-F238E27FC236}">
                      <a16:creationId xmlns:a16="http://schemas.microsoft.com/office/drawing/2014/main" id="{7B1776EC-BD80-96A6-0DC5-594E76EDB75B}"/>
                    </a:ext>
                  </a:extLst>
                </p14:cNvPr>
                <p14:cNvContentPartPr/>
                <p14:nvPr/>
              </p14:nvContentPartPr>
              <p14:xfrm>
                <a:off x="13018770" y="7977690"/>
                <a:ext cx="360" cy="360"/>
              </p14:xfrm>
            </p:contentPart>
          </mc:Choice>
          <mc:Fallback xmlns="">
            <p:pic>
              <p:nvPicPr>
                <p:cNvPr id="141" name="Ink 140">
                  <a:extLst>
                    <a:ext uri="{FF2B5EF4-FFF2-40B4-BE49-F238E27FC236}">
                      <a16:creationId xmlns:a16="http://schemas.microsoft.com/office/drawing/2014/main" id="{7B1776EC-BD80-96A6-0DC5-594E76EDB75B}"/>
                    </a:ext>
                  </a:extLst>
                </p:cNvPr>
                <p:cNvPicPr/>
                <p:nvPr/>
              </p:nvPicPr>
              <p:blipFill>
                <a:blip r:embed="rId8"/>
                <a:stretch>
                  <a:fillRect/>
                </a:stretch>
              </p:blipFill>
              <p:spPr>
                <a:xfrm>
                  <a:off x="12955770" y="79150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42" name="Ink 141">
                  <a:extLst>
                    <a:ext uri="{FF2B5EF4-FFF2-40B4-BE49-F238E27FC236}">
                      <a16:creationId xmlns:a16="http://schemas.microsoft.com/office/drawing/2014/main" id="{5B7CD45F-5DA9-C0FC-85FA-0752EE280BA5}"/>
                    </a:ext>
                  </a:extLst>
                </p14:cNvPr>
                <p14:cNvContentPartPr/>
                <p14:nvPr/>
              </p14:nvContentPartPr>
              <p14:xfrm>
                <a:off x="13018770" y="7977690"/>
                <a:ext cx="360" cy="2520"/>
              </p14:xfrm>
            </p:contentPart>
          </mc:Choice>
          <mc:Fallback xmlns="">
            <p:pic>
              <p:nvPicPr>
                <p:cNvPr id="142" name="Ink 141">
                  <a:extLst>
                    <a:ext uri="{FF2B5EF4-FFF2-40B4-BE49-F238E27FC236}">
                      <a16:creationId xmlns:a16="http://schemas.microsoft.com/office/drawing/2014/main" id="{5B7CD45F-5DA9-C0FC-85FA-0752EE280BA5}"/>
                    </a:ext>
                  </a:extLst>
                </p:cNvPr>
                <p:cNvPicPr/>
                <p:nvPr/>
              </p:nvPicPr>
              <p:blipFill>
                <a:blip r:embed="rId90"/>
                <a:stretch>
                  <a:fillRect/>
                </a:stretch>
              </p:blipFill>
              <p:spPr>
                <a:xfrm>
                  <a:off x="12955770" y="791505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43" name="Ink 142">
                  <a:extLst>
                    <a:ext uri="{FF2B5EF4-FFF2-40B4-BE49-F238E27FC236}">
                      <a16:creationId xmlns:a16="http://schemas.microsoft.com/office/drawing/2014/main" id="{DB68C825-5951-A9AD-1BC1-B2B766509E1E}"/>
                    </a:ext>
                  </a:extLst>
                </p14:cNvPr>
                <p14:cNvContentPartPr/>
                <p14:nvPr/>
              </p14:nvContentPartPr>
              <p14:xfrm>
                <a:off x="13018770" y="7989570"/>
                <a:ext cx="6840" cy="16200"/>
              </p14:xfrm>
            </p:contentPart>
          </mc:Choice>
          <mc:Fallback xmlns="">
            <p:pic>
              <p:nvPicPr>
                <p:cNvPr id="143" name="Ink 142">
                  <a:extLst>
                    <a:ext uri="{FF2B5EF4-FFF2-40B4-BE49-F238E27FC236}">
                      <a16:creationId xmlns:a16="http://schemas.microsoft.com/office/drawing/2014/main" id="{DB68C825-5951-A9AD-1BC1-B2B766509E1E}"/>
                    </a:ext>
                  </a:extLst>
                </p:cNvPr>
                <p:cNvPicPr/>
                <p:nvPr/>
              </p:nvPicPr>
              <p:blipFill>
                <a:blip r:embed="rId173"/>
                <a:stretch>
                  <a:fillRect/>
                </a:stretch>
              </p:blipFill>
              <p:spPr>
                <a:xfrm>
                  <a:off x="12955770" y="7926930"/>
                  <a:ext cx="1324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44" name="Ink 143">
                  <a:extLst>
                    <a:ext uri="{FF2B5EF4-FFF2-40B4-BE49-F238E27FC236}">
                      <a16:creationId xmlns:a16="http://schemas.microsoft.com/office/drawing/2014/main" id="{6E365E4B-E304-E1EA-1D49-FDD2310A12BE}"/>
                    </a:ext>
                  </a:extLst>
                </p14:cNvPr>
                <p14:cNvContentPartPr/>
                <p14:nvPr/>
              </p14:nvContentPartPr>
              <p14:xfrm>
                <a:off x="13109850" y="7989570"/>
                <a:ext cx="2160" cy="360"/>
              </p14:xfrm>
            </p:contentPart>
          </mc:Choice>
          <mc:Fallback xmlns="">
            <p:pic>
              <p:nvPicPr>
                <p:cNvPr id="144" name="Ink 143">
                  <a:extLst>
                    <a:ext uri="{FF2B5EF4-FFF2-40B4-BE49-F238E27FC236}">
                      <a16:creationId xmlns:a16="http://schemas.microsoft.com/office/drawing/2014/main" id="{6E365E4B-E304-E1EA-1D49-FDD2310A12BE}"/>
                    </a:ext>
                  </a:extLst>
                </p:cNvPr>
                <p:cNvPicPr/>
                <p:nvPr/>
              </p:nvPicPr>
              <p:blipFill>
                <a:blip r:embed="rId26"/>
                <a:stretch>
                  <a:fillRect/>
                </a:stretch>
              </p:blipFill>
              <p:spPr>
                <a:xfrm>
                  <a:off x="13047210" y="79269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45" name="Ink 144">
                  <a:extLst>
                    <a:ext uri="{FF2B5EF4-FFF2-40B4-BE49-F238E27FC236}">
                      <a16:creationId xmlns:a16="http://schemas.microsoft.com/office/drawing/2014/main" id="{1D1DF5B5-53B3-2654-6912-229FD30A8B45}"/>
                    </a:ext>
                  </a:extLst>
                </p14:cNvPr>
                <p14:cNvContentPartPr/>
                <p14:nvPr/>
              </p14:nvContentPartPr>
              <p14:xfrm>
                <a:off x="13121370" y="7987770"/>
                <a:ext cx="360" cy="2520"/>
              </p14:xfrm>
            </p:contentPart>
          </mc:Choice>
          <mc:Fallback xmlns="">
            <p:pic>
              <p:nvPicPr>
                <p:cNvPr id="145" name="Ink 144">
                  <a:extLst>
                    <a:ext uri="{FF2B5EF4-FFF2-40B4-BE49-F238E27FC236}">
                      <a16:creationId xmlns:a16="http://schemas.microsoft.com/office/drawing/2014/main" id="{1D1DF5B5-53B3-2654-6912-229FD30A8B45}"/>
                    </a:ext>
                  </a:extLst>
                </p:cNvPr>
                <p:cNvPicPr/>
                <p:nvPr/>
              </p:nvPicPr>
              <p:blipFill>
                <a:blip r:embed="rId15"/>
                <a:stretch>
                  <a:fillRect/>
                </a:stretch>
              </p:blipFill>
              <p:spPr>
                <a:xfrm>
                  <a:off x="13058370" y="7924770"/>
                  <a:ext cx="1260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46" name="Ink 145">
                  <a:extLst>
                    <a:ext uri="{FF2B5EF4-FFF2-40B4-BE49-F238E27FC236}">
                      <a16:creationId xmlns:a16="http://schemas.microsoft.com/office/drawing/2014/main" id="{C8DBE071-FFCA-CAD0-7FA8-2731CD43F490}"/>
                    </a:ext>
                  </a:extLst>
                </p14:cNvPr>
                <p14:cNvContentPartPr/>
                <p14:nvPr/>
              </p14:nvContentPartPr>
              <p14:xfrm>
                <a:off x="13235850" y="7955010"/>
                <a:ext cx="13680" cy="360"/>
              </p14:xfrm>
            </p:contentPart>
          </mc:Choice>
          <mc:Fallback xmlns="">
            <p:pic>
              <p:nvPicPr>
                <p:cNvPr id="146" name="Ink 145">
                  <a:extLst>
                    <a:ext uri="{FF2B5EF4-FFF2-40B4-BE49-F238E27FC236}">
                      <a16:creationId xmlns:a16="http://schemas.microsoft.com/office/drawing/2014/main" id="{C8DBE071-FFCA-CAD0-7FA8-2731CD43F490}"/>
                    </a:ext>
                  </a:extLst>
                </p:cNvPr>
                <p:cNvPicPr/>
                <p:nvPr/>
              </p:nvPicPr>
              <p:blipFill>
                <a:blip r:embed="rId54"/>
                <a:stretch>
                  <a:fillRect/>
                </a:stretch>
              </p:blipFill>
              <p:spPr>
                <a:xfrm>
                  <a:off x="13172850" y="789237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47" name="Ink 146">
                  <a:extLst>
                    <a:ext uri="{FF2B5EF4-FFF2-40B4-BE49-F238E27FC236}">
                      <a16:creationId xmlns:a16="http://schemas.microsoft.com/office/drawing/2014/main" id="{DCCC633B-0C90-0F6A-031C-7663D2892509}"/>
                    </a:ext>
                  </a:extLst>
                </p14:cNvPr>
                <p14:cNvContentPartPr/>
                <p14:nvPr/>
              </p14:nvContentPartPr>
              <p14:xfrm>
                <a:off x="13304250" y="7931970"/>
                <a:ext cx="56520" cy="11880"/>
              </p14:xfrm>
            </p:contentPart>
          </mc:Choice>
          <mc:Fallback xmlns="">
            <p:pic>
              <p:nvPicPr>
                <p:cNvPr id="147" name="Ink 146">
                  <a:extLst>
                    <a:ext uri="{FF2B5EF4-FFF2-40B4-BE49-F238E27FC236}">
                      <a16:creationId xmlns:a16="http://schemas.microsoft.com/office/drawing/2014/main" id="{DCCC633B-0C90-0F6A-031C-7663D2892509}"/>
                    </a:ext>
                  </a:extLst>
                </p:cNvPr>
                <p:cNvPicPr/>
                <p:nvPr/>
              </p:nvPicPr>
              <p:blipFill>
                <a:blip r:embed="rId178"/>
                <a:stretch>
                  <a:fillRect/>
                </a:stretch>
              </p:blipFill>
              <p:spPr>
                <a:xfrm>
                  <a:off x="13241610" y="7869330"/>
                  <a:ext cx="1821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48" name="Ink 147">
                  <a:extLst>
                    <a:ext uri="{FF2B5EF4-FFF2-40B4-BE49-F238E27FC236}">
                      <a16:creationId xmlns:a16="http://schemas.microsoft.com/office/drawing/2014/main" id="{A41C236E-D3B1-6462-8A76-6BD89424A6EB}"/>
                    </a:ext>
                  </a:extLst>
                </p14:cNvPr>
                <p14:cNvContentPartPr/>
                <p14:nvPr/>
              </p14:nvContentPartPr>
              <p14:xfrm>
                <a:off x="13464090" y="7932330"/>
                <a:ext cx="33480" cy="360"/>
              </p14:xfrm>
            </p:contentPart>
          </mc:Choice>
          <mc:Fallback xmlns="">
            <p:pic>
              <p:nvPicPr>
                <p:cNvPr id="148" name="Ink 147">
                  <a:extLst>
                    <a:ext uri="{FF2B5EF4-FFF2-40B4-BE49-F238E27FC236}">
                      <a16:creationId xmlns:a16="http://schemas.microsoft.com/office/drawing/2014/main" id="{A41C236E-D3B1-6462-8A76-6BD89424A6EB}"/>
                    </a:ext>
                  </a:extLst>
                </p:cNvPr>
                <p:cNvPicPr/>
                <p:nvPr/>
              </p:nvPicPr>
              <p:blipFill>
                <a:blip r:embed="rId38"/>
                <a:stretch>
                  <a:fillRect/>
                </a:stretch>
              </p:blipFill>
              <p:spPr>
                <a:xfrm>
                  <a:off x="13401450" y="7869690"/>
                  <a:ext cx="159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49" name="Ink 148">
                  <a:extLst>
                    <a:ext uri="{FF2B5EF4-FFF2-40B4-BE49-F238E27FC236}">
                      <a16:creationId xmlns:a16="http://schemas.microsoft.com/office/drawing/2014/main" id="{AFC104B7-E58C-D433-8E04-A875818F088D}"/>
                    </a:ext>
                  </a:extLst>
                </p14:cNvPr>
                <p14:cNvContentPartPr/>
                <p14:nvPr/>
              </p14:nvContentPartPr>
              <p14:xfrm>
                <a:off x="13578570" y="7932330"/>
                <a:ext cx="90000" cy="2160"/>
              </p14:xfrm>
            </p:contentPart>
          </mc:Choice>
          <mc:Fallback xmlns="">
            <p:pic>
              <p:nvPicPr>
                <p:cNvPr id="149" name="Ink 148">
                  <a:extLst>
                    <a:ext uri="{FF2B5EF4-FFF2-40B4-BE49-F238E27FC236}">
                      <a16:creationId xmlns:a16="http://schemas.microsoft.com/office/drawing/2014/main" id="{AFC104B7-E58C-D433-8E04-A875818F088D}"/>
                    </a:ext>
                  </a:extLst>
                </p:cNvPr>
                <p:cNvPicPr/>
                <p:nvPr/>
              </p:nvPicPr>
              <p:blipFill>
                <a:blip r:embed="rId181"/>
                <a:stretch>
                  <a:fillRect/>
                </a:stretch>
              </p:blipFill>
              <p:spPr>
                <a:xfrm>
                  <a:off x="13515930" y="7869690"/>
                  <a:ext cx="2156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50" name="Ink 149">
                  <a:extLst>
                    <a:ext uri="{FF2B5EF4-FFF2-40B4-BE49-F238E27FC236}">
                      <a16:creationId xmlns:a16="http://schemas.microsoft.com/office/drawing/2014/main" id="{17FDFA05-C2D9-EEEA-6916-BDAE78FA913E}"/>
                    </a:ext>
                  </a:extLst>
                </p14:cNvPr>
                <p14:cNvContentPartPr/>
                <p14:nvPr/>
              </p14:nvContentPartPr>
              <p14:xfrm>
                <a:off x="13727250" y="7943850"/>
                <a:ext cx="11880" cy="2160"/>
              </p14:xfrm>
            </p:contentPart>
          </mc:Choice>
          <mc:Fallback xmlns="">
            <p:pic>
              <p:nvPicPr>
                <p:cNvPr id="150" name="Ink 149">
                  <a:extLst>
                    <a:ext uri="{FF2B5EF4-FFF2-40B4-BE49-F238E27FC236}">
                      <a16:creationId xmlns:a16="http://schemas.microsoft.com/office/drawing/2014/main" id="{17FDFA05-C2D9-EEEA-6916-BDAE78FA913E}"/>
                    </a:ext>
                  </a:extLst>
                </p:cNvPr>
                <p:cNvPicPr/>
                <p:nvPr/>
              </p:nvPicPr>
              <p:blipFill>
                <a:blip r:embed="rId183"/>
                <a:stretch>
                  <a:fillRect/>
                </a:stretch>
              </p:blipFill>
              <p:spPr>
                <a:xfrm>
                  <a:off x="13664250" y="7880850"/>
                  <a:ext cx="137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51" name="Ink 150">
                  <a:extLst>
                    <a:ext uri="{FF2B5EF4-FFF2-40B4-BE49-F238E27FC236}">
                      <a16:creationId xmlns:a16="http://schemas.microsoft.com/office/drawing/2014/main" id="{5262A3B7-8182-A701-D97F-ED1D01EACA6D}"/>
                    </a:ext>
                  </a:extLst>
                </p14:cNvPr>
                <p14:cNvContentPartPr/>
                <p14:nvPr/>
              </p14:nvContentPartPr>
              <p14:xfrm>
                <a:off x="13750290" y="7955010"/>
                <a:ext cx="2160" cy="2160"/>
              </p14:xfrm>
            </p:contentPart>
          </mc:Choice>
          <mc:Fallback xmlns="">
            <p:pic>
              <p:nvPicPr>
                <p:cNvPr id="151" name="Ink 150">
                  <a:extLst>
                    <a:ext uri="{FF2B5EF4-FFF2-40B4-BE49-F238E27FC236}">
                      <a16:creationId xmlns:a16="http://schemas.microsoft.com/office/drawing/2014/main" id="{5262A3B7-8182-A701-D97F-ED1D01EACA6D}"/>
                    </a:ext>
                  </a:extLst>
                </p:cNvPr>
                <p:cNvPicPr/>
                <p:nvPr/>
              </p:nvPicPr>
              <p:blipFill>
                <a:blip r:embed="rId185"/>
                <a:stretch>
                  <a:fillRect/>
                </a:stretch>
              </p:blipFill>
              <p:spPr>
                <a:xfrm>
                  <a:off x="13687650" y="7892370"/>
                  <a:ext cx="1278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52" name="Ink 151">
                  <a:extLst>
                    <a:ext uri="{FF2B5EF4-FFF2-40B4-BE49-F238E27FC236}">
                      <a16:creationId xmlns:a16="http://schemas.microsoft.com/office/drawing/2014/main" id="{23E84FC5-EF4C-F639-4179-98681C73BABC}"/>
                    </a:ext>
                  </a:extLst>
                </p14:cNvPr>
                <p14:cNvContentPartPr/>
                <p14:nvPr/>
              </p14:nvContentPartPr>
              <p14:xfrm>
                <a:off x="13727250" y="7966530"/>
                <a:ext cx="360" cy="360"/>
              </p14:xfrm>
            </p:contentPart>
          </mc:Choice>
          <mc:Fallback xmlns="">
            <p:pic>
              <p:nvPicPr>
                <p:cNvPr id="152" name="Ink 151">
                  <a:extLst>
                    <a:ext uri="{FF2B5EF4-FFF2-40B4-BE49-F238E27FC236}">
                      <a16:creationId xmlns:a16="http://schemas.microsoft.com/office/drawing/2014/main" id="{23E84FC5-EF4C-F639-4179-98681C73BABC}"/>
                    </a:ext>
                  </a:extLst>
                </p:cNvPr>
                <p:cNvPicPr/>
                <p:nvPr/>
              </p:nvPicPr>
              <p:blipFill>
                <a:blip r:embed="rId8"/>
                <a:stretch>
                  <a:fillRect/>
                </a:stretch>
              </p:blipFill>
              <p:spPr>
                <a:xfrm>
                  <a:off x="136642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53" name="Ink 152">
                  <a:extLst>
                    <a:ext uri="{FF2B5EF4-FFF2-40B4-BE49-F238E27FC236}">
                      <a16:creationId xmlns:a16="http://schemas.microsoft.com/office/drawing/2014/main" id="{566A9F64-4D5B-1386-0DB8-8372B98AF8DA}"/>
                    </a:ext>
                  </a:extLst>
                </p14:cNvPr>
                <p14:cNvContentPartPr/>
                <p14:nvPr/>
              </p14:nvContentPartPr>
              <p14:xfrm>
                <a:off x="13727250" y="7966530"/>
                <a:ext cx="360" cy="360"/>
              </p14:xfrm>
            </p:contentPart>
          </mc:Choice>
          <mc:Fallback xmlns="">
            <p:pic>
              <p:nvPicPr>
                <p:cNvPr id="153" name="Ink 152">
                  <a:extLst>
                    <a:ext uri="{FF2B5EF4-FFF2-40B4-BE49-F238E27FC236}">
                      <a16:creationId xmlns:a16="http://schemas.microsoft.com/office/drawing/2014/main" id="{566A9F64-4D5B-1386-0DB8-8372B98AF8DA}"/>
                    </a:ext>
                  </a:extLst>
                </p:cNvPr>
                <p:cNvPicPr/>
                <p:nvPr/>
              </p:nvPicPr>
              <p:blipFill>
                <a:blip r:embed="rId8"/>
                <a:stretch>
                  <a:fillRect/>
                </a:stretch>
              </p:blipFill>
              <p:spPr>
                <a:xfrm>
                  <a:off x="13664250" y="79035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54" name="Ink 153">
                  <a:extLst>
                    <a:ext uri="{FF2B5EF4-FFF2-40B4-BE49-F238E27FC236}">
                      <a16:creationId xmlns:a16="http://schemas.microsoft.com/office/drawing/2014/main" id="{6A202E92-7624-9187-F26D-53ABA91D0E6D}"/>
                    </a:ext>
                  </a:extLst>
                </p14:cNvPr>
                <p14:cNvContentPartPr/>
                <p14:nvPr/>
              </p14:nvContentPartPr>
              <p14:xfrm>
                <a:off x="13679730" y="7966530"/>
                <a:ext cx="2520" cy="360"/>
              </p14:xfrm>
            </p:contentPart>
          </mc:Choice>
          <mc:Fallback xmlns="">
            <p:pic>
              <p:nvPicPr>
                <p:cNvPr id="154" name="Ink 153">
                  <a:extLst>
                    <a:ext uri="{FF2B5EF4-FFF2-40B4-BE49-F238E27FC236}">
                      <a16:creationId xmlns:a16="http://schemas.microsoft.com/office/drawing/2014/main" id="{6A202E92-7624-9187-F26D-53ABA91D0E6D}"/>
                    </a:ext>
                  </a:extLst>
                </p:cNvPr>
                <p:cNvPicPr/>
                <p:nvPr/>
              </p:nvPicPr>
              <p:blipFill>
                <a:blip r:embed="rId26"/>
                <a:stretch>
                  <a:fillRect/>
                </a:stretch>
              </p:blipFill>
              <p:spPr>
                <a:xfrm>
                  <a:off x="13617090" y="7903530"/>
                  <a:ext cx="1281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55" name="Ink 154">
                  <a:extLst>
                    <a:ext uri="{FF2B5EF4-FFF2-40B4-BE49-F238E27FC236}">
                      <a16:creationId xmlns:a16="http://schemas.microsoft.com/office/drawing/2014/main" id="{8D753569-8F16-9016-ABE2-E70F61E59BB6}"/>
                    </a:ext>
                  </a:extLst>
                </p14:cNvPr>
                <p14:cNvContentPartPr/>
                <p14:nvPr/>
              </p14:nvContentPartPr>
              <p14:xfrm>
                <a:off x="13599450" y="7966530"/>
                <a:ext cx="14040" cy="360"/>
              </p14:xfrm>
            </p:contentPart>
          </mc:Choice>
          <mc:Fallback xmlns="">
            <p:pic>
              <p:nvPicPr>
                <p:cNvPr id="155" name="Ink 154">
                  <a:extLst>
                    <a:ext uri="{FF2B5EF4-FFF2-40B4-BE49-F238E27FC236}">
                      <a16:creationId xmlns:a16="http://schemas.microsoft.com/office/drawing/2014/main" id="{8D753569-8F16-9016-ABE2-E70F61E59BB6}"/>
                    </a:ext>
                  </a:extLst>
                </p:cNvPr>
                <p:cNvPicPr/>
                <p:nvPr/>
              </p:nvPicPr>
              <p:blipFill>
                <a:blip r:embed="rId54"/>
                <a:stretch>
                  <a:fillRect/>
                </a:stretch>
              </p:blipFill>
              <p:spPr>
                <a:xfrm>
                  <a:off x="13536810" y="7903530"/>
                  <a:ext cx="139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56" name="Ink 155">
                  <a:extLst>
                    <a:ext uri="{FF2B5EF4-FFF2-40B4-BE49-F238E27FC236}">
                      <a16:creationId xmlns:a16="http://schemas.microsoft.com/office/drawing/2014/main" id="{A3F559D9-0CBF-0B93-C295-DAFB7171699A}"/>
                    </a:ext>
                  </a:extLst>
                </p14:cNvPr>
                <p14:cNvContentPartPr/>
                <p14:nvPr/>
              </p14:nvContentPartPr>
              <p14:xfrm>
                <a:off x="13519530" y="7966530"/>
                <a:ext cx="2160" cy="360"/>
              </p14:xfrm>
            </p:contentPart>
          </mc:Choice>
          <mc:Fallback xmlns="">
            <p:pic>
              <p:nvPicPr>
                <p:cNvPr id="156" name="Ink 155">
                  <a:extLst>
                    <a:ext uri="{FF2B5EF4-FFF2-40B4-BE49-F238E27FC236}">
                      <a16:creationId xmlns:a16="http://schemas.microsoft.com/office/drawing/2014/main" id="{A3F559D9-0CBF-0B93-C295-DAFB7171699A}"/>
                    </a:ext>
                  </a:extLst>
                </p:cNvPr>
                <p:cNvPicPr/>
                <p:nvPr/>
              </p:nvPicPr>
              <p:blipFill>
                <a:blip r:embed="rId28"/>
                <a:stretch>
                  <a:fillRect/>
                </a:stretch>
              </p:blipFill>
              <p:spPr>
                <a:xfrm>
                  <a:off x="13456530" y="790353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57" name="Ink 156">
                  <a:extLst>
                    <a:ext uri="{FF2B5EF4-FFF2-40B4-BE49-F238E27FC236}">
                      <a16:creationId xmlns:a16="http://schemas.microsoft.com/office/drawing/2014/main" id="{BC9F12DA-3114-E09E-0BBB-E140D597B076}"/>
                    </a:ext>
                  </a:extLst>
                </p14:cNvPr>
                <p14:cNvContentPartPr/>
                <p14:nvPr/>
              </p14:nvContentPartPr>
              <p14:xfrm>
                <a:off x="13469490" y="7966530"/>
                <a:ext cx="6840" cy="360"/>
              </p14:xfrm>
            </p:contentPart>
          </mc:Choice>
          <mc:Fallback xmlns="">
            <p:pic>
              <p:nvPicPr>
                <p:cNvPr id="157" name="Ink 156">
                  <a:extLst>
                    <a:ext uri="{FF2B5EF4-FFF2-40B4-BE49-F238E27FC236}">
                      <a16:creationId xmlns:a16="http://schemas.microsoft.com/office/drawing/2014/main" id="{BC9F12DA-3114-E09E-0BBB-E140D597B076}"/>
                    </a:ext>
                  </a:extLst>
                </p:cNvPr>
                <p:cNvPicPr/>
                <p:nvPr/>
              </p:nvPicPr>
              <p:blipFill>
                <a:blip r:embed="rId32"/>
                <a:stretch>
                  <a:fillRect/>
                </a:stretch>
              </p:blipFill>
              <p:spPr>
                <a:xfrm>
                  <a:off x="13406490" y="790353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58" name="Ink 157">
                  <a:extLst>
                    <a:ext uri="{FF2B5EF4-FFF2-40B4-BE49-F238E27FC236}">
                      <a16:creationId xmlns:a16="http://schemas.microsoft.com/office/drawing/2014/main" id="{CC331B22-AE38-2409-E80B-321BC823AD0D}"/>
                    </a:ext>
                  </a:extLst>
                </p14:cNvPr>
                <p14:cNvContentPartPr/>
                <p14:nvPr/>
              </p14:nvContentPartPr>
              <p14:xfrm>
                <a:off x="13412250" y="7966530"/>
                <a:ext cx="6840" cy="360"/>
              </p14:xfrm>
            </p:contentPart>
          </mc:Choice>
          <mc:Fallback xmlns="">
            <p:pic>
              <p:nvPicPr>
                <p:cNvPr id="158" name="Ink 157">
                  <a:extLst>
                    <a:ext uri="{FF2B5EF4-FFF2-40B4-BE49-F238E27FC236}">
                      <a16:creationId xmlns:a16="http://schemas.microsoft.com/office/drawing/2014/main" id="{CC331B22-AE38-2409-E80B-321BC823AD0D}"/>
                    </a:ext>
                  </a:extLst>
                </p:cNvPr>
                <p:cNvPicPr/>
                <p:nvPr/>
              </p:nvPicPr>
              <p:blipFill>
                <a:blip r:embed="rId32"/>
                <a:stretch>
                  <a:fillRect/>
                </a:stretch>
              </p:blipFill>
              <p:spPr>
                <a:xfrm>
                  <a:off x="13349610" y="790353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9" name="Ink 158">
                  <a:extLst>
                    <a:ext uri="{FF2B5EF4-FFF2-40B4-BE49-F238E27FC236}">
                      <a16:creationId xmlns:a16="http://schemas.microsoft.com/office/drawing/2014/main" id="{E163FA97-A518-EF06-A2FA-0FAB80277952}"/>
                    </a:ext>
                  </a:extLst>
                </p14:cNvPr>
                <p14:cNvContentPartPr/>
                <p14:nvPr/>
              </p14:nvContentPartPr>
              <p14:xfrm>
                <a:off x="13340970" y="7966530"/>
                <a:ext cx="20880" cy="2160"/>
              </p14:xfrm>
            </p:contentPart>
          </mc:Choice>
          <mc:Fallback xmlns="">
            <p:pic>
              <p:nvPicPr>
                <p:cNvPr id="159" name="Ink 158">
                  <a:extLst>
                    <a:ext uri="{FF2B5EF4-FFF2-40B4-BE49-F238E27FC236}">
                      <a16:creationId xmlns:a16="http://schemas.microsoft.com/office/drawing/2014/main" id="{E163FA97-A518-EF06-A2FA-0FAB80277952}"/>
                    </a:ext>
                  </a:extLst>
                </p:cNvPr>
                <p:cNvPicPr/>
                <p:nvPr/>
              </p:nvPicPr>
              <p:blipFill>
                <a:blip r:embed="rId194"/>
                <a:stretch>
                  <a:fillRect/>
                </a:stretch>
              </p:blipFill>
              <p:spPr>
                <a:xfrm>
                  <a:off x="13278330" y="7903530"/>
                  <a:ext cx="146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60" name="Ink 159">
                  <a:extLst>
                    <a:ext uri="{FF2B5EF4-FFF2-40B4-BE49-F238E27FC236}">
                      <a16:creationId xmlns:a16="http://schemas.microsoft.com/office/drawing/2014/main" id="{35B91867-73C8-1E2C-FA0E-67669F6713AB}"/>
                    </a:ext>
                  </a:extLst>
                </p14:cNvPr>
                <p14:cNvContentPartPr/>
                <p14:nvPr/>
              </p14:nvContentPartPr>
              <p14:xfrm>
                <a:off x="13247010" y="7977690"/>
                <a:ext cx="360" cy="360"/>
              </p14:xfrm>
            </p:contentPart>
          </mc:Choice>
          <mc:Fallback xmlns="">
            <p:pic>
              <p:nvPicPr>
                <p:cNvPr id="160" name="Ink 159">
                  <a:extLst>
                    <a:ext uri="{FF2B5EF4-FFF2-40B4-BE49-F238E27FC236}">
                      <a16:creationId xmlns:a16="http://schemas.microsoft.com/office/drawing/2014/main" id="{35B91867-73C8-1E2C-FA0E-67669F6713AB}"/>
                    </a:ext>
                  </a:extLst>
                </p:cNvPr>
                <p:cNvPicPr/>
                <p:nvPr/>
              </p:nvPicPr>
              <p:blipFill>
                <a:blip r:embed="rId8"/>
                <a:stretch>
                  <a:fillRect/>
                </a:stretch>
              </p:blipFill>
              <p:spPr>
                <a:xfrm>
                  <a:off x="13184370" y="79150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61" name="Ink 160">
                  <a:extLst>
                    <a:ext uri="{FF2B5EF4-FFF2-40B4-BE49-F238E27FC236}">
                      <a16:creationId xmlns:a16="http://schemas.microsoft.com/office/drawing/2014/main" id="{62AA5B7A-A365-6706-B626-F05D8E9F2D28}"/>
                    </a:ext>
                  </a:extLst>
                </p14:cNvPr>
                <p14:cNvContentPartPr/>
                <p14:nvPr/>
              </p14:nvContentPartPr>
              <p14:xfrm>
                <a:off x="13233690" y="7977690"/>
                <a:ext cx="2160" cy="360"/>
              </p14:xfrm>
            </p:contentPart>
          </mc:Choice>
          <mc:Fallback xmlns="">
            <p:pic>
              <p:nvPicPr>
                <p:cNvPr id="161" name="Ink 160">
                  <a:extLst>
                    <a:ext uri="{FF2B5EF4-FFF2-40B4-BE49-F238E27FC236}">
                      <a16:creationId xmlns:a16="http://schemas.microsoft.com/office/drawing/2014/main" id="{62AA5B7A-A365-6706-B626-F05D8E9F2D28}"/>
                    </a:ext>
                  </a:extLst>
                </p:cNvPr>
                <p:cNvPicPr/>
                <p:nvPr/>
              </p:nvPicPr>
              <p:blipFill>
                <a:blip r:embed="rId26"/>
                <a:stretch>
                  <a:fillRect/>
                </a:stretch>
              </p:blipFill>
              <p:spPr>
                <a:xfrm>
                  <a:off x="13171050" y="79150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62" name="Ink 161">
                  <a:extLst>
                    <a:ext uri="{FF2B5EF4-FFF2-40B4-BE49-F238E27FC236}">
                      <a16:creationId xmlns:a16="http://schemas.microsoft.com/office/drawing/2014/main" id="{B58472C2-4D92-02B2-6B2A-2499D01BBA37}"/>
                    </a:ext>
                  </a:extLst>
                </p14:cNvPr>
                <p14:cNvContentPartPr/>
                <p14:nvPr/>
              </p14:nvContentPartPr>
              <p14:xfrm>
                <a:off x="13189770" y="7977690"/>
                <a:ext cx="360" cy="360"/>
              </p14:xfrm>
            </p:contentPart>
          </mc:Choice>
          <mc:Fallback xmlns="">
            <p:pic>
              <p:nvPicPr>
                <p:cNvPr id="162" name="Ink 161">
                  <a:extLst>
                    <a:ext uri="{FF2B5EF4-FFF2-40B4-BE49-F238E27FC236}">
                      <a16:creationId xmlns:a16="http://schemas.microsoft.com/office/drawing/2014/main" id="{B58472C2-4D92-02B2-6B2A-2499D01BBA37}"/>
                    </a:ext>
                  </a:extLst>
                </p:cNvPr>
                <p:cNvPicPr/>
                <p:nvPr/>
              </p:nvPicPr>
              <p:blipFill>
                <a:blip r:embed="rId8"/>
                <a:stretch>
                  <a:fillRect/>
                </a:stretch>
              </p:blipFill>
              <p:spPr>
                <a:xfrm>
                  <a:off x="13127130" y="79150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64" name="Ink 163">
                  <a:extLst>
                    <a:ext uri="{FF2B5EF4-FFF2-40B4-BE49-F238E27FC236}">
                      <a16:creationId xmlns:a16="http://schemas.microsoft.com/office/drawing/2014/main" id="{9E08890E-C0A2-FE4B-0884-C6173A307DD0}"/>
                    </a:ext>
                  </a:extLst>
                </p14:cNvPr>
                <p14:cNvContentPartPr/>
                <p14:nvPr/>
              </p14:nvContentPartPr>
              <p14:xfrm>
                <a:off x="13064490" y="7932330"/>
                <a:ext cx="360" cy="360"/>
              </p14:xfrm>
            </p:contentPart>
          </mc:Choice>
          <mc:Fallback xmlns="">
            <p:pic>
              <p:nvPicPr>
                <p:cNvPr id="164" name="Ink 163">
                  <a:extLst>
                    <a:ext uri="{FF2B5EF4-FFF2-40B4-BE49-F238E27FC236}">
                      <a16:creationId xmlns:a16="http://schemas.microsoft.com/office/drawing/2014/main" id="{9E08890E-C0A2-FE4B-0884-C6173A307DD0}"/>
                    </a:ext>
                  </a:extLst>
                </p:cNvPr>
                <p:cNvPicPr/>
                <p:nvPr/>
              </p:nvPicPr>
              <p:blipFill>
                <a:blip r:embed="rId8"/>
                <a:stretch>
                  <a:fillRect/>
                </a:stretch>
              </p:blipFill>
              <p:spPr>
                <a:xfrm>
                  <a:off x="130018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65" name="Ink 164">
                  <a:extLst>
                    <a:ext uri="{FF2B5EF4-FFF2-40B4-BE49-F238E27FC236}">
                      <a16:creationId xmlns:a16="http://schemas.microsoft.com/office/drawing/2014/main" id="{A75B34B1-9E50-9D0A-9070-F901D2BD3FF9}"/>
                    </a:ext>
                  </a:extLst>
                </p14:cNvPr>
                <p14:cNvContentPartPr/>
                <p14:nvPr/>
              </p14:nvContentPartPr>
              <p14:xfrm>
                <a:off x="13064490" y="7932330"/>
                <a:ext cx="360" cy="360"/>
              </p14:xfrm>
            </p:contentPart>
          </mc:Choice>
          <mc:Fallback xmlns="">
            <p:pic>
              <p:nvPicPr>
                <p:cNvPr id="165" name="Ink 164">
                  <a:extLst>
                    <a:ext uri="{FF2B5EF4-FFF2-40B4-BE49-F238E27FC236}">
                      <a16:creationId xmlns:a16="http://schemas.microsoft.com/office/drawing/2014/main" id="{A75B34B1-9E50-9D0A-9070-F901D2BD3FF9}"/>
                    </a:ext>
                  </a:extLst>
                </p:cNvPr>
                <p:cNvPicPr/>
                <p:nvPr/>
              </p:nvPicPr>
              <p:blipFill>
                <a:blip r:embed="rId8"/>
                <a:stretch>
                  <a:fillRect/>
                </a:stretch>
              </p:blipFill>
              <p:spPr>
                <a:xfrm>
                  <a:off x="130018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66" name="Ink 165">
                  <a:extLst>
                    <a:ext uri="{FF2B5EF4-FFF2-40B4-BE49-F238E27FC236}">
                      <a16:creationId xmlns:a16="http://schemas.microsoft.com/office/drawing/2014/main" id="{0CDA7D12-A0AD-AEC4-5A2A-B8E7C4E2E1A1}"/>
                    </a:ext>
                  </a:extLst>
                </p14:cNvPr>
                <p14:cNvContentPartPr/>
                <p14:nvPr/>
              </p14:nvContentPartPr>
              <p14:xfrm>
                <a:off x="13064490" y="7932330"/>
                <a:ext cx="360" cy="360"/>
              </p14:xfrm>
            </p:contentPart>
          </mc:Choice>
          <mc:Fallback xmlns="">
            <p:pic>
              <p:nvPicPr>
                <p:cNvPr id="166" name="Ink 165">
                  <a:extLst>
                    <a:ext uri="{FF2B5EF4-FFF2-40B4-BE49-F238E27FC236}">
                      <a16:creationId xmlns:a16="http://schemas.microsoft.com/office/drawing/2014/main" id="{0CDA7D12-A0AD-AEC4-5A2A-B8E7C4E2E1A1}"/>
                    </a:ext>
                  </a:extLst>
                </p:cNvPr>
                <p:cNvPicPr/>
                <p:nvPr/>
              </p:nvPicPr>
              <p:blipFill>
                <a:blip r:embed="rId8"/>
                <a:stretch>
                  <a:fillRect/>
                </a:stretch>
              </p:blipFill>
              <p:spPr>
                <a:xfrm>
                  <a:off x="13001850" y="78696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68" name="Ink 167">
                  <a:extLst>
                    <a:ext uri="{FF2B5EF4-FFF2-40B4-BE49-F238E27FC236}">
                      <a16:creationId xmlns:a16="http://schemas.microsoft.com/office/drawing/2014/main" id="{9A791EF3-BBB2-565F-763D-A456E841AA56}"/>
                    </a:ext>
                  </a:extLst>
                </p14:cNvPr>
                <p14:cNvContentPartPr/>
                <p14:nvPr/>
              </p14:nvContentPartPr>
              <p14:xfrm>
                <a:off x="12915450" y="8034930"/>
                <a:ext cx="360" cy="360"/>
              </p14:xfrm>
            </p:contentPart>
          </mc:Choice>
          <mc:Fallback xmlns="">
            <p:pic>
              <p:nvPicPr>
                <p:cNvPr id="168" name="Ink 167">
                  <a:extLst>
                    <a:ext uri="{FF2B5EF4-FFF2-40B4-BE49-F238E27FC236}">
                      <a16:creationId xmlns:a16="http://schemas.microsoft.com/office/drawing/2014/main" id="{9A791EF3-BBB2-565F-763D-A456E841AA56}"/>
                    </a:ext>
                  </a:extLst>
                </p:cNvPr>
                <p:cNvPicPr/>
                <p:nvPr/>
              </p:nvPicPr>
              <p:blipFill>
                <a:blip r:embed="rId8"/>
                <a:stretch>
                  <a:fillRect/>
                </a:stretch>
              </p:blipFill>
              <p:spPr>
                <a:xfrm>
                  <a:off x="1285281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69" name="Ink 168">
                  <a:extLst>
                    <a:ext uri="{FF2B5EF4-FFF2-40B4-BE49-F238E27FC236}">
                      <a16:creationId xmlns:a16="http://schemas.microsoft.com/office/drawing/2014/main" id="{CD6DA31C-9F63-54D9-4C6A-34E56DEE2B54}"/>
                    </a:ext>
                  </a:extLst>
                </p14:cNvPr>
                <p14:cNvContentPartPr/>
                <p14:nvPr/>
              </p14:nvContentPartPr>
              <p14:xfrm>
                <a:off x="12915450" y="8034930"/>
                <a:ext cx="360" cy="360"/>
              </p14:xfrm>
            </p:contentPart>
          </mc:Choice>
          <mc:Fallback xmlns="">
            <p:pic>
              <p:nvPicPr>
                <p:cNvPr id="169" name="Ink 168">
                  <a:extLst>
                    <a:ext uri="{FF2B5EF4-FFF2-40B4-BE49-F238E27FC236}">
                      <a16:creationId xmlns:a16="http://schemas.microsoft.com/office/drawing/2014/main" id="{CD6DA31C-9F63-54D9-4C6A-34E56DEE2B54}"/>
                    </a:ext>
                  </a:extLst>
                </p:cNvPr>
                <p:cNvPicPr/>
                <p:nvPr/>
              </p:nvPicPr>
              <p:blipFill>
                <a:blip r:embed="rId8"/>
                <a:stretch>
                  <a:fillRect/>
                </a:stretch>
              </p:blipFill>
              <p:spPr>
                <a:xfrm>
                  <a:off x="1285281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70" name="Ink 169">
                  <a:extLst>
                    <a:ext uri="{FF2B5EF4-FFF2-40B4-BE49-F238E27FC236}">
                      <a16:creationId xmlns:a16="http://schemas.microsoft.com/office/drawing/2014/main" id="{F8D28967-9EC5-B4E0-AC11-481D298771A3}"/>
                    </a:ext>
                  </a:extLst>
                </p14:cNvPr>
                <p14:cNvContentPartPr/>
                <p14:nvPr/>
              </p14:nvContentPartPr>
              <p14:xfrm>
                <a:off x="12938850" y="8023770"/>
                <a:ext cx="22680" cy="360"/>
              </p14:xfrm>
            </p:contentPart>
          </mc:Choice>
          <mc:Fallback xmlns="">
            <p:pic>
              <p:nvPicPr>
                <p:cNvPr id="170" name="Ink 169">
                  <a:extLst>
                    <a:ext uri="{FF2B5EF4-FFF2-40B4-BE49-F238E27FC236}">
                      <a16:creationId xmlns:a16="http://schemas.microsoft.com/office/drawing/2014/main" id="{F8D28967-9EC5-B4E0-AC11-481D298771A3}"/>
                    </a:ext>
                  </a:extLst>
                </p:cNvPr>
                <p:cNvPicPr/>
                <p:nvPr/>
              </p:nvPicPr>
              <p:blipFill>
                <a:blip r:embed="rId40"/>
                <a:stretch>
                  <a:fillRect/>
                </a:stretch>
              </p:blipFill>
              <p:spPr>
                <a:xfrm>
                  <a:off x="12875850" y="7960770"/>
                  <a:ext cx="148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71" name="Ink 170">
                  <a:extLst>
                    <a:ext uri="{FF2B5EF4-FFF2-40B4-BE49-F238E27FC236}">
                      <a16:creationId xmlns:a16="http://schemas.microsoft.com/office/drawing/2014/main" id="{503545C5-177B-541B-6932-9A5D9E6BEAE0}"/>
                    </a:ext>
                  </a:extLst>
                </p14:cNvPr>
                <p14:cNvContentPartPr/>
                <p14:nvPr/>
              </p14:nvContentPartPr>
              <p14:xfrm>
                <a:off x="13018770" y="8034930"/>
                <a:ext cx="13680" cy="360"/>
              </p14:xfrm>
            </p:contentPart>
          </mc:Choice>
          <mc:Fallback xmlns="">
            <p:pic>
              <p:nvPicPr>
                <p:cNvPr id="171" name="Ink 170">
                  <a:extLst>
                    <a:ext uri="{FF2B5EF4-FFF2-40B4-BE49-F238E27FC236}">
                      <a16:creationId xmlns:a16="http://schemas.microsoft.com/office/drawing/2014/main" id="{503545C5-177B-541B-6932-9A5D9E6BEAE0}"/>
                    </a:ext>
                  </a:extLst>
                </p:cNvPr>
                <p:cNvPicPr/>
                <p:nvPr/>
              </p:nvPicPr>
              <p:blipFill>
                <a:blip r:embed="rId54"/>
                <a:stretch>
                  <a:fillRect/>
                </a:stretch>
              </p:blipFill>
              <p:spPr>
                <a:xfrm>
                  <a:off x="12955770" y="7972290"/>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72" name="Ink 171">
                  <a:extLst>
                    <a:ext uri="{FF2B5EF4-FFF2-40B4-BE49-F238E27FC236}">
                      <a16:creationId xmlns:a16="http://schemas.microsoft.com/office/drawing/2014/main" id="{8A5632C1-EA73-7AF5-E6C1-DDE47DA89C8C}"/>
                    </a:ext>
                  </a:extLst>
                </p14:cNvPr>
                <p14:cNvContentPartPr/>
                <p14:nvPr/>
              </p14:nvContentPartPr>
              <p14:xfrm>
                <a:off x="13064490" y="8034930"/>
                <a:ext cx="22680" cy="360"/>
              </p14:xfrm>
            </p:contentPart>
          </mc:Choice>
          <mc:Fallback xmlns="">
            <p:pic>
              <p:nvPicPr>
                <p:cNvPr id="172" name="Ink 171">
                  <a:extLst>
                    <a:ext uri="{FF2B5EF4-FFF2-40B4-BE49-F238E27FC236}">
                      <a16:creationId xmlns:a16="http://schemas.microsoft.com/office/drawing/2014/main" id="{8A5632C1-EA73-7AF5-E6C1-DDE47DA89C8C}"/>
                    </a:ext>
                  </a:extLst>
                </p:cNvPr>
                <p:cNvPicPr/>
                <p:nvPr/>
              </p:nvPicPr>
              <p:blipFill>
                <a:blip r:embed="rId40"/>
                <a:stretch>
                  <a:fillRect/>
                </a:stretch>
              </p:blipFill>
              <p:spPr>
                <a:xfrm>
                  <a:off x="13001850" y="7972290"/>
                  <a:ext cx="148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73" name="Ink 172">
                  <a:extLst>
                    <a:ext uri="{FF2B5EF4-FFF2-40B4-BE49-F238E27FC236}">
                      <a16:creationId xmlns:a16="http://schemas.microsoft.com/office/drawing/2014/main" id="{94BA1DE5-BA44-75B6-DE20-0CC87B2B4A1E}"/>
                    </a:ext>
                  </a:extLst>
                </p14:cNvPr>
                <p14:cNvContentPartPr/>
                <p14:nvPr/>
              </p14:nvContentPartPr>
              <p14:xfrm>
                <a:off x="13133250" y="8034930"/>
                <a:ext cx="22680" cy="360"/>
              </p14:xfrm>
            </p:contentPart>
          </mc:Choice>
          <mc:Fallback xmlns="">
            <p:pic>
              <p:nvPicPr>
                <p:cNvPr id="173" name="Ink 172">
                  <a:extLst>
                    <a:ext uri="{FF2B5EF4-FFF2-40B4-BE49-F238E27FC236}">
                      <a16:creationId xmlns:a16="http://schemas.microsoft.com/office/drawing/2014/main" id="{94BA1DE5-BA44-75B6-DE20-0CC87B2B4A1E}"/>
                    </a:ext>
                  </a:extLst>
                </p:cNvPr>
                <p:cNvPicPr/>
                <p:nvPr/>
              </p:nvPicPr>
              <p:blipFill>
                <a:blip r:embed="rId40"/>
                <a:stretch>
                  <a:fillRect/>
                </a:stretch>
              </p:blipFill>
              <p:spPr>
                <a:xfrm>
                  <a:off x="13070250" y="7972290"/>
                  <a:ext cx="148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74" name="Ink 173">
                  <a:extLst>
                    <a:ext uri="{FF2B5EF4-FFF2-40B4-BE49-F238E27FC236}">
                      <a16:creationId xmlns:a16="http://schemas.microsoft.com/office/drawing/2014/main" id="{5859DCAA-14E0-B254-C256-7143031562D8}"/>
                    </a:ext>
                  </a:extLst>
                </p14:cNvPr>
                <p14:cNvContentPartPr/>
                <p14:nvPr/>
              </p14:nvContentPartPr>
              <p14:xfrm>
                <a:off x="13224330" y="8046450"/>
                <a:ext cx="2160" cy="360"/>
              </p14:xfrm>
            </p:contentPart>
          </mc:Choice>
          <mc:Fallback xmlns="">
            <p:pic>
              <p:nvPicPr>
                <p:cNvPr id="174" name="Ink 173">
                  <a:extLst>
                    <a:ext uri="{FF2B5EF4-FFF2-40B4-BE49-F238E27FC236}">
                      <a16:creationId xmlns:a16="http://schemas.microsoft.com/office/drawing/2014/main" id="{5859DCAA-14E0-B254-C256-7143031562D8}"/>
                    </a:ext>
                  </a:extLst>
                </p:cNvPr>
                <p:cNvPicPr/>
                <p:nvPr/>
              </p:nvPicPr>
              <p:blipFill>
                <a:blip r:embed="rId26"/>
                <a:stretch>
                  <a:fillRect/>
                </a:stretch>
              </p:blipFill>
              <p:spPr>
                <a:xfrm>
                  <a:off x="13161690" y="79834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75" name="Ink 174">
                  <a:extLst>
                    <a:ext uri="{FF2B5EF4-FFF2-40B4-BE49-F238E27FC236}">
                      <a16:creationId xmlns:a16="http://schemas.microsoft.com/office/drawing/2014/main" id="{B2806FDD-3963-39C3-B6F4-F8173F539C7B}"/>
                    </a:ext>
                  </a:extLst>
                </p14:cNvPr>
                <p14:cNvContentPartPr/>
                <p14:nvPr/>
              </p14:nvContentPartPr>
              <p14:xfrm>
                <a:off x="13293090" y="8058330"/>
                <a:ext cx="66240" cy="2160"/>
              </p14:xfrm>
            </p:contentPart>
          </mc:Choice>
          <mc:Fallback xmlns="">
            <p:pic>
              <p:nvPicPr>
                <p:cNvPr id="175" name="Ink 174">
                  <a:extLst>
                    <a:ext uri="{FF2B5EF4-FFF2-40B4-BE49-F238E27FC236}">
                      <a16:creationId xmlns:a16="http://schemas.microsoft.com/office/drawing/2014/main" id="{B2806FDD-3963-39C3-B6F4-F8173F539C7B}"/>
                    </a:ext>
                  </a:extLst>
                </p:cNvPr>
                <p:cNvPicPr/>
                <p:nvPr/>
              </p:nvPicPr>
              <p:blipFill>
                <a:blip r:embed="rId209"/>
                <a:stretch>
                  <a:fillRect/>
                </a:stretch>
              </p:blipFill>
              <p:spPr>
                <a:xfrm>
                  <a:off x="13230090" y="7995330"/>
                  <a:ext cx="1918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76" name="Ink 175">
                  <a:extLst>
                    <a:ext uri="{FF2B5EF4-FFF2-40B4-BE49-F238E27FC236}">
                      <a16:creationId xmlns:a16="http://schemas.microsoft.com/office/drawing/2014/main" id="{0F517103-1E17-0E7E-A5E1-489411A95794}"/>
                    </a:ext>
                  </a:extLst>
                </p14:cNvPr>
                <p14:cNvContentPartPr/>
                <p14:nvPr/>
              </p14:nvContentPartPr>
              <p14:xfrm>
                <a:off x="13384170" y="8069490"/>
                <a:ext cx="23040" cy="360"/>
              </p14:xfrm>
            </p:contentPart>
          </mc:Choice>
          <mc:Fallback xmlns="">
            <p:pic>
              <p:nvPicPr>
                <p:cNvPr id="176" name="Ink 175">
                  <a:extLst>
                    <a:ext uri="{FF2B5EF4-FFF2-40B4-BE49-F238E27FC236}">
                      <a16:creationId xmlns:a16="http://schemas.microsoft.com/office/drawing/2014/main" id="{0F517103-1E17-0E7E-A5E1-489411A95794}"/>
                    </a:ext>
                  </a:extLst>
                </p:cNvPr>
                <p:cNvPicPr/>
                <p:nvPr/>
              </p:nvPicPr>
              <p:blipFill>
                <a:blip r:embed="rId24"/>
                <a:stretch>
                  <a:fillRect/>
                </a:stretch>
              </p:blipFill>
              <p:spPr>
                <a:xfrm>
                  <a:off x="13321530" y="8006850"/>
                  <a:ext cx="148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77" name="Ink 176">
                  <a:extLst>
                    <a:ext uri="{FF2B5EF4-FFF2-40B4-BE49-F238E27FC236}">
                      <a16:creationId xmlns:a16="http://schemas.microsoft.com/office/drawing/2014/main" id="{D9262F5A-F9CE-0F23-1D94-971B4E0CEF64}"/>
                    </a:ext>
                  </a:extLst>
                </p14:cNvPr>
                <p14:cNvContentPartPr/>
                <p14:nvPr/>
              </p14:nvContentPartPr>
              <p14:xfrm>
                <a:off x="13464090" y="8069490"/>
                <a:ext cx="33480" cy="360"/>
              </p14:xfrm>
            </p:contentPart>
          </mc:Choice>
          <mc:Fallback xmlns="">
            <p:pic>
              <p:nvPicPr>
                <p:cNvPr id="177" name="Ink 176">
                  <a:extLst>
                    <a:ext uri="{FF2B5EF4-FFF2-40B4-BE49-F238E27FC236}">
                      <a16:creationId xmlns:a16="http://schemas.microsoft.com/office/drawing/2014/main" id="{D9262F5A-F9CE-0F23-1D94-971B4E0CEF64}"/>
                    </a:ext>
                  </a:extLst>
                </p:cNvPr>
                <p:cNvPicPr/>
                <p:nvPr/>
              </p:nvPicPr>
              <p:blipFill>
                <a:blip r:embed="rId38"/>
                <a:stretch>
                  <a:fillRect/>
                </a:stretch>
              </p:blipFill>
              <p:spPr>
                <a:xfrm>
                  <a:off x="13401450" y="8006850"/>
                  <a:ext cx="159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78" name="Ink 177">
                  <a:extLst>
                    <a:ext uri="{FF2B5EF4-FFF2-40B4-BE49-F238E27FC236}">
                      <a16:creationId xmlns:a16="http://schemas.microsoft.com/office/drawing/2014/main" id="{4D28A206-3678-6F69-57E3-3E3463302CE3}"/>
                    </a:ext>
                  </a:extLst>
                </p14:cNvPr>
                <p14:cNvContentPartPr/>
                <p14:nvPr/>
              </p14:nvContentPartPr>
              <p14:xfrm>
                <a:off x="13590090" y="8069490"/>
                <a:ext cx="6840" cy="360"/>
              </p14:xfrm>
            </p:contentPart>
          </mc:Choice>
          <mc:Fallback xmlns="">
            <p:pic>
              <p:nvPicPr>
                <p:cNvPr id="178" name="Ink 177">
                  <a:extLst>
                    <a:ext uri="{FF2B5EF4-FFF2-40B4-BE49-F238E27FC236}">
                      <a16:creationId xmlns:a16="http://schemas.microsoft.com/office/drawing/2014/main" id="{4D28A206-3678-6F69-57E3-3E3463302CE3}"/>
                    </a:ext>
                  </a:extLst>
                </p:cNvPr>
                <p:cNvPicPr/>
                <p:nvPr/>
              </p:nvPicPr>
              <p:blipFill>
                <a:blip r:embed="rId32"/>
                <a:stretch>
                  <a:fillRect/>
                </a:stretch>
              </p:blipFill>
              <p:spPr>
                <a:xfrm>
                  <a:off x="13527090" y="800685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79" name="Ink 178">
                  <a:extLst>
                    <a:ext uri="{FF2B5EF4-FFF2-40B4-BE49-F238E27FC236}">
                      <a16:creationId xmlns:a16="http://schemas.microsoft.com/office/drawing/2014/main" id="{5BC4A092-15F6-95E5-6549-3E7848C39812}"/>
                    </a:ext>
                  </a:extLst>
                </p14:cNvPr>
                <p14:cNvContentPartPr/>
                <p14:nvPr/>
              </p14:nvContentPartPr>
              <p14:xfrm>
                <a:off x="13613130" y="8069490"/>
                <a:ext cx="2160" cy="360"/>
              </p14:xfrm>
            </p:contentPart>
          </mc:Choice>
          <mc:Fallback xmlns="">
            <p:pic>
              <p:nvPicPr>
                <p:cNvPr id="179" name="Ink 178">
                  <a:extLst>
                    <a:ext uri="{FF2B5EF4-FFF2-40B4-BE49-F238E27FC236}">
                      <a16:creationId xmlns:a16="http://schemas.microsoft.com/office/drawing/2014/main" id="{5BC4A092-15F6-95E5-6549-3E7848C39812}"/>
                    </a:ext>
                  </a:extLst>
                </p:cNvPr>
                <p:cNvPicPr/>
                <p:nvPr/>
              </p:nvPicPr>
              <p:blipFill>
                <a:blip r:embed="rId26"/>
                <a:stretch>
                  <a:fillRect/>
                </a:stretch>
              </p:blipFill>
              <p:spPr>
                <a:xfrm>
                  <a:off x="13550490" y="800685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80" name="Ink 179">
                  <a:extLst>
                    <a:ext uri="{FF2B5EF4-FFF2-40B4-BE49-F238E27FC236}">
                      <a16:creationId xmlns:a16="http://schemas.microsoft.com/office/drawing/2014/main" id="{67E5FC7B-EF33-72EF-BC58-ED83FE728DBD}"/>
                    </a:ext>
                  </a:extLst>
                </p14:cNvPr>
                <p14:cNvContentPartPr/>
                <p14:nvPr/>
              </p14:nvContentPartPr>
              <p14:xfrm>
                <a:off x="13624650" y="8069490"/>
                <a:ext cx="360" cy="360"/>
              </p14:xfrm>
            </p:contentPart>
          </mc:Choice>
          <mc:Fallback xmlns="">
            <p:pic>
              <p:nvPicPr>
                <p:cNvPr id="180" name="Ink 179">
                  <a:extLst>
                    <a:ext uri="{FF2B5EF4-FFF2-40B4-BE49-F238E27FC236}">
                      <a16:creationId xmlns:a16="http://schemas.microsoft.com/office/drawing/2014/main" id="{67E5FC7B-EF33-72EF-BC58-ED83FE728DBD}"/>
                    </a:ext>
                  </a:extLst>
                </p:cNvPr>
                <p:cNvPicPr/>
                <p:nvPr/>
              </p:nvPicPr>
              <p:blipFill>
                <a:blip r:embed="rId8"/>
                <a:stretch>
                  <a:fillRect/>
                </a:stretch>
              </p:blipFill>
              <p:spPr>
                <a:xfrm>
                  <a:off x="13561650" y="800685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81" name="Ink 180">
                  <a:extLst>
                    <a:ext uri="{FF2B5EF4-FFF2-40B4-BE49-F238E27FC236}">
                      <a16:creationId xmlns:a16="http://schemas.microsoft.com/office/drawing/2014/main" id="{E7651A58-14DF-A3DE-E0A6-50E4818B7E6A}"/>
                    </a:ext>
                  </a:extLst>
                </p14:cNvPr>
                <p14:cNvContentPartPr/>
                <p14:nvPr/>
              </p14:nvContentPartPr>
              <p14:xfrm>
                <a:off x="13635810" y="8058330"/>
                <a:ext cx="360" cy="360"/>
              </p14:xfrm>
            </p:contentPart>
          </mc:Choice>
          <mc:Fallback xmlns="">
            <p:pic>
              <p:nvPicPr>
                <p:cNvPr id="181" name="Ink 180">
                  <a:extLst>
                    <a:ext uri="{FF2B5EF4-FFF2-40B4-BE49-F238E27FC236}">
                      <a16:creationId xmlns:a16="http://schemas.microsoft.com/office/drawing/2014/main" id="{E7651A58-14DF-A3DE-E0A6-50E4818B7E6A}"/>
                    </a:ext>
                  </a:extLst>
                </p:cNvPr>
                <p:cNvPicPr/>
                <p:nvPr/>
              </p:nvPicPr>
              <p:blipFill>
                <a:blip r:embed="rId8"/>
                <a:stretch>
                  <a:fillRect/>
                </a:stretch>
              </p:blipFill>
              <p:spPr>
                <a:xfrm>
                  <a:off x="13573170" y="79953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82" name="Ink 181">
                  <a:extLst>
                    <a:ext uri="{FF2B5EF4-FFF2-40B4-BE49-F238E27FC236}">
                      <a16:creationId xmlns:a16="http://schemas.microsoft.com/office/drawing/2014/main" id="{19577217-9E69-9410-8B8B-E5AD1EA87641}"/>
                    </a:ext>
                  </a:extLst>
                </p14:cNvPr>
                <p14:cNvContentPartPr/>
                <p14:nvPr/>
              </p14:nvContentPartPr>
              <p14:xfrm>
                <a:off x="13635810" y="8058330"/>
                <a:ext cx="360" cy="360"/>
              </p14:xfrm>
            </p:contentPart>
          </mc:Choice>
          <mc:Fallback xmlns="">
            <p:pic>
              <p:nvPicPr>
                <p:cNvPr id="182" name="Ink 181">
                  <a:extLst>
                    <a:ext uri="{FF2B5EF4-FFF2-40B4-BE49-F238E27FC236}">
                      <a16:creationId xmlns:a16="http://schemas.microsoft.com/office/drawing/2014/main" id="{19577217-9E69-9410-8B8B-E5AD1EA87641}"/>
                    </a:ext>
                  </a:extLst>
                </p:cNvPr>
                <p:cNvPicPr/>
                <p:nvPr/>
              </p:nvPicPr>
              <p:blipFill>
                <a:blip r:embed="rId8"/>
                <a:stretch>
                  <a:fillRect/>
                </a:stretch>
              </p:blipFill>
              <p:spPr>
                <a:xfrm>
                  <a:off x="13573170" y="799533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83" name="Ink 182">
                  <a:extLst>
                    <a:ext uri="{FF2B5EF4-FFF2-40B4-BE49-F238E27FC236}">
                      <a16:creationId xmlns:a16="http://schemas.microsoft.com/office/drawing/2014/main" id="{7866A066-A4F9-309B-2B84-CFDE8223E227}"/>
                    </a:ext>
                  </a:extLst>
                </p14:cNvPr>
                <p14:cNvContentPartPr/>
                <p14:nvPr/>
              </p14:nvContentPartPr>
              <p14:xfrm>
                <a:off x="13715730" y="8034930"/>
                <a:ext cx="6840" cy="360"/>
              </p14:xfrm>
            </p:contentPart>
          </mc:Choice>
          <mc:Fallback xmlns="">
            <p:pic>
              <p:nvPicPr>
                <p:cNvPr id="183" name="Ink 182">
                  <a:extLst>
                    <a:ext uri="{FF2B5EF4-FFF2-40B4-BE49-F238E27FC236}">
                      <a16:creationId xmlns:a16="http://schemas.microsoft.com/office/drawing/2014/main" id="{7866A066-A4F9-309B-2B84-CFDE8223E227}"/>
                    </a:ext>
                  </a:extLst>
                </p:cNvPr>
                <p:cNvPicPr/>
                <p:nvPr/>
              </p:nvPicPr>
              <p:blipFill>
                <a:blip r:embed="rId32"/>
                <a:stretch>
                  <a:fillRect/>
                </a:stretch>
              </p:blipFill>
              <p:spPr>
                <a:xfrm>
                  <a:off x="13653090" y="7972290"/>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84" name="Ink 183">
                  <a:extLst>
                    <a:ext uri="{FF2B5EF4-FFF2-40B4-BE49-F238E27FC236}">
                      <a16:creationId xmlns:a16="http://schemas.microsoft.com/office/drawing/2014/main" id="{705C1F94-969B-529B-C76D-50592BA62AD6}"/>
                    </a:ext>
                  </a:extLst>
                </p14:cNvPr>
                <p14:cNvContentPartPr/>
                <p14:nvPr/>
              </p14:nvContentPartPr>
              <p14:xfrm>
                <a:off x="13738410" y="8034930"/>
                <a:ext cx="360" cy="360"/>
              </p14:xfrm>
            </p:contentPart>
          </mc:Choice>
          <mc:Fallback xmlns="">
            <p:pic>
              <p:nvPicPr>
                <p:cNvPr id="184" name="Ink 183">
                  <a:extLst>
                    <a:ext uri="{FF2B5EF4-FFF2-40B4-BE49-F238E27FC236}">
                      <a16:creationId xmlns:a16="http://schemas.microsoft.com/office/drawing/2014/main" id="{705C1F94-969B-529B-C76D-50592BA62AD6}"/>
                    </a:ext>
                  </a:extLst>
                </p:cNvPr>
                <p:cNvPicPr/>
                <p:nvPr/>
              </p:nvPicPr>
              <p:blipFill>
                <a:blip r:embed="rId8"/>
                <a:stretch>
                  <a:fillRect/>
                </a:stretch>
              </p:blipFill>
              <p:spPr>
                <a:xfrm>
                  <a:off x="13675770" y="79722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85" name="Ink 184">
                  <a:extLst>
                    <a:ext uri="{FF2B5EF4-FFF2-40B4-BE49-F238E27FC236}">
                      <a16:creationId xmlns:a16="http://schemas.microsoft.com/office/drawing/2014/main" id="{0EA6BDD3-4742-6619-16E6-6AC271833EE8}"/>
                    </a:ext>
                  </a:extLst>
                </p14:cNvPr>
                <p14:cNvContentPartPr/>
                <p14:nvPr/>
              </p14:nvContentPartPr>
              <p14:xfrm>
                <a:off x="13795650" y="8023770"/>
                <a:ext cx="360" cy="360"/>
              </p14:xfrm>
            </p:contentPart>
          </mc:Choice>
          <mc:Fallback xmlns="">
            <p:pic>
              <p:nvPicPr>
                <p:cNvPr id="185" name="Ink 184">
                  <a:extLst>
                    <a:ext uri="{FF2B5EF4-FFF2-40B4-BE49-F238E27FC236}">
                      <a16:creationId xmlns:a16="http://schemas.microsoft.com/office/drawing/2014/main" id="{0EA6BDD3-4742-6619-16E6-6AC271833EE8}"/>
                    </a:ext>
                  </a:extLst>
                </p:cNvPr>
                <p:cNvPicPr/>
                <p:nvPr/>
              </p:nvPicPr>
              <p:blipFill>
                <a:blip r:embed="rId8"/>
                <a:stretch>
                  <a:fillRect/>
                </a:stretch>
              </p:blipFill>
              <p:spPr>
                <a:xfrm>
                  <a:off x="13733010" y="7960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86" name="Ink 185">
                  <a:extLst>
                    <a:ext uri="{FF2B5EF4-FFF2-40B4-BE49-F238E27FC236}">
                      <a16:creationId xmlns:a16="http://schemas.microsoft.com/office/drawing/2014/main" id="{C28A921E-1BD8-9AC2-EB6F-C5094E25590A}"/>
                    </a:ext>
                  </a:extLst>
                </p14:cNvPr>
                <p14:cNvContentPartPr/>
                <p14:nvPr/>
              </p14:nvContentPartPr>
              <p14:xfrm>
                <a:off x="13795650" y="8023770"/>
                <a:ext cx="360" cy="360"/>
              </p14:xfrm>
            </p:contentPart>
          </mc:Choice>
          <mc:Fallback xmlns="">
            <p:pic>
              <p:nvPicPr>
                <p:cNvPr id="186" name="Ink 185">
                  <a:extLst>
                    <a:ext uri="{FF2B5EF4-FFF2-40B4-BE49-F238E27FC236}">
                      <a16:creationId xmlns:a16="http://schemas.microsoft.com/office/drawing/2014/main" id="{C28A921E-1BD8-9AC2-EB6F-C5094E25590A}"/>
                    </a:ext>
                  </a:extLst>
                </p:cNvPr>
                <p:cNvPicPr/>
                <p:nvPr/>
              </p:nvPicPr>
              <p:blipFill>
                <a:blip r:embed="rId8"/>
                <a:stretch>
                  <a:fillRect/>
                </a:stretch>
              </p:blipFill>
              <p:spPr>
                <a:xfrm>
                  <a:off x="13733010" y="796077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87" name="Ink 186">
                  <a:extLst>
                    <a:ext uri="{FF2B5EF4-FFF2-40B4-BE49-F238E27FC236}">
                      <a16:creationId xmlns:a16="http://schemas.microsoft.com/office/drawing/2014/main" id="{9CA55719-07D3-A455-6B1F-57A751C1975B}"/>
                    </a:ext>
                  </a:extLst>
                </p14:cNvPr>
                <p14:cNvContentPartPr/>
                <p14:nvPr/>
              </p14:nvContentPartPr>
              <p14:xfrm>
                <a:off x="13795650" y="8023770"/>
                <a:ext cx="360" cy="360"/>
              </p14:xfrm>
            </p:contentPart>
          </mc:Choice>
          <mc:Fallback xmlns="">
            <p:pic>
              <p:nvPicPr>
                <p:cNvPr id="187" name="Ink 186">
                  <a:extLst>
                    <a:ext uri="{FF2B5EF4-FFF2-40B4-BE49-F238E27FC236}">
                      <a16:creationId xmlns:a16="http://schemas.microsoft.com/office/drawing/2014/main" id="{9CA55719-07D3-A455-6B1F-57A751C1975B}"/>
                    </a:ext>
                  </a:extLst>
                </p:cNvPr>
                <p:cNvPicPr/>
                <p:nvPr/>
              </p:nvPicPr>
              <p:blipFill>
                <a:blip r:embed="rId8"/>
                <a:stretch>
                  <a:fillRect/>
                </a:stretch>
              </p:blipFill>
              <p:spPr>
                <a:xfrm>
                  <a:off x="13733010" y="7960770"/>
                  <a:ext cx="126000" cy="126000"/>
                </a:xfrm>
                <a:prstGeom prst="rect">
                  <a:avLst/>
                </a:prstGeom>
              </p:spPr>
            </p:pic>
          </mc:Fallback>
        </mc:AlternateContent>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4628" y="532090"/>
            <a:ext cx="4857155" cy="586978"/>
          </a:xfrm>
          <a:prstGeom prst="rect">
            <a:avLst/>
          </a:prstGeom>
          <a:noFill/>
          <a:ln/>
        </p:spPr>
        <p:txBody>
          <a:bodyPr wrap="none" lIns="0" tIns="0" rIns="0" bIns="0" rtlCol="0" anchor="t"/>
          <a:lstStyle/>
          <a:p>
            <a:pPr marL="0" indent="0" algn="l">
              <a:lnSpc>
                <a:spcPts val="4600"/>
              </a:lnSpc>
              <a:buNone/>
            </a:pPr>
            <a:r>
              <a:rPr lang="en-US" sz="3650" dirty="0">
                <a:solidFill>
                  <a:srgbClr val="74767D"/>
                </a:solidFill>
                <a:latin typeface="Montserrat Medium" pitchFamily="34" charset="0"/>
                <a:ea typeface="Montserrat Medium" pitchFamily="34" charset="-122"/>
                <a:cs typeface="Montserrat Medium" pitchFamily="34" charset="-120"/>
              </a:rPr>
              <a:t>System Architecture</a:t>
            </a:r>
            <a:endParaRPr lang="en-US" sz="3650" dirty="0"/>
          </a:p>
        </p:txBody>
      </p:sp>
      <p:pic>
        <p:nvPicPr>
          <p:cNvPr id="3" name="Image 0" descr="preencoded.png"/>
          <p:cNvPicPr>
            <a:picLocks noChangeAspect="1"/>
          </p:cNvPicPr>
          <p:nvPr/>
        </p:nvPicPr>
        <p:blipFill>
          <a:blip r:embed="rId3"/>
          <a:stretch>
            <a:fillRect/>
          </a:stretch>
        </p:blipFill>
        <p:spPr>
          <a:xfrm>
            <a:off x="887968" y="1430179"/>
            <a:ext cx="12854226" cy="5543074"/>
          </a:xfrm>
          <a:prstGeom prst="rect">
            <a:avLst/>
          </a:prstGeom>
        </p:spPr>
      </p:pic>
      <p:sp>
        <p:nvSpPr>
          <p:cNvPr id="4" name="Text 1"/>
          <p:cNvSpPr/>
          <p:nvPr/>
        </p:nvSpPr>
        <p:spPr>
          <a:xfrm>
            <a:off x="1752888" y="5922078"/>
            <a:ext cx="2916209" cy="364526"/>
          </a:xfrm>
          <a:prstGeom prst="rect">
            <a:avLst/>
          </a:prstGeom>
          <a:noFill/>
          <a:ln/>
        </p:spPr>
        <p:txBody>
          <a:bodyPr wrap="none" lIns="0" tIns="0" rIns="0" bIns="0" rtlCol="0" anchor="t"/>
          <a:lstStyle/>
          <a:p>
            <a:pPr marL="0" indent="0" algn="l">
              <a:lnSpc>
                <a:spcPts val="2850"/>
              </a:lnSpc>
              <a:buNone/>
            </a:pPr>
            <a:r>
              <a:rPr lang="en-US" sz="2250" dirty="0">
                <a:solidFill>
                  <a:srgbClr val="000000"/>
                </a:solidFill>
                <a:latin typeface="Montserrat Medium" pitchFamily="34" charset="0"/>
                <a:ea typeface="Montserrat Medium" pitchFamily="34" charset="-122"/>
                <a:cs typeface="Montserrat Medium" pitchFamily="34" charset="-120"/>
              </a:rPr>
              <a:t>Database</a:t>
            </a:r>
            <a:endParaRPr lang="en-US" sz="2250" dirty="0"/>
          </a:p>
        </p:txBody>
      </p:sp>
      <p:sp>
        <p:nvSpPr>
          <p:cNvPr id="5" name="Text 2"/>
          <p:cNvSpPr/>
          <p:nvPr/>
        </p:nvSpPr>
        <p:spPr>
          <a:xfrm>
            <a:off x="1752888" y="4638946"/>
            <a:ext cx="2916209" cy="364526"/>
          </a:xfrm>
          <a:prstGeom prst="rect">
            <a:avLst/>
          </a:prstGeom>
          <a:noFill/>
          <a:ln/>
        </p:spPr>
        <p:txBody>
          <a:bodyPr wrap="none" lIns="0" tIns="0" rIns="0" bIns="0" rtlCol="0" anchor="t"/>
          <a:lstStyle/>
          <a:p>
            <a:pPr marL="0" indent="0" algn="l">
              <a:lnSpc>
                <a:spcPts val="2850"/>
              </a:lnSpc>
              <a:buNone/>
            </a:pPr>
            <a:r>
              <a:rPr lang="en-US" sz="2250" dirty="0">
                <a:solidFill>
                  <a:srgbClr val="000000"/>
                </a:solidFill>
                <a:latin typeface="Montserrat Medium" pitchFamily="34" charset="0"/>
                <a:ea typeface="Montserrat Medium" pitchFamily="34" charset="-122"/>
                <a:cs typeface="Montserrat Medium" pitchFamily="34" charset="-120"/>
              </a:rPr>
              <a:t>Task Module</a:t>
            </a:r>
            <a:endParaRPr lang="en-US" sz="2250" dirty="0"/>
          </a:p>
        </p:txBody>
      </p:sp>
      <p:sp>
        <p:nvSpPr>
          <p:cNvPr id="6" name="Text 3"/>
          <p:cNvSpPr/>
          <p:nvPr/>
        </p:nvSpPr>
        <p:spPr>
          <a:xfrm>
            <a:off x="1752888" y="3368775"/>
            <a:ext cx="2916209" cy="364526"/>
          </a:xfrm>
          <a:prstGeom prst="rect">
            <a:avLst/>
          </a:prstGeom>
          <a:noFill/>
          <a:ln/>
        </p:spPr>
        <p:txBody>
          <a:bodyPr wrap="none" lIns="0" tIns="0" rIns="0" bIns="0" rtlCol="0" anchor="t"/>
          <a:lstStyle/>
          <a:p>
            <a:pPr marL="0" indent="0" algn="l">
              <a:lnSpc>
                <a:spcPts val="2850"/>
              </a:lnSpc>
              <a:buNone/>
            </a:pPr>
            <a:r>
              <a:rPr lang="en-US" sz="2250" dirty="0">
                <a:solidFill>
                  <a:srgbClr val="000000"/>
                </a:solidFill>
                <a:latin typeface="Montserrat Medium" pitchFamily="34" charset="0"/>
                <a:ea typeface="Montserrat Medium" pitchFamily="34" charset="-122"/>
                <a:cs typeface="Montserrat Medium" pitchFamily="34" charset="-120"/>
              </a:rPr>
              <a:t>Authentication</a:t>
            </a:r>
            <a:endParaRPr lang="en-US" sz="2250" dirty="0"/>
          </a:p>
        </p:txBody>
      </p:sp>
      <p:sp>
        <p:nvSpPr>
          <p:cNvPr id="7" name="Text 4"/>
          <p:cNvSpPr/>
          <p:nvPr/>
        </p:nvSpPr>
        <p:spPr>
          <a:xfrm>
            <a:off x="1752888" y="2085643"/>
            <a:ext cx="2916209" cy="364526"/>
          </a:xfrm>
          <a:prstGeom prst="rect">
            <a:avLst/>
          </a:prstGeom>
          <a:noFill/>
          <a:ln/>
        </p:spPr>
        <p:txBody>
          <a:bodyPr wrap="none" lIns="0" tIns="0" rIns="0" bIns="0" rtlCol="0" anchor="t"/>
          <a:lstStyle/>
          <a:p>
            <a:pPr marL="0" indent="0" algn="l">
              <a:lnSpc>
                <a:spcPts val="2850"/>
              </a:lnSpc>
              <a:buNone/>
            </a:pPr>
            <a:r>
              <a:rPr lang="en-US" sz="2250" dirty="0">
                <a:solidFill>
                  <a:srgbClr val="000000"/>
                </a:solidFill>
                <a:latin typeface="Montserrat Medium" pitchFamily="34" charset="0"/>
                <a:ea typeface="Montserrat Medium" pitchFamily="34" charset="-122"/>
                <a:cs typeface="Montserrat Medium" pitchFamily="34" charset="-120"/>
              </a:rPr>
              <a:t>Web App</a:t>
            </a:r>
            <a:endParaRPr lang="en-US" sz="2250" dirty="0"/>
          </a:p>
        </p:txBody>
      </p:sp>
      <p:sp>
        <p:nvSpPr>
          <p:cNvPr id="8" name="Text 5"/>
          <p:cNvSpPr/>
          <p:nvPr/>
        </p:nvSpPr>
        <p:spPr>
          <a:xfrm>
            <a:off x="834628" y="7148155"/>
            <a:ext cx="12961025" cy="549354"/>
          </a:xfrm>
          <a:prstGeom prst="rect">
            <a:avLst/>
          </a:prstGeom>
          <a:noFill/>
          <a:ln/>
        </p:spPr>
        <p:txBody>
          <a:bodyPr wrap="square" lIns="0" tIns="0" rIns="0" bIns="0" rtlCol="0" anchor="t"/>
          <a:lstStyle/>
          <a:p>
            <a:pPr marL="0" indent="0" algn="l">
              <a:lnSpc>
                <a:spcPts val="2150"/>
              </a:lnSpc>
              <a:buNone/>
            </a:pPr>
            <a:r>
              <a:rPr lang="en-US" sz="1450" dirty="0">
                <a:solidFill>
                  <a:srgbClr val="3D3E44"/>
                </a:solidFill>
                <a:latin typeface="Inter Light" pitchFamily="34" charset="0"/>
                <a:ea typeface="Inter Light" pitchFamily="34" charset="-122"/>
                <a:cs typeface="Inter Light" pitchFamily="34" charset="-120"/>
              </a:rPr>
              <a:t>The application follows a layered architecture — the user interacts with the web frontend, authentication verifies access, the task module handles all CRUD operations, data is stored in MySQL, and the scheduler triggers email reminders for due tasks.</a:t>
            </a:r>
            <a:endParaRPr lang="en-US" sz="1450" dirty="0"/>
          </a:p>
        </p:txBody>
      </p:sp>
      <p:grpSp>
        <p:nvGrpSpPr>
          <p:cNvPr id="130" name="Group 129">
            <a:extLst>
              <a:ext uri="{FF2B5EF4-FFF2-40B4-BE49-F238E27FC236}">
                <a16:creationId xmlns:a16="http://schemas.microsoft.com/office/drawing/2014/main" id="{1C153B55-3414-E4BA-FE5E-6244CE5993FF}"/>
              </a:ext>
            </a:extLst>
          </p:cNvPr>
          <p:cNvGrpSpPr/>
          <p:nvPr/>
        </p:nvGrpSpPr>
        <p:grpSpPr>
          <a:xfrm>
            <a:off x="12901838" y="7805643"/>
            <a:ext cx="1572840" cy="294840"/>
            <a:chOff x="12901838" y="7805643"/>
            <a:chExt cx="1572840" cy="294840"/>
          </a:xfrm>
        </p:grpSpPr>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C6E5FB31-849A-7DA3-7A62-22C7B837CA93}"/>
                    </a:ext>
                  </a:extLst>
                </p14:cNvPr>
                <p14:cNvContentPartPr/>
                <p14:nvPr/>
              </p14:nvContentPartPr>
              <p14:xfrm>
                <a:off x="12910838" y="7917243"/>
                <a:ext cx="2160" cy="11880"/>
              </p14:xfrm>
            </p:contentPart>
          </mc:Choice>
          <mc:Fallback xmlns="">
            <p:pic>
              <p:nvPicPr>
                <p:cNvPr id="9" name="Ink 8">
                  <a:extLst>
                    <a:ext uri="{FF2B5EF4-FFF2-40B4-BE49-F238E27FC236}">
                      <a16:creationId xmlns:a16="http://schemas.microsoft.com/office/drawing/2014/main" id="{C6E5FB31-849A-7DA3-7A62-22C7B837CA93}"/>
                    </a:ext>
                  </a:extLst>
                </p:cNvPr>
                <p:cNvPicPr/>
                <p:nvPr/>
              </p:nvPicPr>
              <p:blipFill>
                <a:blip r:embed="rId5"/>
                <a:stretch>
                  <a:fillRect/>
                </a:stretch>
              </p:blipFill>
              <p:spPr>
                <a:xfrm>
                  <a:off x="12848198" y="7854243"/>
                  <a:ext cx="1278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F24DC7A4-6260-557D-1973-460CD2F2F3DF}"/>
                    </a:ext>
                  </a:extLst>
                </p14:cNvPr>
                <p14:cNvContentPartPr/>
                <p14:nvPr/>
              </p14:nvContentPartPr>
              <p14:xfrm>
                <a:off x="12901838" y="7905723"/>
                <a:ext cx="360" cy="360"/>
              </p14:xfrm>
            </p:contentPart>
          </mc:Choice>
          <mc:Fallback xmlns="">
            <p:pic>
              <p:nvPicPr>
                <p:cNvPr id="10" name="Ink 9">
                  <a:extLst>
                    <a:ext uri="{FF2B5EF4-FFF2-40B4-BE49-F238E27FC236}">
                      <a16:creationId xmlns:a16="http://schemas.microsoft.com/office/drawing/2014/main" id="{F24DC7A4-6260-557D-1973-460CD2F2F3DF}"/>
                    </a:ext>
                  </a:extLst>
                </p:cNvPr>
                <p:cNvPicPr/>
                <p:nvPr/>
              </p:nvPicPr>
              <p:blipFill>
                <a:blip r:embed="rId7"/>
                <a:stretch>
                  <a:fillRect/>
                </a:stretch>
              </p:blipFill>
              <p:spPr>
                <a:xfrm>
                  <a:off x="1283883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1353B0F9-4FDC-09B9-4E75-387BB1106A66}"/>
                    </a:ext>
                  </a:extLst>
                </p14:cNvPr>
                <p14:cNvContentPartPr/>
                <p14:nvPr/>
              </p14:nvContentPartPr>
              <p14:xfrm>
                <a:off x="12901838" y="7905723"/>
                <a:ext cx="360" cy="360"/>
              </p14:xfrm>
            </p:contentPart>
          </mc:Choice>
          <mc:Fallback xmlns="">
            <p:pic>
              <p:nvPicPr>
                <p:cNvPr id="11" name="Ink 10">
                  <a:extLst>
                    <a:ext uri="{FF2B5EF4-FFF2-40B4-BE49-F238E27FC236}">
                      <a16:creationId xmlns:a16="http://schemas.microsoft.com/office/drawing/2014/main" id="{1353B0F9-4FDC-09B9-4E75-387BB1106A66}"/>
                    </a:ext>
                  </a:extLst>
                </p:cNvPr>
                <p:cNvPicPr/>
                <p:nvPr/>
              </p:nvPicPr>
              <p:blipFill>
                <a:blip r:embed="rId7"/>
                <a:stretch>
                  <a:fillRect/>
                </a:stretch>
              </p:blipFill>
              <p:spPr>
                <a:xfrm>
                  <a:off x="1283883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139AE067-6206-AA12-3B3B-0F3E80E2A108}"/>
                    </a:ext>
                  </a:extLst>
                </p14:cNvPr>
                <p14:cNvContentPartPr/>
                <p14:nvPr/>
              </p14:nvContentPartPr>
              <p14:xfrm>
                <a:off x="12924518" y="7875123"/>
                <a:ext cx="4680" cy="9000"/>
              </p14:xfrm>
            </p:contentPart>
          </mc:Choice>
          <mc:Fallback xmlns="">
            <p:pic>
              <p:nvPicPr>
                <p:cNvPr id="12" name="Ink 11">
                  <a:extLst>
                    <a:ext uri="{FF2B5EF4-FFF2-40B4-BE49-F238E27FC236}">
                      <a16:creationId xmlns:a16="http://schemas.microsoft.com/office/drawing/2014/main" id="{139AE067-6206-AA12-3B3B-0F3E80E2A108}"/>
                    </a:ext>
                  </a:extLst>
                </p:cNvPr>
                <p:cNvPicPr/>
                <p:nvPr/>
              </p:nvPicPr>
              <p:blipFill>
                <a:blip r:embed="rId10"/>
                <a:stretch>
                  <a:fillRect/>
                </a:stretch>
              </p:blipFill>
              <p:spPr>
                <a:xfrm>
                  <a:off x="12861518" y="7812123"/>
                  <a:ext cx="1303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B7CC58F7-6796-C7C1-20EE-A5308C6C14B7}"/>
                    </a:ext>
                  </a:extLst>
                </p14:cNvPr>
                <p14:cNvContentPartPr/>
                <p14:nvPr/>
              </p14:nvContentPartPr>
              <p14:xfrm>
                <a:off x="12935318" y="7861443"/>
                <a:ext cx="4680" cy="17640"/>
              </p14:xfrm>
            </p:contentPart>
          </mc:Choice>
          <mc:Fallback xmlns="">
            <p:pic>
              <p:nvPicPr>
                <p:cNvPr id="13" name="Ink 12">
                  <a:extLst>
                    <a:ext uri="{FF2B5EF4-FFF2-40B4-BE49-F238E27FC236}">
                      <a16:creationId xmlns:a16="http://schemas.microsoft.com/office/drawing/2014/main" id="{B7CC58F7-6796-C7C1-20EE-A5308C6C14B7}"/>
                    </a:ext>
                  </a:extLst>
                </p:cNvPr>
                <p:cNvPicPr/>
                <p:nvPr/>
              </p:nvPicPr>
              <p:blipFill>
                <a:blip r:embed="rId12"/>
                <a:stretch>
                  <a:fillRect/>
                </a:stretch>
              </p:blipFill>
              <p:spPr>
                <a:xfrm>
                  <a:off x="12872678" y="7798803"/>
                  <a:ext cx="13032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952E8D9D-F5BA-9AEE-3552-C9E4F41DDFB3}"/>
                    </a:ext>
                  </a:extLst>
                </p14:cNvPr>
                <p14:cNvContentPartPr/>
                <p14:nvPr/>
              </p14:nvContentPartPr>
              <p14:xfrm>
                <a:off x="12957638" y="8039643"/>
                <a:ext cx="360" cy="360"/>
              </p14:xfrm>
            </p:contentPart>
          </mc:Choice>
          <mc:Fallback xmlns="">
            <p:pic>
              <p:nvPicPr>
                <p:cNvPr id="14" name="Ink 13">
                  <a:extLst>
                    <a:ext uri="{FF2B5EF4-FFF2-40B4-BE49-F238E27FC236}">
                      <a16:creationId xmlns:a16="http://schemas.microsoft.com/office/drawing/2014/main" id="{952E8D9D-F5BA-9AEE-3552-C9E4F41DDFB3}"/>
                    </a:ext>
                  </a:extLst>
                </p:cNvPr>
                <p:cNvPicPr/>
                <p:nvPr/>
              </p:nvPicPr>
              <p:blipFill>
                <a:blip r:embed="rId7"/>
                <a:stretch>
                  <a:fillRect/>
                </a:stretch>
              </p:blipFill>
              <p:spPr>
                <a:xfrm>
                  <a:off x="1289463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E82C65E1-65F1-FB68-0DC5-C4F05D10DE52}"/>
                    </a:ext>
                  </a:extLst>
                </p14:cNvPr>
                <p14:cNvContentPartPr/>
                <p14:nvPr/>
              </p14:nvContentPartPr>
              <p14:xfrm>
                <a:off x="12957638" y="8039643"/>
                <a:ext cx="360" cy="360"/>
              </p14:xfrm>
            </p:contentPart>
          </mc:Choice>
          <mc:Fallback xmlns="">
            <p:pic>
              <p:nvPicPr>
                <p:cNvPr id="15" name="Ink 14">
                  <a:extLst>
                    <a:ext uri="{FF2B5EF4-FFF2-40B4-BE49-F238E27FC236}">
                      <a16:creationId xmlns:a16="http://schemas.microsoft.com/office/drawing/2014/main" id="{E82C65E1-65F1-FB68-0DC5-C4F05D10DE52}"/>
                    </a:ext>
                  </a:extLst>
                </p:cNvPr>
                <p:cNvPicPr/>
                <p:nvPr/>
              </p:nvPicPr>
              <p:blipFill>
                <a:blip r:embed="rId7"/>
                <a:stretch>
                  <a:fillRect/>
                </a:stretch>
              </p:blipFill>
              <p:spPr>
                <a:xfrm>
                  <a:off x="1289463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6D1F42D4-5E22-E8F7-51E9-4EBDC112A2E0}"/>
                    </a:ext>
                  </a:extLst>
                </p14:cNvPr>
                <p14:cNvContentPartPr/>
                <p14:nvPr/>
              </p14:nvContentPartPr>
              <p14:xfrm>
                <a:off x="12957638" y="8039643"/>
                <a:ext cx="360" cy="360"/>
              </p14:xfrm>
            </p:contentPart>
          </mc:Choice>
          <mc:Fallback xmlns="">
            <p:pic>
              <p:nvPicPr>
                <p:cNvPr id="16" name="Ink 15">
                  <a:extLst>
                    <a:ext uri="{FF2B5EF4-FFF2-40B4-BE49-F238E27FC236}">
                      <a16:creationId xmlns:a16="http://schemas.microsoft.com/office/drawing/2014/main" id="{6D1F42D4-5E22-E8F7-51E9-4EBDC112A2E0}"/>
                    </a:ext>
                  </a:extLst>
                </p:cNvPr>
                <p:cNvPicPr/>
                <p:nvPr/>
              </p:nvPicPr>
              <p:blipFill>
                <a:blip r:embed="rId7"/>
                <a:stretch>
                  <a:fillRect/>
                </a:stretch>
              </p:blipFill>
              <p:spPr>
                <a:xfrm>
                  <a:off x="1289463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193A3DDB-0192-F5B4-191F-EB491F94155A}"/>
                    </a:ext>
                  </a:extLst>
                </p14:cNvPr>
                <p14:cNvContentPartPr/>
                <p14:nvPr/>
              </p14:nvContentPartPr>
              <p14:xfrm>
                <a:off x="12957638" y="8026683"/>
                <a:ext cx="360" cy="2160"/>
              </p14:xfrm>
            </p:contentPart>
          </mc:Choice>
          <mc:Fallback xmlns="">
            <p:pic>
              <p:nvPicPr>
                <p:cNvPr id="17" name="Ink 16">
                  <a:extLst>
                    <a:ext uri="{FF2B5EF4-FFF2-40B4-BE49-F238E27FC236}">
                      <a16:creationId xmlns:a16="http://schemas.microsoft.com/office/drawing/2014/main" id="{193A3DDB-0192-F5B4-191F-EB491F94155A}"/>
                    </a:ext>
                  </a:extLst>
                </p:cNvPr>
                <p:cNvPicPr/>
                <p:nvPr/>
              </p:nvPicPr>
              <p:blipFill>
                <a:blip r:embed="rId17"/>
                <a:stretch>
                  <a:fillRect/>
                </a:stretch>
              </p:blipFill>
              <p:spPr>
                <a:xfrm>
                  <a:off x="12894638" y="796404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8FF8EC7D-BE46-FA7B-2FA6-6D967462EBF0}"/>
                    </a:ext>
                  </a:extLst>
                </p14:cNvPr>
                <p14:cNvContentPartPr/>
                <p14:nvPr/>
              </p14:nvContentPartPr>
              <p14:xfrm>
                <a:off x="12957638" y="7993563"/>
                <a:ext cx="360" cy="2160"/>
              </p14:xfrm>
            </p:contentPart>
          </mc:Choice>
          <mc:Fallback xmlns="">
            <p:pic>
              <p:nvPicPr>
                <p:cNvPr id="18" name="Ink 17">
                  <a:extLst>
                    <a:ext uri="{FF2B5EF4-FFF2-40B4-BE49-F238E27FC236}">
                      <a16:creationId xmlns:a16="http://schemas.microsoft.com/office/drawing/2014/main" id="{8FF8EC7D-BE46-FA7B-2FA6-6D967462EBF0}"/>
                    </a:ext>
                  </a:extLst>
                </p:cNvPr>
                <p:cNvPicPr/>
                <p:nvPr/>
              </p:nvPicPr>
              <p:blipFill>
                <a:blip r:embed="rId17"/>
                <a:stretch>
                  <a:fillRect/>
                </a:stretch>
              </p:blipFill>
              <p:spPr>
                <a:xfrm>
                  <a:off x="12894638" y="79305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8BF9AC7C-A555-6EB5-CF77-F6085C7512C7}"/>
                    </a:ext>
                  </a:extLst>
                </p14:cNvPr>
                <p14:cNvContentPartPr/>
                <p14:nvPr/>
              </p14:nvContentPartPr>
              <p14:xfrm>
                <a:off x="12957638" y="7926603"/>
                <a:ext cx="4680" cy="2160"/>
              </p14:xfrm>
            </p:contentPart>
          </mc:Choice>
          <mc:Fallback xmlns="">
            <p:pic>
              <p:nvPicPr>
                <p:cNvPr id="19" name="Ink 18">
                  <a:extLst>
                    <a:ext uri="{FF2B5EF4-FFF2-40B4-BE49-F238E27FC236}">
                      <a16:creationId xmlns:a16="http://schemas.microsoft.com/office/drawing/2014/main" id="{8BF9AC7C-A555-6EB5-CF77-F6085C7512C7}"/>
                    </a:ext>
                  </a:extLst>
                </p:cNvPr>
                <p:cNvPicPr/>
                <p:nvPr/>
              </p:nvPicPr>
              <p:blipFill>
                <a:blip r:embed="rId20"/>
                <a:stretch>
                  <a:fillRect/>
                </a:stretch>
              </p:blipFill>
              <p:spPr>
                <a:xfrm>
                  <a:off x="12894638" y="7863963"/>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644251EF-F622-84A0-2133-36E75F14EEC2}"/>
                    </a:ext>
                  </a:extLst>
                </p14:cNvPr>
                <p14:cNvContentPartPr/>
                <p14:nvPr/>
              </p14:nvContentPartPr>
              <p14:xfrm>
                <a:off x="12991118" y="7821483"/>
                <a:ext cx="360" cy="6480"/>
              </p14:xfrm>
            </p:contentPart>
          </mc:Choice>
          <mc:Fallback xmlns="">
            <p:pic>
              <p:nvPicPr>
                <p:cNvPr id="20" name="Ink 19">
                  <a:extLst>
                    <a:ext uri="{FF2B5EF4-FFF2-40B4-BE49-F238E27FC236}">
                      <a16:creationId xmlns:a16="http://schemas.microsoft.com/office/drawing/2014/main" id="{644251EF-F622-84A0-2133-36E75F14EEC2}"/>
                    </a:ext>
                  </a:extLst>
                </p:cNvPr>
                <p:cNvPicPr/>
                <p:nvPr/>
              </p:nvPicPr>
              <p:blipFill>
                <a:blip r:embed="rId22"/>
                <a:stretch>
                  <a:fillRect/>
                </a:stretch>
              </p:blipFill>
              <p:spPr>
                <a:xfrm>
                  <a:off x="12928478" y="775884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06B099EC-266F-705B-9B2A-B09A68916D8D}"/>
                    </a:ext>
                  </a:extLst>
                </p14:cNvPr>
                <p14:cNvContentPartPr/>
                <p14:nvPr/>
              </p14:nvContentPartPr>
              <p14:xfrm>
                <a:off x="12991118" y="7805643"/>
                <a:ext cx="33480" cy="90360"/>
              </p14:xfrm>
            </p:contentPart>
          </mc:Choice>
          <mc:Fallback xmlns="">
            <p:pic>
              <p:nvPicPr>
                <p:cNvPr id="21" name="Ink 20">
                  <a:extLst>
                    <a:ext uri="{FF2B5EF4-FFF2-40B4-BE49-F238E27FC236}">
                      <a16:creationId xmlns:a16="http://schemas.microsoft.com/office/drawing/2014/main" id="{06B099EC-266F-705B-9B2A-B09A68916D8D}"/>
                    </a:ext>
                  </a:extLst>
                </p:cNvPr>
                <p:cNvPicPr/>
                <p:nvPr/>
              </p:nvPicPr>
              <p:blipFill>
                <a:blip r:embed="rId24"/>
                <a:stretch>
                  <a:fillRect/>
                </a:stretch>
              </p:blipFill>
              <p:spPr>
                <a:xfrm>
                  <a:off x="12928478" y="7743003"/>
                  <a:ext cx="1591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A0AA0D69-EC20-6CE4-093E-6276E0243F65}"/>
                    </a:ext>
                  </a:extLst>
                </p14:cNvPr>
                <p14:cNvContentPartPr/>
                <p14:nvPr/>
              </p14:nvContentPartPr>
              <p14:xfrm>
                <a:off x="13035398" y="7939563"/>
                <a:ext cx="360" cy="54720"/>
              </p14:xfrm>
            </p:contentPart>
          </mc:Choice>
          <mc:Fallback xmlns="">
            <p:pic>
              <p:nvPicPr>
                <p:cNvPr id="22" name="Ink 21">
                  <a:extLst>
                    <a:ext uri="{FF2B5EF4-FFF2-40B4-BE49-F238E27FC236}">
                      <a16:creationId xmlns:a16="http://schemas.microsoft.com/office/drawing/2014/main" id="{A0AA0D69-EC20-6CE4-093E-6276E0243F65}"/>
                    </a:ext>
                  </a:extLst>
                </p:cNvPr>
                <p:cNvPicPr/>
                <p:nvPr/>
              </p:nvPicPr>
              <p:blipFill>
                <a:blip r:embed="rId26"/>
                <a:stretch>
                  <a:fillRect/>
                </a:stretch>
              </p:blipFill>
              <p:spPr>
                <a:xfrm>
                  <a:off x="12972758" y="7876923"/>
                  <a:ext cx="1260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5486579E-E62E-70C5-C4F9-1B6F868922CA}"/>
                    </a:ext>
                  </a:extLst>
                </p14:cNvPr>
                <p14:cNvContentPartPr/>
                <p14:nvPr/>
              </p14:nvContentPartPr>
              <p14:xfrm>
                <a:off x="13035398" y="8017683"/>
                <a:ext cx="360" cy="360"/>
              </p14:xfrm>
            </p:contentPart>
          </mc:Choice>
          <mc:Fallback xmlns="">
            <p:pic>
              <p:nvPicPr>
                <p:cNvPr id="23" name="Ink 22">
                  <a:extLst>
                    <a:ext uri="{FF2B5EF4-FFF2-40B4-BE49-F238E27FC236}">
                      <a16:creationId xmlns:a16="http://schemas.microsoft.com/office/drawing/2014/main" id="{5486579E-E62E-70C5-C4F9-1B6F868922CA}"/>
                    </a:ext>
                  </a:extLst>
                </p:cNvPr>
                <p:cNvPicPr/>
                <p:nvPr/>
              </p:nvPicPr>
              <p:blipFill>
                <a:blip r:embed="rId7"/>
                <a:stretch>
                  <a:fillRect/>
                </a:stretch>
              </p:blipFill>
              <p:spPr>
                <a:xfrm>
                  <a:off x="1297275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47A0D677-46FA-785A-A351-C481C32BB177}"/>
                    </a:ext>
                  </a:extLst>
                </p14:cNvPr>
                <p14:cNvContentPartPr/>
                <p14:nvPr/>
              </p14:nvContentPartPr>
              <p14:xfrm>
                <a:off x="13035398" y="8017683"/>
                <a:ext cx="360" cy="360"/>
              </p14:xfrm>
            </p:contentPart>
          </mc:Choice>
          <mc:Fallback xmlns="">
            <p:pic>
              <p:nvPicPr>
                <p:cNvPr id="24" name="Ink 23">
                  <a:extLst>
                    <a:ext uri="{FF2B5EF4-FFF2-40B4-BE49-F238E27FC236}">
                      <a16:creationId xmlns:a16="http://schemas.microsoft.com/office/drawing/2014/main" id="{47A0D677-46FA-785A-A351-C481C32BB177}"/>
                    </a:ext>
                  </a:extLst>
                </p:cNvPr>
                <p:cNvPicPr/>
                <p:nvPr/>
              </p:nvPicPr>
              <p:blipFill>
                <a:blip r:embed="rId7"/>
                <a:stretch>
                  <a:fillRect/>
                </a:stretch>
              </p:blipFill>
              <p:spPr>
                <a:xfrm>
                  <a:off x="1297275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15FB2107-3EBF-A24F-22BA-74BC9C15019F}"/>
                    </a:ext>
                  </a:extLst>
                </p14:cNvPr>
                <p14:cNvContentPartPr/>
                <p14:nvPr/>
              </p14:nvContentPartPr>
              <p14:xfrm>
                <a:off x="13035398" y="8011203"/>
                <a:ext cx="7200" cy="6480"/>
              </p14:xfrm>
            </p:contentPart>
          </mc:Choice>
          <mc:Fallback xmlns="">
            <p:pic>
              <p:nvPicPr>
                <p:cNvPr id="25" name="Ink 24">
                  <a:extLst>
                    <a:ext uri="{FF2B5EF4-FFF2-40B4-BE49-F238E27FC236}">
                      <a16:creationId xmlns:a16="http://schemas.microsoft.com/office/drawing/2014/main" id="{15FB2107-3EBF-A24F-22BA-74BC9C15019F}"/>
                    </a:ext>
                  </a:extLst>
                </p:cNvPr>
                <p:cNvPicPr/>
                <p:nvPr/>
              </p:nvPicPr>
              <p:blipFill>
                <a:blip r:embed="rId30"/>
                <a:stretch>
                  <a:fillRect/>
                </a:stretch>
              </p:blipFill>
              <p:spPr>
                <a:xfrm>
                  <a:off x="12972758" y="7948563"/>
                  <a:ext cx="1328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B92074C2-2351-1E1E-FE73-C05D407A251F}"/>
                    </a:ext>
                  </a:extLst>
                </p14:cNvPr>
                <p14:cNvContentPartPr/>
                <p14:nvPr/>
              </p14:nvContentPartPr>
              <p14:xfrm>
                <a:off x="13046558" y="7870803"/>
                <a:ext cx="5040" cy="2160"/>
              </p14:xfrm>
            </p:contentPart>
          </mc:Choice>
          <mc:Fallback xmlns="">
            <p:pic>
              <p:nvPicPr>
                <p:cNvPr id="26" name="Ink 25">
                  <a:extLst>
                    <a:ext uri="{FF2B5EF4-FFF2-40B4-BE49-F238E27FC236}">
                      <a16:creationId xmlns:a16="http://schemas.microsoft.com/office/drawing/2014/main" id="{B92074C2-2351-1E1E-FE73-C05D407A251F}"/>
                    </a:ext>
                  </a:extLst>
                </p:cNvPr>
                <p:cNvPicPr/>
                <p:nvPr/>
              </p:nvPicPr>
              <p:blipFill>
                <a:blip r:embed="rId32"/>
                <a:stretch>
                  <a:fillRect/>
                </a:stretch>
              </p:blipFill>
              <p:spPr>
                <a:xfrm>
                  <a:off x="12983918" y="7807803"/>
                  <a:ext cx="1306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978E3A36-AC79-6B6D-869B-BB655D9B03E8}"/>
                    </a:ext>
                  </a:extLst>
                </p14:cNvPr>
                <p14:cNvContentPartPr/>
                <p14:nvPr/>
              </p14:nvContentPartPr>
              <p14:xfrm>
                <a:off x="13058078" y="7815003"/>
                <a:ext cx="360" cy="2160"/>
              </p14:xfrm>
            </p:contentPart>
          </mc:Choice>
          <mc:Fallback xmlns="">
            <p:pic>
              <p:nvPicPr>
                <p:cNvPr id="27" name="Ink 26">
                  <a:extLst>
                    <a:ext uri="{FF2B5EF4-FFF2-40B4-BE49-F238E27FC236}">
                      <a16:creationId xmlns:a16="http://schemas.microsoft.com/office/drawing/2014/main" id="{978E3A36-AC79-6B6D-869B-BB655D9B03E8}"/>
                    </a:ext>
                  </a:extLst>
                </p:cNvPr>
                <p:cNvPicPr/>
                <p:nvPr/>
              </p:nvPicPr>
              <p:blipFill>
                <a:blip r:embed="rId17"/>
                <a:stretch>
                  <a:fillRect/>
                </a:stretch>
              </p:blipFill>
              <p:spPr>
                <a:xfrm>
                  <a:off x="12995438" y="77520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DD21A716-D8CA-25BF-2B95-ED2EE013CFEA}"/>
                    </a:ext>
                  </a:extLst>
                </p14:cNvPr>
                <p14:cNvContentPartPr/>
                <p14:nvPr/>
              </p14:nvContentPartPr>
              <p14:xfrm>
                <a:off x="13058078" y="7805643"/>
                <a:ext cx="31680" cy="90000"/>
              </p14:xfrm>
            </p:contentPart>
          </mc:Choice>
          <mc:Fallback xmlns="">
            <p:pic>
              <p:nvPicPr>
                <p:cNvPr id="28" name="Ink 27">
                  <a:extLst>
                    <a:ext uri="{FF2B5EF4-FFF2-40B4-BE49-F238E27FC236}">
                      <a16:creationId xmlns:a16="http://schemas.microsoft.com/office/drawing/2014/main" id="{DD21A716-D8CA-25BF-2B95-ED2EE013CFEA}"/>
                    </a:ext>
                  </a:extLst>
                </p:cNvPr>
                <p:cNvPicPr/>
                <p:nvPr/>
              </p:nvPicPr>
              <p:blipFill>
                <a:blip r:embed="rId35"/>
                <a:stretch>
                  <a:fillRect/>
                </a:stretch>
              </p:blipFill>
              <p:spPr>
                <a:xfrm>
                  <a:off x="12995438" y="7743003"/>
                  <a:ext cx="1573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705B43B5-32B4-13EF-4121-8037EF07F7F6}"/>
                    </a:ext>
                  </a:extLst>
                </p14:cNvPr>
                <p14:cNvContentPartPr/>
                <p14:nvPr/>
              </p14:nvContentPartPr>
              <p14:xfrm>
                <a:off x="13091198" y="7939563"/>
                <a:ext cx="360" cy="66600"/>
              </p14:xfrm>
            </p:contentPart>
          </mc:Choice>
          <mc:Fallback xmlns="">
            <p:pic>
              <p:nvPicPr>
                <p:cNvPr id="29" name="Ink 28">
                  <a:extLst>
                    <a:ext uri="{FF2B5EF4-FFF2-40B4-BE49-F238E27FC236}">
                      <a16:creationId xmlns:a16="http://schemas.microsoft.com/office/drawing/2014/main" id="{705B43B5-32B4-13EF-4121-8037EF07F7F6}"/>
                    </a:ext>
                  </a:extLst>
                </p:cNvPr>
                <p:cNvPicPr/>
                <p:nvPr/>
              </p:nvPicPr>
              <p:blipFill>
                <a:blip r:embed="rId37"/>
                <a:stretch>
                  <a:fillRect/>
                </a:stretch>
              </p:blipFill>
              <p:spPr>
                <a:xfrm>
                  <a:off x="13028558" y="7876923"/>
                  <a:ext cx="1260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 name="Ink 29">
                  <a:extLst>
                    <a:ext uri="{FF2B5EF4-FFF2-40B4-BE49-F238E27FC236}">
                      <a16:creationId xmlns:a16="http://schemas.microsoft.com/office/drawing/2014/main" id="{D6121AAE-555E-B37F-22CB-77BCC0BC7EE0}"/>
                    </a:ext>
                  </a:extLst>
                </p14:cNvPr>
                <p14:cNvContentPartPr/>
                <p14:nvPr/>
              </p14:nvContentPartPr>
              <p14:xfrm>
                <a:off x="13091198" y="8051163"/>
                <a:ext cx="360" cy="13320"/>
              </p14:xfrm>
            </p:contentPart>
          </mc:Choice>
          <mc:Fallback xmlns="">
            <p:pic>
              <p:nvPicPr>
                <p:cNvPr id="30" name="Ink 29">
                  <a:extLst>
                    <a:ext uri="{FF2B5EF4-FFF2-40B4-BE49-F238E27FC236}">
                      <a16:creationId xmlns:a16="http://schemas.microsoft.com/office/drawing/2014/main" id="{D6121AAE-555E-B37F-22CB-77BCC0BC7EE0}"/>
                    </a:ext>
                  </a:extLst>
                </p:cNvPr>
                <p:cNvPicPr/>
                <p:nvPr/>
              </p:nvPicPr>
              <p:blipFill>
                <a:blip r:embed="rId39"/>
                <a:stretch>
                  <a:fillRect/>
                </a:stretch>
              </p:blipFill>
              <p:spPr>
                <a:xfrm>
                  <a:off x="13028558" y="7988523"/>
                  <a:ext cx="126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Ink 30">
                  <a:extLst>
                    <a:ext uri="{FF2B5EF4-FFF2-40B4-BE49-F238E27FC236}">
                      <a16:creationId xmlns:a16="http://schemas.microsoft.com/office/drawing/2014/main" id="{FAD831FB-2C3C-3103-C6B5-8A95707948E9}"/>
                    </a:ext>
                  </a:extLst>
                </p14:cNvPr>
                <p14:cNvContentPartPr/>
                <p14:nvPr/>
              </p14:nvContentPartPr>
              <p14:xfrm>
                <a:off x="13091198" y="8084283"/>
                <a:ext cx="2160" cy="360"/>
              </p14:xfrm>
            </p:contentPart>
          </mc:Choice>
          <mc:Fallback xmlns="">
            <p:pic>
              <p:nvPicPr>
                <p:cNvPr id="31" name="Ink 30">
                  <a:extLst>
                    <a:ext uri="{FF2B5EF4-FFF2-40B4-BE49-F238E27FC236}">
                      <a16:creationId xmlns:a16="http://schemas.microsoft.com/office/drawing/2014/main" id="{FAD831FB-2C3C-3103-C6B5-8A95707948E9}"/>
                    </a:ext>
                  </a:extLst>
                </p:cNvPr>
                <p:cNvPicPr/>
                <p:nvPr/>
              </p:nvPicPr>
              <p:blipFill>
                <a:blip r:embed="rId41"/>
                <a:stretch>
                  <a:fillRect/>
                </a:stretch>
              </p:blipFill>
              <p:spPr>
                <a:xfrm>
                  <a:off x="13028558" y="80216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2" name="Ink 31">
                  <a:extLst>
                    <a:ext uri="{FF2B5EF4-FFF2-40B4-BE49-F238E27FC236}">
                      <a16:creationId xmlns:a16="http://schemas.microsoft.com/office/drawing/2014/main" id="{61D1170A-A237-DAA5-842A-93F21BA0F92B}"/>
                    </a:ext>
                  </a:extLst>
                </p14:cNvPr>
                <p14:cNvContentPartPr/>
                <p14:nvPr/>
              </p14:nvContentPartPr>
              <p14:xfrm>
                <a:off x="13102358" y="8084283"/>
                <a:ext cx="360" cy="360"/>
              </p14:xfrm>
            </p:contentPart>
          </mc:Choice>
          <mc:Fallback xmlns="">
            <p:pic>
              <p:nvPicPr>
                <p:cNvPr id="32" name="Ink 31">
                  <a:extLst>
                    <a:ext uri="{FF2B5EF4-FFF2-40B4-BE49-F238E27FC236}">
                      <a16:creationId xmlns:a16="http://schemas.microsoft.com/office/drawing/2014/main" id="{61D1170A-A237-DAA5-842A-93F21BA0F92B}"/>
                    </a:ext>
                  </a:extLst>
                </p:cNvPr>
                <p:cNvPicPr/>
                <p:nvPr/>
              </p:nvPicPr>
              <p:blipFill>
                <a:blip r:embed="rId7"/>
                <a:stretch>
                  <a:fillRect/>
                </a:stretch>
              </p:blipFill>
              <p:spPr>
                <a:xfrm>
                  <a:off x="13039718" y="8021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C4816891-0E5C-7254-B71A-4195DCE5BC95}"/>
                    </a:ext>
                  </a:extLst>
                </p14:cNvPr>
                <p14:cNvContentPartPr/>
                <p14:nvPr/>
              </p14:nvContentPartPr>
              <p14:xfrm>
                <a:off x="13102358" y="8084283"/>
                <a:ext cx="360" cy="360"/>
              </p14:xfrm>
            </p:contentPart>
          </mc:Choice>
          <mc:Fallback xmlns="">
            <p:pic>
              <p:nvPicPr>
                <p:cNvPr id="33" name="Ink 32">
                  <a:extLst>
                    <a:ext uri="{FF2B5EF4-FFF2-40B4-BE49-F238E27FC236}">
                      <a16:creationId xmlns:a16="http://schemas.microsoft.com/office/drawing/2014/main" id="{C4816891-0E5C-7254-B71A-4195DCE5BC95}"/>
                    </a:ext>
                  </a:extLst>
                </p:cNvPr>
                <p:cNvPicPr/>
                <p:nvPr/>
              </p:nvPicPr>
              <p:blipFill>
                <a:blip r:embed="rId7"/>
                <a:stretch>
                  <a:fillRect/>
                </a:stretch>
              </p:blipFill>
              <p:spPr>
                <a:xfrm>
                  <a:off x="13039718" y="8021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Ink 33">
                  <a:extLst>
                    <a:ext uri="{FF2B5EF4-FFF2-40B4-BE49-F238E27FC236}">
                      <a16:creationId xmlns:a16="http://schemas.microsoft.com/office/drawing/2014/main" id="{4E609BDB-691C-66F6-9267-FA8CA48865EF}"/>
                    </a:ext>
                  </a:extLst>
                </p14:cNvPr>
                <p14:cNvContentPartPr/>
                <p14:nvPr/>
              </p14:nvContentPartPr>
              <p14:xfrm>
                <a:off x="13102358" y="8084283"/>
                <a:ext cx="360" cy="360"/>
              </p14:xfrm>
            </p:contentPart>
          </mc:Choice>
          <mc:Fallback xmlns="">
            <p:pic>
              <p:nvPicPr>
                <p:cNvPr id="34" name="Ink 33">
                  <a:extLst>
                    <a:ext uri="{FF2B5EF4-FFF2-40B4-BE49-F238E27FC236}">
                      <a16:creationId xmlns:a16="http://schemas.microsoft.com/office/drawing/2014/main" id="{4E609BDB-691C-66F6-9267-FA8CA48865EF}"/>
                    </a:ext>
                  </a:extLst>
                </p:cNvPr>
                <p:cNvPicPr/>
                <p:nvPr/>
              </p:nvPicPr>
              <p:blipFill>
                <a:blip r:embed="rId7"/>
                <a:stretch>
                  <a:fillRect/>
                </a:stretch>
              </p:blipFill>
              <p:spPr>
                <a:xfrm>
                  <a:off x="13039718" y="8021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5" name="Ink 34">
                  <a:extLst>
                    <a:ext uri="{FF2B5EF4-FFF2-40B4-BE49-F238E27FC236}">
                      <a16:creationId xmlns:a16="http://schemas.microsoft.com/office/drawing/2014/main" id="{77D72A21-50F4-F452-E1A7-B40CB038B824}"/>
                    </a:ext>
                  </a:extLst>
                </p14:cNvPr>
                <p14:cNvContentPartPr/>
                <p14:nvPr/>
              </p14:nvContentPartPr>
              <p14:xfrm>
                <a:off x="13102358" y="8026683"/>
                <a:ext cx="360" cy="2160"/>
              </p14:xfrm>
            </p:contentPart>
          </mc:Choice>
          <mc:Fallback xmlns="">
            <p:pic>
              <p:nvPicPr>
                <p:cNvPr id="35" name="Ink 34">
                  <a:extLst>
                    <a:ext uri="{FF2B5EF4-FFF2-40B4-BE49-F238E27FC236}">
                      <a16:creationId xmlns:a16="http://schemas.microsoft.com/office/drawing/2014/main" id="{77D72A21-50F4-F452-E1A7-B40CB038B824}"/>
                    </a:ext>
                  </a:extLst>
                </p:cNvPr>
                <p:cNvPicPr/>
                <p:nvPr/>
              </p:nvPicPr>
              <p:blipFill>
                <a:blip r:embed="rId17"/>
                <a:stretch>
                  <a:fillRect/>
                </a:stretch>
              </p:blipFill>
              <p:spPr>
                <a:xfrm>
                  <a:off x="13039718" y="796404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286FD897-78A3-F4E6-CBA0-EE6524FF2E31}"/>
                    </a:ext>
                  </a:extLst>
                </p14:cNvPr>
                <p14:cNvContentPartPr/>
                <p14:nvPr/>
              </p14:nvContentPartPr>
              <p14:xfrm>
                <a:off x="13102358" y="7937763"/>
                <a:ext cx="360" cy="2160"/>
              </p14:xfrm>
            </p:contentPart>
          </mc:Choice>
          <mc:Fallback xmlns="">
            <p:pic>
              <p:nvPicPr>
                <p:cNvPr id="36" name="Ink 35">
                  <a:extLst>
                    <a:ext uri="{FF2B5EF4-FFF2-40B4-BE49-F238E27FC236}">
                      <a16:creationId xmlns:a16="http://schemas.microsoft.com/office/drawing/2014/main" id="{286FD897-78A3-F4E6-CBA0-EE6524FF2E31}"/>
                    </a:ext>
                  </a:extLst>
                </p:cNvPr>
                <p:cNvPicPr/>
                <p:nvPr/>
              </p:nvPicPr>
              <p:blipFill>
                <a:blip r:embed="rId17"/>
                <a:stretch>
                  <a:fillRect/>
                </a:stretch>
              </p:blipFill>
              <p:spPr>
                <a:xfrm>
                  <a:off x="13039718" y="78747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7" name="Ink 36">
                  <a:extLst>
                    <a:ext uri="{FF2B5EF4-FFF2-40B4-BE49-F238E27FC236}">
                      <a16:creationId xmlns:a16="http://schemas.microsoft.com/office/drawing/2014/main" id="{DD9569C5-FD1F-69CB-5CA9-1BF0CFFE40B0}"/>
                    </a:ext>
                  </a:extLst>
                </p14:cNvPr>
                <p14:cNvContentPartPr/>
                <p14:nvPr/>
              </p14:nvContentPartPr>
              <p14:xfrm>
                <a:off x="13102358" y="7888443"/>
                <a:ext cx="360" cy="6480"/>
              </p14:xfrm>
            </p:contentPart>
          </mc:Choice>
          <mc:Fallback xmlns="">
            <p:pic>
              <p:nvPicPr>
                <p:cNvPr id="37" name="Ink 36">
                  <a:extLst>
                    <a:ext uri="{FF2B5EF4-FFF2-40B4-BE49-F238E27FC236}">
                      <a16:creationId xmlns:a16="http://schemas.microsoft.com/office/drawing/2014/main" id="{DD9569C5-FD1F-69CB-5CA9-1BF0CFFE40B0}"/>
                    </a:ext>
                  </a:extLst>
                </p:cNvPr>
                <p:cNvPicPr/>
                <p:nvPr/>
              </p:nvPicPr>
              <p:blipFill>
                <a:blip r:embed="rId22"/>
                <a:stretch>
                  <a:fillRect/>
                </a:stretch>
              </p:blipFill>
              <p:spPr>
                <a:xfrm>
                  <a:off x="13039718" y="782580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5055C24B-EC86-BE3C-63EC-1AA730C24360}"/>
                    </a:ext>
                  </a:extLst>
                </p14:cNvPr>
                <p14:cNvContentPartPr/>
                <p14:nvPr/>
              </p14:nvContentPartPr>
              <p14:xfrm>
                <a:off x="13102358" y="7861443"/>
                <a:ext cx="360" cy="360"/>
              </p14:xfrm>
            </p:contentPart>
          </mc:Choice>
          <mc:Fallback xmlns="">
            <p:pic>
              <p:nvPicPr>
                <p:cNvPr id="38" name="Ink 37">
                  <a:extLst>
                    <a:ext uri="{FF2B5EF4-FFF2-40B4-BE49-F238E27FC236}">
                      <a16:creationId xmlns:a16="http://schemas.microsoft.com/office/drawing/2014/main" id="{5055C24B-EC86-BE3C-63EC-1AA730C24360}"/>
                    </a:ext>
                  </a:extLst>
                </p:cNvPr>
                <p:cNvPicPr/>
                <p:nvPr/>
              </p:nvPicPr>
              <p:blipFill>
                <a:blip r:embed="rId7"/>
                <a:stretch>
                  <a:fillRect/>
                </a:stretch>
              </p:blipFill>
              <p:spPr>
                <a:xfrm>
                  <a:off x="13039718" y="77988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9" name="Ink 38">
                  <a:extLst>
                    <a:ext uri="{FF2B5EF4-FFF2-40B4-BE49-F238E27FC236}">
                      <a16:creationId xmlns:a16="http://schemas.microsoft.com/office/drawing/2014/main" id="{011D84B8-F45C-6AF8-AF01-247FB34A4C55}"/>
                    </a:ext>
                  </a:extLst>
                </p14:cNvPr>
                <p14:cNvContentPartPr/>
                <p14:nvPr/>
              </p14:nvContentPartPr>
              <p14:xfrm>
                <a:off x="13136198" y="7850643"/>
                <a:ext cx="2160" cy="360"/>
              </p14:xfrm>
            </p:contentPart>
          </mc:Choice>
          <mc:Fallback xmlns="">
            <p:pic>
              <p:nvPicPr>
                <p:cNvPr id="39" name="Ink 38">
                  <a:extLst>
                    <a:ext uri="{FF2B5EF4-FFF2-40B4-BE49-F238E27FC236}">
                      <a16:creationId xmlns:a16="http://schemas.microsoft.com/office/drawing/2014/main" id="{011D84B8-F45C-6AF8-AF01-247FB34A4C55}"/>
                    </a:ext>
                  </a:extLst>
                </p:cNvPr>
                <p:cNvPicPr/>
                <p:nvPr/>
              </p:nvPicPr>
              <p:blipFill>
                <a:blip r:embed="rId50"/>
                <a:stretch>
                  <a:fillRect/>
                </a:stretch>
              </p:blipFill>
              <p:spPr>
                <a:xfrm>
                  <a:off x="13073198" y="77876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0" name="Ink 39">
                  <a:extLst>
                    <a:ext uri="{FF2B5EF4-FFF2-40B4-BE49-F238E27FC236}">
                      <a16:creationId xmlns:a16="http://schemas.microsoft.com/office/drawing/2014/main" id="{551DB14B-6DC5-3F3E-849D-4D8924B8F6F5}"/>
                    </a:ext>
                  </a:extLst>
                </p14:cNvPr>
                <p14:cNvContentPartPr/>
                <p14:nvPr/>
              </p14:nvContentPartPr>
              <p14:xfrm>
                <a:off x="13158158" y="7850643"/>
                <a:ext cx="6480" cy="360"/>
              </p14:xfrm>
            </p:contentPart>
          </mc:Choice>
          <mc:Fallback xmlns="">
            <p:pic>
              <p:nvPicPr>
                <p:cNvPr id="40" name="Ink 39">
                  <a:extLst>
                    <a:ext uri="{FF2B5EF4-FFF2-40B4-BE49-F238E27FC236}">
                      <a16:creationId xmlns:a16="http://schemas.microsoft.com/office/drawing/2014/main" id="{551DB14B-6DC5-3F3E-849D-4D8924B8F6F5}"/>
                    </a:ext>
                  </a:extLst>
                </p:cNvPr>
                <p:cNvPicPr/>
                <p:nvPr/>
              </p:nvPicPr>
              <p:blipFill>
                <a:blip r:embed="rId52"/>
                <a:stretch>
                  <a:fillRect/>
                </a:stretch>
              </p:blipFill>
              <p:spPr>
                <a:xfrm>
                  <a:off x="13095518" y="778764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1" name="Ink 40">
                  <a:extLst>
                    <a:ext uri="{FF2B5EF4-FFF2-40B4-BE49-F238E27FC236}">
                      <a16:creationId xmlns:a16="http://schemas.microsoft.com/office/drawing/2014/main" id="{1B50137B-E425-6434-393A-85F36DF7A4FC}"/>
                    </a:ext>
                  </a:extLst>
                </p14:cNvPr>
                <p14:cNvContentPartPr/>
                <p14:nvPr/>
              </p14:nvContentPartPr>
              <p14:xfrm>
                <a:off x="13203158" y="7861443"/>
                <a:ext cx="21600" cy="10800"/>
              </p14:xfrm>
            </p:contentPart>
          </mc:Choice>
          <mc:Fallback xmlns="">
            <p:pic>
              <p:nvPicPr>
                <p:cNvPr id="41" name="Ink 40">
                  <a:extLst>
                    <a:ext uri="{FF2B5EF4-FFF2-40B4-BE49-F238E27FC236}">
                      <a16:creationId xmlns:a16="http://schemas.microsoft.com/office/drawing/2014/main" id="{1B50137B-E425-6434-393A-85F36DF7A4FC}"/>
                    </a:ext>
                  </a:extLst>
                </p:cNvPr>
                <p:cNvPicPr/>
                <p:nvPr/>
              </p:nvPicPr>
              <p:blipFill>
                <a:blip r:embed="rId54"/>
                <a:stretch>
                  <a:fillRect/>
                </a:stretch>
              </p:blipFill>
              <p:spPr>
                <a:xfrm>
                  <a:off x="13140158" y="7798803"/>
                  <a:ext cx="1472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2" name="Ink 41">
                  <a:extLst>
                    <a:ext uri="{FF2B5EF4-FFF2-40B4-BE49-F238E27FC236}">
                      <a16:creationId xmlns:a16="http://schemas.microsoft.com/office/drawing/2014/main" id="{F7E5682E-3E85-D062-600D-E483AA9A6A02}"/>
                    </a:ext>
                  </a:extLst>
                </p14:cNvPr>
                <p14:cNvContentPartPr/>
                <p14:nvPr/>
              </p14:nvContentPartPr>
              <p14:xfrm>
                <a:off x="13236278" y="7883763"/>
                <a:ext cx="36360" cy="101160"/>
              </p14:xfrm>
            </p:contentPart>
          </mc:Choice>
          <mc:Fallback xmlns="">
            <p:pic>
              <p:nvPicPr>
                <p:cNvPr id="42" name="Ink 41">
                  <a:extLst>
                    <a:ext uri="{FF2B5EF4-FFF2-40B4-BE49-F238E27FC236}">
                      <a16:creationId xmlns:a16="http://schemas.microsoft.com/office/drawing/2014/main" id="{F7E5682E-3E85-D062-600D-E483AA9A6A02}"/>
                    </a:ext>
                  </a:extLst>
                </p:cNvPr>
                <p:cNvPicPr/>
                <p:nvPr/>
              </p:nvPicPr>
              <p:blipFill>
                <a:blip r:embed="rId56"/>
                <a:stretch>
                  <a:fillRect/>
                </a:stretch>
              </p:blipFill>
              <p:spPr>
                <a:xfrm>
                  <a:off x="13173278" y="7820763"/>
                  <a:ext cx="1620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3" name="Ink 42">
                  <a:extLst>
                    <a:ext uri="{FF2B5EF4-FFF2-40B4-BE49-F238E27FC236}">
                      <a16:creationId xmlns:a16="http://schemas.microsoft.com/office/drawing/2014/main" id="{39ABC481-07E5-3B32-BB73-963FCA773A89}"/>
                    </a:ext>
                  </a:extLst>
                </p14:cNvPr>
                <p14:cNvContentPartPr/>
                <p14:nvPr/>
              </p14:nvContentPartPr>
              <p14:xfrm>
                <a:off x="13280918" y="8006523"/>
                <a:ext cx="360" cy="6480"/>
              </p14:xfrm>
            </p:contentPart>
          </mc:Choice>
          <mc:Fallback xmlns="">
            <p:pic>
              <p:nvPicPr>
                <p:cNvPr id="43" name="Ink 42">
                  <a:extLst>
                    <a:ext uri="{FF2B5EF4-FFF2-40B4-BE49-F238E27FC236}">
                      <a16:creationId xmlns:a16="http://schemas.microsoft.com/office/drawing/2014/main" id="{39ABC481-07E5-3B32-BB73-963FCA773A89}"/>
                    </a:ext>
                  </a:extLst>
                </p:cNvPr>
                <p:cNvPicPr/>
                <p:nvPr/>
              </p:nvPicPr>
              <p:blipFill>
                <a:blip r:embed="rId58"/>
                <a:stretch>
                  <a:fillRect/>
                </a:stretch>
              </p:blipFill>
              <p:spPr>
                <a:xfrm>
                  <a:off x="13218278" y="794352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4" name="Ink 43">
                  <a:extLst>
                    <a:ext uri="{FF2B5EF4-FFF2-40B4-BE49-F238E27FC236}">
                      <a16:creationId xmlns:a16="http://schemas.microsoft.com/office/drawing/2014/main" id="{B530929B-07E8-FB38-CAE6-01D6ACD09651}"/>
                    </a:ext>
                  </a:extLst>
                </p14:cNvPr>
                <p14:cNvContentPartPr/>
                <p14:nvPr/>
              </p14:nvContentPartPr>
              <p14:xfrm>
                <a:off x="13280918" y="8028483"/>
                <a:ext cx="360" cy="360"/>
              </p14:xfrm>
            </p:contentPart>
          </mc:Choice>
          <mc:Fallback xmlns="">
            <p:pic>
              <p:nvPicPr>
                <p:cNvPr id="44" name="Ink 43">
                  <a:extLst>
                    <a:ext uri="{FF2B5EF4-FFF2-40B4-BE49-F238E27FC236}">
                      <a16:creationId xmlns:a16="http://schemas.microsoft.com/office/drawing/2014/main" id="{B530929B-07E8-FB38-CAE6-01D6ACD09651}"/>
                    </a:ext>
                  </a:extLst>
                </p:cNvPr>
                <p:cNvPicPr/>
                <p:nvPr/>
              </p:nvPicPr>
              <p:blipFill>
                <a:blip r:embed="rId7"/>
                <a:stretch>
                  <a:fillRect/>
                </a:stretch>
              </p:blipFill>
              <p:spPr>
                <a:xfrm>
                  <a:off x="1321827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5" name="Ink 44">
                  <a:extLst>
                    <a:ext uri="{FF2B5EF4-FFF2-40B4-BE49-F238E27FC236}">
                      <a16:creationId xmlns:a16="http://schemas.microsoft.com/office/drawing/2014/main" id="{DEA0339F-DBB4-2AAA-9E27-49E6A09FD88F}"/>
                    </a:ext>
                  </a:extLst>
                </p14:cNvPr>
                <p14:cNvContentPartPr/>
                <p14:nvPr/>
              </p14:nvContentPartPr>
              <p14:xfrm>
                <a:off x="13280918" y="8028483"/>
                <a:ext cx="360" cy="360"/>
              </p14:xfrm>
            </p:contentPart>
          </mc:Choice>
          <mc:Fallback xmlns="">
            <p:pic>
              <p:nvPicPr>
                <p:cNvPr id="45" name="Ink 44">
                  <a:extLst>
                    <a:ext uri="{FF2B5EF4-FFF2-40B4-BE49-F238E27FC236}">
                      <a16:creationId xmlns:a16="http://schemas.microsoft.com/office/drawing/2014/main" id="{DEA0339F-DBB4-2AAA-9E27-49E6A09FD88F}"/>
                    </a:ext>
                  </a:extLst>
                </p:cNvPr>
                <p:cNvPicPr/>
                <p:nvPr/>
              </p:nvPicPr>
              <p:blipFill>
                <a:blip r:embed="rId7"/>
                <a:stretch>
                  <a:fillRect/>
                </a:stretch>
              </p:blipFill>
              <p:spPr>
                <a:xfrm>
                  <a:off x="1321827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6" name="Ink 45">
                  <a:extLst>
                    <a:ext uri="{FF2B5EF4-FFF2-40B4-BE49-F238E27FC236}">
                      <a16:creationId xmlns:a16="http://schemas.microsoft.com/office/drawing/2014/main" id="{E25AB467-EF75-4B94-7276-E4AA856F986A}"/>
                    </a:ext>
                  </a:extLst>
                </p14:cNvPr>
                <p14:cNvContentPartPr/>
                <p14:nvPr/>
              </p14:nvContentPartPr>
              <p14:xfrm>
                <a:off x="13280918" y="8026683"/>
                <a:ext cx="360" cy="2160"/>
              </p14:xfrm>
            </p:contentPart>
          </mc:Choice>
          <mc:Fallback xmlns="">
            <p:pic>
              <p:nvPicPr>
                <p:cNvPr id="46" name="Ink 45">
                  <a:extLst>
                    <a:ext uri="{FF2B5EF4-FFF2-40B4-BE49-F238E27FC236}">
                      <a16:creationId xmlns:a16="http://schemas.microsoft.com/office/drawing/2014/main" id="{E25AB467-EF75-4B94-7276-E4AA856F986A}"/>
                    </a:ext>
                  </a:extLst>
                </p:cNvPr>
                <p:cNvPicPr/>
                <p:nvPr/>
              </p:nvPicPr>
              <p:blipFill>
                <a:blip r:embed="rId17"/>
                <a:stretch>
                  <a:fillRect/>
                </a:stretch>
              </p:blipFill>
              <p:spPr>
                <a:xfrm>
                  <a:off x="13218278" y="796404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7" name="Ink 46">
                  <a:extLst>
                    <a:ext uri="{FF2B5EF4-FFF2-40B4-BE49-F238E27FC236}">
                      <a16:creationId xmlns:a16="http://schemas.microsoft.com/office/drawing/2014/main" id="{44A56842-CF74-D0DE-C83B-36FEEC2899B9}"/>
                    </a:ext>
                  </a:extLst>
                </p14:cNvPr>
                <p14:cNvContentPartPr/>
                <p14:nvPr/>
              </p14:nvContentPartPr>
              <p14:xfrm>
                <a:off x="13280918" y="8017683"/>
                <a:ext cx="360" cy="360"/>
              </p14:xfrm>
            </p:contentPart>
          </mc:Choice>
          <mc:Fallback xmlns="">
            <p:pic>
              <p:nvPicPr>
                <p:cNvPr id="47" name="Ink 46">
                  <a:extLst>
                    <a:ext uri="{FF2B5EF4-FFF2-40B4-BE49-F238E27FC236}">
                      <a16:creationId xmlns:a16="http://schemas.microsoft.com/office/drawing/2014/main" id="{44A56842-CF74-D0DE-C83B-36FEEC2899B9}"/>
                    </a:ext>
                  </a:extLst>
                </p:cNvPr>
                <p:cNvPicPr/>
                <p:nvPr/>
              </p:nvPicPr>
              <p:blipFill>
                <a:blip r:embed="rId7"/>
                <a:stretch>
                  <a:fillRect/>
                </a:stretch>
              </p:blipFill>
              <p:spPr>
                <a:xfrm>
                  <a:off x="1321827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8" name="Ink 47">
                  <a:extLst>
                    <a:ext uri="{FF2B5EF4-FFF2-40B4-BE49-F238E27FC236}">
                      <a16:creationId xmlns:a16="http://schemas.microsoft.com/office/drawing/2014/main" id="{D6A55881-1266-2F1D-64EE-037A4B1A55BA}"/>
                    </a:ext>
                  </a:extLst>
                </p14:cNvPr>
                <p14:cNvContentPartPr/>
                <p14:nvPr/>
              </p14:nvContentPartPr>
              <p14:xfrm>
                <a:off x="13270118" y="8017683"/>
                <a:ext cx="360" cy="360"/>
              </p14:xfrm>
            </p:contentPart>
          </mc:Choice>
          <mc:Fallback xmlns="">
            <p:pic>
              <p:nvPicPr>
                <p:cNvPr id="48" name="Ink 47">
                  <a:extLst>
                    <a:ext uri="{FF2B5EF4-FFF2-40B4-BE49-F238E27FC236}">
                      <a16:creationId xmlns:a16="http://schemas.microsoft.com/office/drawing/2014/main" id="{D6A55881-1266-2F1D-64EE-037A4B1A55BA}"/>
                    </a:ext>
                  </a:extLst>
                </p:cNvPr>
                <p:cNvPicPr/>
                <p:nvPr/>
              </p:nvPicPr>
              <p:blipFill>
                <a:blip r:embed="rId7"/>
                <a:stretch>
                  <a:fillRect/>
                </a:stretch>
              </p:blipFill>
              <p:spPr>
                <a:xfrm>
                  <a:off x="1320711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985EA31A-4990-5882-19B0-BDEE178EB80A}"/>
                    </a:ext>
                  </a:extLst>
                </p14:cNvPr>
                <p14:cNvContentPartPr/>
                <p14:nvPr/>
              </p14:nvContentPartPr>
              <p14:xfrm>
                <a:off x="13256798" y="8017683"/>
                <a:ext cx="2160" cy="360"/>
              </p14:xfrm>
            </p:contentPart>
          </mc:Choice>
          <mc:Fallback xmlns="">
            <p:pic>
              <p:nvPicPr>
                <p:cNvPr id="49" name="Ink 48">
                  <a:extLst>
                    <a:ext uri="{FF2B5EF4-FFF2-40B4-BE49-F238E27FC236}">
                      <a16:creationId xmlns:a16="http://schemas.microsoft.com/office/drawing/2014/main" id="{985EA31A-4990-5882-19B0-BDEE178EB80A}"/>
                    </a:ext>
                  </a:extLst>
                </p:cNvPr>
                <p:cNvPicPr/>
                <p:nvPr/>
              </p:nvPicPr>
              <p:blipFill>
                <a:blip r:embed="rId41"/>
                <a:stretch>
                  <a:fillRect/>
                </a:stretch>
              </p:blipFill>
              <p:spPr>
                <a:xfrm>
                  <a:off x="13194158" y="7954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0" name="Ink 49">
                  <a:extLst>
                    <a:ext uri="{FF2B5EF4-FFF2-40B4-BE49-F238E27FC236}">
                      <a16:creationId xmlns:a16="http://schemas.microsoft.com/office/drawing/2014/main" id="{7701D30F-CE68-00A8-C63B-3233A31895F3}"/>
                    </a:ext>
                  </a:extLst>
                </p14:cNvPr>
                <p14:cNvContentPartPr/>
                <p14:nvPr/>
              </p14:nvContentPartPr>
              <p14:xfrm>
                <a:off x="13247438" y="8017683"/>
                <a:ext cx="5040" cy="2160"/>
              </p14:xfrm>
            </p:contentPart>
          </mc:Choice>
          <mc:Fallback xmlns="">
            <p:pic>
              <p:nvPicPr>
                <p:cNvPr id="50" name="Ink 49">
                  <a:extLst>
                    <a:ext uri="{FF2B5EF4-FFF2-40B4-BE49-F238E27FC236}">
                      <a16:creationId xmlns:a16="http://schemas.microsoft.com/office/drawing/2014/main" id="{7701D30F-CE68-00A8-C63B-3233A31895F3}"/>
                    </a:ext>
                  </a:extLst>
                </p:cNvPr>
                <p:cNvPicPr/>
                <p:nvPr/>
              </p:nvPicPr>
              <p:blipFill>
                <a:blip r:embed="rId66"/>
                <a:stretch>
                  <a:fillRect/>
                </a:stretch>
              </p:blipFill>
              <p:spPr>
                <a:xfrm>
                  <a:off x="13184438" y="7954683"/>
                  <a:ext cx="1306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1" name="Ink 50">
                  <a:extLst>
                    <a:ext uri="{FF2B5EF4-FFF2-40B4-BE49-F238E27FC236}">
                      <a16:creationId xmlns:a16="http://schemas.microsoft.com/office/drawing/2014/main" id="{646D9227-1ED3-DD28-7AC8-06AAF38B2591}"/>
                    </a:ext>
                  </a:extLst>
                </p14:cNvPr>
                <p14:cNvContentPartPr/>
                <p14:nvPr/>
              </p14:nvContentPartPr>
              <p14:xfrm>
                <a:off x="13258958" y="8028483"/>
                <a:ext cx="360" cy="6840"/>
              </p14:xfrm>
            </p:contentPart>
          </mc:Choice>
          <mc:Fallback xmlns="">
            <p:pic>
              <p:nvPicPr>
                <p:cNvPr id="51" name="Ink 50">
                  <a:extLst>
                    <a:ext uri="{FF2B5EF4-FFF2-40B4-BE49-F238E27FC236}">
                      <a16:creationId xmlns:a16="http://schemas.microsoft.com/office/drawing/2014/main" id="{646D9227-1ED3-DD28-7AC8-06AAF38B2591}"/>
                    </a:ext>
                  </a:extLst>
                </p:cNvPr>
                <p:cNvPicPr/>
                <p:nvPr/>
              </p:nvPicPr>
              <p:blipFill>
                <a:blip r:embed="rId22"/>
                <a:stretch>
                  <a:fillRect/>
                </a:stretch>
              </p:blipFill>
              <p:spPr>
                <a:xfrm>
                  <a:off x="13195958" y="7965843"/>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C27A63F1-E706-8EF8-A13B-909DAFF94505}"/>
                    </a:ext>
                  </a:extLst>
                </p14:cNvPr>
                <p14:cNvContentPartPr/>
                <p14:nvPr/>
              </p14:nvContentPartPr>
              <p14:xfrm>
                <a:off x="13258958" y="8051163"/>
                <a:ext cx="360" cy="2160"/>
              </p14:xfrm>
            </p:contentPart>
          </mc:Choice>
          <mc:Fallback xmlns="">
            <p:pic>
              <p:nvPicPr>
                <p:cNvPr id="52" name="Ink 51">
                  <a:extLst>
                    <a:ext uri="{FF2B5EF4-FFF2-40B4-BE49-F238E27FC236}">
                      <a16:creationId xmlns:a16="http://schemas.microsoft.com/office/drawing/2014/main" id="{C27A63F1-E706-8EF8-A13B-909DAFF94505}"/>
                    </a:ext>
                  </a:extLst>
                </p:cNvPr>
                <p:cNvPicPr/>
                <p:nvPr/>
              </p:nvPicPr>
              <p:blipFill>
                <a:blip r:embed="rId69"/>
                <a:stretch>
                  <a:fillRect/>
                </a:stretch>
              </p:blipFill>
              <p:spPr>
                <a:xfrm>
                  <a:off x="13195958" y="79885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86D42C82-548A-8094-1613-1ACC9E0DBA25}"/>
                    </a:ext>
                  </a:extLst>
                </p14:cNvPr>
                <p14:cNvContentPartPr/>
                <p14:nvPr/>
              </p14:nvContentPartPr>
              <p14:xfrm>
                <a:off x="13325918" y="8028483"/>
                <a:ext cx="360" cy="360"/>
              </p14:xfrm>
            </p:contentPart>
          </mc:Choice>
          <mc:Fallback xmlns="">
            <p:pic>
              <p:nvPicPr>
                <p:cNvPr id="53" name="Ink 52">
                  <a:extLst>
                    <a:ext uri="{FF2B5EF4-FFF2-40B4-BE49-F238E27FC236}">
                      <a16:creationId xmlns:a16="http://schemas.microsoft.com/office/drawing/2014/main" id="{86D42C82-548A-8094-1613-1ACC9E0DBA25}"/>
                    </a:ext>
                  </a:extLst>
                </p:cNvPr>
                <p:cNvPicPr/>
                <p:nvPr/>
              </p:nvPicPr>
              <p:blipFill>
                <a:blip r:embed="rId7"/>
                <a:stretch>
                  <a:fillRect/>
                </a:stretch>
              </p:blipFill>
              <p:spPr>
                <a:xfrm>
                  <a:off x="132629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4" name="Ink 53">
                  <a:extLst>
                    <a:ext uri="{FF2B5EF4-FFF2-40B4-BE49-F238E27FC236}">
                      <a16:creationId xmlns:a16="http://schemas.microsoft.com/office/drawing/2014/main" id="{1C8305C4-C4F5-A987-0C08-87C08AF08E31}"/>
                    </a:ext>
                  </a:extLst>
                </p14:cNvPr>
                <p14:cNvContentPartPr/>
                <p14:nvPr/>
              </p14:nvContentPartPr>
              <p14:xfrm>
                <a:off x="13325918" y="8028483"/>
                <a:ext cx="360" cy="360"/>
              </p14:xfrm>
            </p:contentPart>
          </mc:Choice>
          <mc:Fallback xmlns="">
            <p:pic>
              <p:nvPicPr>
                <p:cNvPr id="54" name="Ink 53">
                  <a:extLst>
                    <a:ext uri="{FF2B5EF4-FFF2-40B4-BE49-F238E27FC236}">
                      <a16:creationId xmlns:a16="http://schemas.microsoft.com/office/drawing/2014/main" id="{1C8305C4-C4F5-A987-0C08-87C08AF08E31}"/>
                    </a:ext>
                  </a:extLst>
                </p:cNvPr>
                <p:cNvPicPr/>
                <p:nvPr/>
              </p:nvPicPr>
              <p:blipFill>
                <a:blip r:embed="rId7"/>
                <a:stretch>
                  <a:fillRect/>
                </a:stretch>
              </p:blipFill>
              <p:spPr>
                <a:xfrm>
                  <a:off x="132629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5" name="Ink 54">
                  <a:extLst>
                    <a:ext uri="{FF2B5EF4-FFF2-40B4-BE49-F238E27FC236}">
                      <a16:creationId xmlns:a16="http://schemas.microsoft.com/office/drawing/2014/main" id="{84D5A996-B8DE-2177-392B-B1EFB945FE5B}"/>
                    </a:ext>
                  </a:extLst>
                </p14:cNvPr>
                <p14:cNvContentPartPr/>
                <p14:nvPr/>
              </p14:nvContentPartPr>
              <p14:xfrm>
                <a:off x="13325918" y="8017683"/>
                <a:ext cx="360" cy="360"/>
              </p14:xfrm>
            </p:contentPart>
          </mc:Choice>
          <mc:Fallback xmlns="">
            <p:pic>
              <p:nvPicPr>
                <p:cNvPr id="55" name="Ink 54">
                  <a:extLst>
                    <a:ext uri="{FF2B5EF4-FFF2-40B4-BE49-F238E27FC236}">
                      <a16:creationId xmlns:a16="http://schemas.microsoft.com/office/drawing/2014/main" id="{84D5A996-B8DE-2177-392B-B1EFB945FE5B}"/>
                    </a:ext>
                  </a:extLst>
                </p:cNvPr>
                <p:cNvPicPr/>
                <p:nvPr/>
              </p:nvPicPr>
              <p:blipFill>
                <a:blip r:embed="rId7"/>
                <a:stretch>
                  <a:fillRect/>
                </a:stretch>
              </p:blipFill>
              <p:spPr>
                <a:xfrm>
                  <a:off x="1326291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6" name="Ink 55">
                  <a:extLst>
                    <a:ext uri="{FF2B5EF4-FFF2-40B4-BE49-F238E27FC236}">
                      <a16:creationId xmlns:a16="http://schemas.microsoft.com/office/drawing/2014/main" id="{2270144E-6ABE-171B-BEF2-47AD13CD6D9A}"/>
                    </a:ext>
                  </a:extLst>
                </p14:cNvPr>
                <p14:cNvContentPartPr/>
                <p14:nvPr/>
              </p14:nvContentPartPr>
              <p14:xfrm>
                <a:off x="13303238" y="7928403"/>
                <a:ext cx="360" cy="360"/>
              </p14:xfrm>
            </p:contentPart>
          </mc:Choice>
          <mc:Fallback xmlns="">
            <p:pic>
              <p:nvPicPr>
                <p:cNvPr id="56" name="Ink 55">
                  <a:extLst>
                    <a:ext uri="{FF2B5EF4-FFF2-40B4-BE49-F238E27FC236}">
                      <a16:creationId xmlns:a16="http://schemas.microsoft.com/office/drawing/2014/main" id="{2270144E-6ABE-171B-BEF2-47AD13CD6D9A}"/>
                    </a:ext>
                  </a:extLst>
                </p:cNvPr>
                <p:cNvPicPr/>
                <p:nvPr/>
              </p:nvPicPr>
              <p:blipFill>
                <a:blip r:embed="rId7"/>
                <a:stretch>
                  <a:fillRect/>
                </a:stretch>
              </p:blipFill>
              <p:spPr>
                <a:xfrm>
                  <a:off x="13240238" y="7865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7" name="Ink 56">
                  <a:extLst>
                    <a:ext uri="{FF2B5EF4-FFF2-40B4-BE49-F238E27FC236}">
                      <a16:creationId xmlns:a16="http://schemas.microsoft.com/office/drawing/2014/main" id="{4BFDA70A-ADD3-E9CC-D254-E409CCC74A6D}"/>
                    </a:ext>
                  </a:extLst>
                </p14:cNvPr>
                <p14:cNvContentPartPr/>
                <p14:nvPr/>
              </p14:nvContentPartPr>
              <p14:xfrm>
                <a:off x="13270118" y="7850643"/>
                <a:ext cx="360" cy="360"/>
              </p14:xfrm>
            </p:contentPart>
          </mc:Choice>
          <mc:Fallback xmlns="">
            <p:pic>
              <p:nvPicPr>
                <p:cNvPr id="57" name="Ink 56">
                  <a:extLst>
                    <a:ext uri="{FF2B5EF4-FFF2-40B4-BE49-F238E27FC236}">
                      <a16:creationId xmlns:a16="http://schemas.microsoft.com/office/drawing/2014/main" id="{4BFDA70A-ADD3-E9CC-D254-E409CCC74A6D}"/>
                    </a:ext>
                  </a:extLst>
                </p:cNvPr>
                <p:cNvPicPr/>
                <p:nvPr/>
              </p:nvPicPr>
              <p:blipFill>
                <a:blip r:embed="rId7"/>
                <a:stretch>
                  <a:fillRect/>
                </a:stretch>
              </p:blipFill>
              <p:spPr>
                <a:xfrm>
                  <a:off x="13207118" y="7787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8" name="Ink 57">
                  <a:extLst>
                    <a:ext uri="{FF2B5EF4-FFF2-40B4-BE49-F238E27FC236}">
                      <a16:creationId xmlns:a16="http://schemas.microsoft.com/office/drawing/2014/main" id="{2F826500-E533-628F-7825-4E8245A6B110}"/>
                    </a:ext>
                  </a:extLst>
                </p14:cNvPr>
                <p14:cNvContentPartPr/>
                <p14:nvPr/>
              </p14:nvContentPartPr>
              <p14:xfrm>
                <a:off x="13280918" y="7850643"/>
                <a:ext cx="59760" cy="7200"/>
              </p14:xfrm>
            </p:contentPart>
          </mc:Choice>
          <mc:Fallback xmlns="">
            <p:pic>
              <p:nvPicPr>
                <p:cNvPr id="58" name="Ink 57">
                  <a:extLst>
                    <a:ext uri="{FF2B5EF4-FFF2-40B4-BE49-F238E27FC236}">
                      <a16:creationId xmlns:a16="http://schemas.microsoft.com/office/drawing/2014/main" id="{2F826500-E533-628F-7825-4E8245A6B110}"/>
                    </a:ext>
                  </a:extLst>
                </p:cNvPr>
                <p:cNvPicPr/>
                <p:nvPr/>
              </p:nvPicPr>
              <p:blipFill>
                <a:blip r:embed="rId76"/>
                <a:stretch>
                  <a:fillRect/>
                </a:stretch>
              </p:blipFill>
              <p:spPr>
                <a:xfrm>
                  <a:off x="13218278" y="7787643"/>
                  <a:ext cx="1854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9" name="Ink 58">
                  <a:extLst>
                    <a:ext uri="{FF2B5EF4-FFF2-40B4-BE49-F238E27FC236}">
                      <a16:creationId xmlns:a16="http://schemas.microsoft.com/office/drawing/2014/main" id="{B9603ADC-1903-1B3C-A6C0-3FE478B94FF7}"/>
                    </a:ext>
                  </a:extLst>
                </p14:cNvPr>
                <p14:cNvContentPartPr/>
                <p14:nvPr/>
              </p14:nvContentPartPr>
              <p14:xfrm>
                <a:off x="13370198" y="7872603"/>
                <a:ext cx="96480" cy="64440"/>
              </p14:xfrm>
            </p:contentPart>
          </mc:Choice>
          <mc:Fallback xmlns="">
            <p:pic>
              <p:nvPicPr>
                <p:cNvPr id="59" name="Ink 58">
                  <a:extLst>
                    <a:ext uri="{FF2B5EF4-FFF2-40B4-BE49-F238E27FC236}">
                      <a16:creationId xmlns:a16="http://schemas.microsoft.com/office/drawing/2014/main" id="{B9603ADC-1903-1B3C-A6C0-3FE478B94FF7}"/>
                    </a:ext>
                  </a:extLst>
                </p:cNvPr>
                <p:cNvPicPr/>
                <p:nvPr/>
              </p:nvPicPr>
              <p:blipFill>
                <a:blip r:embed="rId78"/>
                <a:stretch>
                  <a:fillRect/>
                </a:stretch>
              </p:blipFill>
              <p:spPr>
                <a:xfrm>
                  <a:off x="13307198" y="7809963"/>
                  <a:ext cx="2221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0" name="Ink 59">
                  <a:extLst>
                    <a:ext uri="{FF2B5EF4-FFF2-40B4-BE49-F238E27FC236}">
                      <a16:creationId xmlns:a16="http://schemas.microsoft.com/office/drawing/2014/main" id="{E5E573F8-95E7-1779-9412-00577C24DE12}"/>
                    </a:ext>
                  </a:extLst>
                </p14:cNvPr>
                <p14:cNvContentPartPr/>
                <p14:nvPr/>
              </p14:nvContentPartPr>
              <p14:xfrm>
                <a:off x="13481798" y="7961883"/>
                <a:ext cx="56160" cy="136440"/>
              </p14:xfrm>
            </p:contentPart>
          </mc:Choice>
          <mc:Fallback xmlns="">
            <p:pic>
              <p:nvPicPr>
                <p:cNvPr id="60" name="Ink 59">
                  <a:extLst>
                    <a:ext uri="{FF2B5EF4-FFF2-40B4-BE49-F238E27FC236}">
                      <a16:creationId xmlns:a16="http://schemas.microsoft.com/office/drawing/2014/main" id="{E5E573F8-95E7-1779-9412-00577C24DE12}"/>
                    </a:ext>
                  </a:extLst>
                </p:cNvPr>
                <p:cNvPicPr/>
                <p:nvPr/>
              </p:nvPicPr>
              <p:blipFill>
                <a:blip r:embed="rId80"/>
                <a:stretch>
                  <a:fillRect/>
                </a:stretch>
              </p:blipFill>
              <p:spPr>
                <a:xfrm>
                  <a:off x="13418798" y="7898883"/>
                  <a:ext cx="18180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1" name="Ink 60">
                  <a:extLst>
                    <a:ext uri="{FF2B5EF4-FFF2-40B4-BE49-F238E27FC236}">
                      <a16:creationId xmlns:a16="http://schemas.microsoft.com/office/drawing/2014/main" id="{A04770B6-516D-E8C2-FA67-D9A30ABC0780}"/>
                    </a:ext>
                  </a:extLst>
                </p14:cNvPr>
                <p14:cNvContentPartPr/>
                <p14:nvPr/>
              </p14:nvContentPartPr>
              <p14:xfrm>
                <a:off x="13501958" y="8091123"/>
                <a:ext cx="2160" cy="4680"/>
              </p14:xfrm>
            </p:contentPart>
          </mc:Choice>
          <mc:Fallback xmlns="">
            <p:pic>
              <p:nvPicPr>
                <p:cNvPr id="61" name="Ink 60">
                  <a:extLst>
                    <a:ext uri="{FF2B5EF4-FFF2-40B4-BE49-F238E27FC236}">
                      <a16:creationId xmlns:a16="http://schemas.microsoft.com/office/drawing/2014/main" id="{A04770B6-516D-E8C2-FA67-D9A30ABC0780}"/>
                    </a:ext>
                  </a:extLst>
                </p:cNvPr>
                <p:cNvPicPr/>
                <p:nvPr/>
              </p:nvPicPr>
              <p:blipFill>
                <a:blip r:embed="rId82"/>
                <a:stretch>
                  <a:fillRect/>
                </a:stretch>
              </p:blipFill>
              <p:spPr>
                <a:xfrm>
                  <a:off x="13439318" y="8028483"/>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2" name="Ink 61">
                  <a:extLst>
                    <a:ext uri="{FF2B5EF4-FFF2-40B4-BE49-F238E27FC236}">
                      <a16:creationId xmlns:a16="http://schemas.microsoft.com/office/drawing/2014/main" id="{8E0F899E-C6BC-86E7-B069-51DF158A4BD4}"/>
                    </a:ext>
                  </a:extLst>
                </p14:cNvPr>
                <p14:cNvContentPartPr/>
                <p14:nvPr/>
              </p14:nvContentPartPr>
              <p14:xfrm>
                <a:off x="13447958" y="8073483"/>
                <a:ext cx="360" cy="360"/>
              </p14:xfrm>
            </p:contentPart>
          </mc:Choice>
          <mc:Fallback xmlns="">
            <p:pic>
              <p:nvPicPr>
                <p:cNvPr id="62" name="Ink 61">
                  <a:extLst>
                    <a:ext uri="{FF2B5EF4-FFF2-40B4-BE49-F238E27FC236}">
                      <a16:creationId xmlns:a16="http://schemas.microsoft.com/office/drawing/2014/main" id="{8E0F899E-C6BC-86E7-B069-51DF158A4BD4}"/>
                    </a:ext>
                  </a:extLst>
                </p:cNvPr>
                <p:cNvPicPr/>
                <p:nvPr/>
              </p:nvPicPr>
              <p:blipFill>
                <a:blip r:embed="rId7"/>
                <a:stretch>
                  <a:fillRect/>
                </a:stretch>
              </p:blipFill>
              <p:spPr>
                <a:xfrm>
                  <a:off x="13385318" y="80104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3" name="Ink 62">
                  <a:extLst>
                    <a:ext uri="{FF2B5EF4-FFF2-40B4-BE49-F238E27FC236}">
                      <a16:creationId xmlns:a16="http://schemas.microsoft.com/office/drawing/2014/main" id="{6CC6C2D0-6963-46E5-D515-C0DCF9845803}"/>
                    </a:ext>
                  </a:extLst>
                </p14:cNvPr>
                <p14:cNvContentPartPr/>
                <p14:nvPr/>
              </p14:nvContentPartPr>
              <p14:xfrm>
                <a:off x="13648838" y="8026683"/>
                <a:ext cx="5040" cy="2160"/>
              </p14:xfrm>
            </p:contentPart>
          </mc:Choice>
          <mc:Fallback xmlns="">
            <p:pic>
              <p:nvPicPr>
                <p:cNvPr id="63" name="Ink 62">
                  <a:extLst>
                    <a:ext uri="{FF2B5EF4-FFF2-40B4-BE49-F238E27FC236}">
                      <a16:creationId xmlns:a16="http://schemas.microsoft.com/office/drawing/2014/main" id="{6CC6C2D0-6963-46E5-D515-C0DCF9845803}"/>
                    </a:ext>
                  </a:extLst>
                </p:cNvPr>
                <p:cNvPicPr/>
                <p:nvPr/>
              </p:nvPicPr>
              <p:blipFill>
                <a:blip r:embed="rId20"/>
                <a:stretch>
                  <a:fillRect/>
                </a:stretch>
              </p:blipFill>
              <p:spPr>
                <a:xfrm>
                  <a:off x="13585838" y="7964043"/>
                  <a:ext cx="1306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4" name="Ink 63">
                  <a:extLst>
                    <a:ext uri="{FF2B5EF4-FFF2-40B4-BE49-F238E27FC236}">
                      <a16:creationId xmlns:a16="http://schemas.microsoft.com/office/drawing/2014/main" id="{26F20502-5219-9897-BF34-5B1F939C1570}"/>
                    </a:ext>
                  </a:extLst>
                </p14:cNvPr>
                <p14:cNvContentPartPr/>
                <p14:nvPr/>
              </p14:nvContentPartPr>
              <p14:xfrm>
                <a:off x="13660358" y="8017683"/>
                <a:ext cx="360" cy="360"/>
              </p14:xfrm>
            </p:contentPart>
          </mc:Choice>
          <mc:Fallback xmlns="">
            <p:pic>
              <p:nvPicPr>
                <p:cNvPr id="64" name="Ink 63">
                  <a:extLst>
                    <a:ext uri="{FF2B5EF4-FFF2-40B4-BE49-F238E27FC236}">
                      <a16:creationId xmlns:a16="http://schemas.microsoft.com/office/drawing/2014/main" id="{26F20502-5219-9897-BF34-5B1F939C1570}"/>
                    </a:ext>
                  </a:extLst>
                </p:cNvPr>
                <p:cNvPicPr/>
                <p:nvPr/>
              </p:nvPicPr>
              <p:blipFill>
                <a:blip r:embed="rId7"/>
                <a:stretch>
                  <a:fillRect/>
                </a:stretch>
              </p:blipFill>
              <p:spPr>
                <a:xfrm>
                  <a:off x="1359735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5" name="Ink 64">
                  <a:extLst>
                    <a:ext uri="{FF2B5EF4-FFF2-40B4-BE49-F238E27FC236}">
                      <a16:creationId xmlns:a16="http://schemas.microsoft.com/office/drawing/2014/main" id="{6B104EA7-A9A2-D837-CC27-14FB1A10BF04}"/>
                    </a:ext>
                  </a:extLst>
                </p14:cNvPr>
                <p14:cNvContentPartPr/>
                <p14:nvPr/>
              </p14:nvContentPartPr>
              <p14:xfrm>
                <a:off x="13586918" y="8017683"/>
                <a:ext cx="6840" cy="360"/>
              </p14:xfrm>
            </p:contentPart>
          </mc:Choice>
          <mc:Fallback xmlns="">
            <p:pic>
              <p:nvPicPr>
                <p:cNvPr id="65" name="Ink 64">
                  <a:extLst>
                    <a:ext uri="{FF2B5EF4-FFF2-40B4-BE49-F238E27FC236}">
                      <a16:creationId xmlns:a16="http://schemas.microsoft.com/office/drawing/2014/main" id="{6B104EA7-A9A2-D837-CC27-14FB1A10BF04}"/>
                    </a:ext>
                  </a:extLst>
                </p:cNvPr>
                <p:cNvPicPr/>
                <p:nvPr/>
              </p:nvPicPr>
              <p:blipFill>
                <a:blip r:embed="rId52"/>
                <a:stretch>
                  <a:fillRect/>
                </a:stretch>
              </p:blipFill>
              <p:spPr>
                <a:xfrm>
                  <a:off x="13524278" y="795468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6" name="Ink 65">
                  <a:extLst>
                    <a:ext uri="{FF2B5EF4-FFF2-40B4-BE49-F238E27FC236}">
                      <a16:creationId xmlns:a16="http://schemas.microsoft.com/office/drawing/2014/main" id="{17B688FE-2035-F37F-9BE3-B8B716441567}"/>
                    </a:ext>
                  </a:extLst>
                </p14:cNvPr>
                <p14:cNvContentPartPr/>
                <p14:nvPr/>
              </p14:nvContentPartPr>
              <p14:xfrm>
                <a:off x="13446158" y="7961883"/>
                <a:ext cx="2160" cy="360"/>
              </p14:xfrm>
            </p:contentPart>
          </mc:Choice>
          <mc:Fallback xmlns="">
            <p:pic>
              <p:nvPicPr>
                <p:cNvPr id="66" name="Ink 65">
                  <a:extLst>
                    <a:ext uri="{FF2B5EF4-FFF2-40B4-BE49-F238E27FC236}">
                      <a16:creationId xmlns:a16="http://schemas.microsoft.com/office/drawing/2014/main" id="{17B688FE-2035-F37F-9BE3-B8B716441567}"/>
                    </a:ext>
                  </a:extLst>
                </p:cNvPr>
                <p:cNvPicPr/>
                <p:nvPr/>
              </p:nvPicPr>
              <p:blipFill>
                <a:blip r:embed="rId50"/>
                <a:stretch>
                  <a:fillRect/>
                </a:stretch>
              </p:blipFill>
              <p:spPr>
                <a:xfrm>
                  <a:off x="13383158" y="78988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7" name="Ink 66">
                  <a:extLst>
                    <a:ext uri="{FF2B5EF4-FFF2-40B4-BE49-F238E27FC236}">
                      <a16:creationId xmlns:a16="http://schemas.microsoft.com/office/drawing/2014/main" id="{34515E9A-92F3-7F04-4733-C6D4AF5CD7AC}"/>
                    </a:ext>
                  </a:extLst>
                </p14:cNvPr>
                <p14:cNvContentPartPr/>
                <p14:nvPr/>
              </p14:nvContentPartPr>
              <p14:xfrm>
                <a:off x="13413038" y="7897083"/>
                <a:ext cx="13320" cy="9000"/>
              </p14:xfrm>
            </p:contentPart>
          </mc:Choice>
          <mc:Fallback xmlns="">
            <p:pic>
              <p:nvPicPr>
                <p:cNvPr id="67" name="Ink 66">
                  <a:extLst>
                    <a:ext uri="{FF2B5EF4-FFF2-40B4-BE49-F238E27FC236}">
                      <a16:creationId xmlns:a16="http://schemas.microsoft.com/office/drawing/2014/main" id="{34515E9A-92F3-7F04-4733-C6D4AF5CD7AC}"/>
                    </a:ext>
                  </a:extLst>
                </p:cNvPr>
                <p:cNvPicPr/>
                <p:nvPr/>
              </p:nvPicPr>
              <p:blipFill>
                <a:blip r:embed="rId89"/>
                <a:stretch>
                  <a:fillRect/>
                </a:stretch>
              </p:blipFill>
              <p:spPr>
                <a:xfrm>
                  <a:off x="13350038" y="7834443"/>
                  <a:ext cx="13896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9" name="Ink 68">
                  <a:extLst>
                    <a:ext uri="{FF2B5EF4-FFF2-40B4-BE49-F238E27FC236}">
                      <a16:creationId xmlns:a16="http://schemas.microsoft.com/office/drawing/2014/main" id="{122F253B-B23A-3DDE-D380-1FC5EB8A1A01}"/>
                    </a:ext>
                  </a:extLst>
                </p14:cNvPr>
                <p14:cNvContentPartPr/>
                <p14:nvPr/>
              </p14:nvContentPartPr>
              <p14:xfrm>
                <a:off x="13537598" y="7839123"/>
                <a:ext cx="360" cy="360"/>
              </p14:xfrm>
            </p:contentPart>
          </mc:Choice>
          <mc:Fallback xmlns="">
            <p:pic>
              <p:nvPicPr>
                <p:cNvPr id="69" name="Ink 68">
                  <a:extLst>
                    <a:ext uri="{FF2B5EF4-FFF2-40B4-BE49-F238E27FC236}">
                      <a16:creationId xmlns:a16="http://schemas.microsoft.com/office/drawing/2014/main" id="{122F253B-B23A-3DDE-D380-1FC5EB8A1A01}"/>
                    </a:ext>
                  </a:extLst>
                </p:cNvPr>
                <p:cNvPicPr/>
                <p:nvPr/>
              </p:nvPicPr>
              <p:blipFill>
                <a:blip r:embed="rId7"/>
                <a:stretch>
                  <a:fillRect/>
                </a:stretch>
              </p:blipFill>
              <p:spPr>
                <a:xfrm>
                  <a:off x="13474598" y="77761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0" name="Ink 69">
                  <a:extLst>
                    <a:ext uri="{FF2B5EF4-FFF2-40B4-BE49-F238E27FC236}">
                      <a16:creationId xmlns:a16="http://schemas.microsoft.com/office/drawing/2014/main" id="{812309DD-516E-B912-C384-E607BE77E735}"/>
                    </a:ext>
                  </a:extLst>
                </p14:cNvPr>
                <p14:cNvContentPartPr/>
                <p14:nvPr/>
              </p14:nvContentPartPr>
              <p14:xfrm>
                <a:off x="13537598" y="7839123"/>
                <a:ext cx="20880" cy="34200"/>
              </p14:xfrm>
            </p:contentPart>
          </mc:Choice>
          <mc:Fallback xmlns="">
            <p:pic>
              <p:nvPicPr>
                <p:cNvPr id="70" name="Ink 69">
                  <a:extLst>
                    <a:ext uri="{FF2B5EF4-FFF2-40B4-BE49-F238E27FC236}">
                      <a16:creationId xmlns:a16="http://schemas.microsoft.com/office/drawing/2014/main" id="{812309DD-516E-B912-C384-E607BE77E735}"/>
                    </a:ext>
                  </a:extLst>
                </p:cNvPr>
                <p:cNvPicPr/>
                <p:nvPr/>
              </p:nvPicPr>
              <p:blipFill>
                <a:blip r:embed="rId92"/>
                <a:stretch>
                  <a:fillRect/>
                </a:stretch>
              </p:blipFill>
              <p:spPr>
                <a:xfrm>
                  <a:off x="13474598" y="7776123"/>
                  <a:ext cx="1465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1" name="Ink 70">
                  <a:extLst>
                    <a:ext uri="{FF2B5EF4-FFF2-40B4-BE49-F238E27FC236}">
                      <a16:creationId xmlns:a16="http://schemas.microsoft.com/office/drawing/2014/main" id="{85DE6030-26A5-49F3-AC98-DEB97B627093}"/>
                    </a:ext>
                  </a:extLst>
                </p14:cNvPr>
                <p14:cNvContentPartPr/>
                <p14:nvPr/>
              </p14:nvContentPartPr>
              <p14:xfrm>
                <a:off x="13581878" y="7894923"/>
                <a:ext cx="360" cy="360"/>
              </p14:xfrm>
            </p:contentPart>
          </mc:Choice>
          <mc:Fallback xmlns="">
            <p:pic>
              <p:nvPicPr>
                <p:cNvPr id="71" name="Ink 70">
                  <a:extLst>
                    <a:ext uri="{FF2B5EF4-FFF2-40B4-BE49-F238E27FC236}">
                      <a16:creationId xmlns:a16="http://schemas.microsoft.com/office/drawing/2014/main" id="{85DE6030-26A5-49F3-AC98-DEB97B627093}"/>
                    </a:ext>
                  </a:extLst>
                </p:cNvPr>
                <p:cNvPicPr/>
                <p:nvPr/>
              </p:nvPicPr>
              <p:blipFill>
                <a:blip r:embed="rId7"/>
                <a:stretch>
                  <a:fillRect/>
                </a:stretch>
              </p:blipFill>
              <p:spPr>
                <a:xfrm>
                  <a:off x="13518878" y="7831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2" name="Ink 71">
                  <a:extLst>
                    <a:ext uri="{FF2B5EF4-FFF2-40B4-BE49-F238E27FC236}">
                      <a16:creationId xmlns:a16="http://schemas.microsoft.com/office/drawing/2014/main" id="{09C55FE9-44C5-C99A-EE1A-2E6ED4AF56CB}"/>
                    </a:ext>
                  </a:extLst>
                </p14:cNvPr>
                <p14:cNvContentPartPr/>
                <p14:nvPr/>
              </p14:nvContentPartPr>
              <p14:xfrm>
                <a:off x="13604558" y="7894923"/>
                <a:ext cx="13320" cy="360"/>
              </p14:xfrm>
            </p:contentPart>
          </mc:Choice>
          <mc:Fallback xmlns="">
            <p:pic>
              <p:nvPicPr>
                <p:cNvPr id="72" name="Ink 71">
                  <a:extLst>
                    <a:ext uri="{FF2B5EF4-FFF2-40B4-BE49-F238E27FC236}">
                      <a16:creationId xmlns:a16="http://schemas.microsoft.com/office/drawing/2014/main" id="{09C55FE9-44C5-C99A-EE1A-2E6ED4AF56CB}"/>
                    </a:ext>
                  </a:extLst>
                </p:cNvPr>
                <p:cNvPicPr/>
                <p:nvPr/>
              </p:nvPicPr>
              <p:blipFill>
                <a:blip r:embed="rId95"/>
                <a:stretch>
                  <a:fillRect/>
                </a:stretch>
              </p:blipFill>
              <p:spPr>
                <a:xfrm>
                  <a:off x="13541558" y="783192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3" name="Ink 72">
                  <a:extLst>
                    <a:ext uri="{FF2B5EF4-FFF2-40B4-BE49-F238E27FC236}">
                      <a16:creationId xmlns:a16="http://schemas.microsoft.com/office/drawing/2014/main" id="{E2CB97D4-D48B-09F5-F97B-A981588C82F2}"/>
                    </a:ext>
                  </a:extLst>
                </p14:cNvPr>
                <p14:cNvContentPartPr/>
                <p14:nvPr/>
              </p14:nvContentPartPr>
              <p14:xfrm>
                <a:off x="13648838" y="7894923"/>
                <a:ext cx="6840" cy="360"/>
              </p14:xfrm>
            </p:contentPart>
          </mc:Choice>
          <mc:Fallback xmlns="">
            <p:pic>
              <p:nvPicPr>
                <p:cNvPr id="73" name="Ink 72">
                  <a:extLst>
                    <a:ext uri="{FF2B5EF4-FFF2-40B4-BE49-F238E27FC236}">
                      <a16:creationId xmlns:a16="http://schemas.microsoft.com/office/drawing/2014/main" id="{E2CB97D4-D48B-09F5-F97B-A981588C82F2}"/>
                    </a:ext>
                  </a:extLst>
                </p:cNvPr>
                <p:cNvPicPr/>
                <p:nvPr/>
              </p:nvPicPr>
              <p:blipFill>
                <a:blip r:embed="rId52"/>
                <a:stretch>
                  <a:fillRect/>
                </a:stretch>
              </p:blipFill>
              <p:spPr>
                <a:xfrm>
                  <a:off x="13585838" y="783192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4" name="Ink 73">
                  <a:extLst>
                    <a:ext uri="{FF2B5EF4-FFF2-40B4-BE49-F238E27FC236}">
                      <a16:creationId xmlns:a16="http://schemas.microsoft.com/office/drawing/2014/main" id="{7A7CC90B-889D-FD2E-2F12-165F2372B829}"/>
                    </a:ext>
                  </a:extLst>
                </p14:cNvPr>
                <p14:cNvContentPartPr/>
                <p14:nvPr/>
              </p14:nvContentPartPr>
              <p14:xfrm>
                <a:off x="13682318" y="7894923"/>
                <a:ext cx="360" cy="360"/>
              </p14:xfrm>
            </p:contentPart>
          </mc:Choice>
          <mc:Fallback xmlns="">
            <p:pic>
              <p:nvPicPr>
                <p:cNvPr id="74" name="Ink 73">
                  <a:extLst>
                    <a:ext uri="{FF2B5EF4-FFF2-40B4-BE49-F238E27FC236}">
                      <a16:creationId xmlns:a16="http://schemas.microsoft.com/office/drawing/2014/main" id="{7A7CC90B-889D-FD2E-2F12-165F2372B829}"/>
                    </a:ext>
                  </a:extLst>
                </p:cNvPr>
                <p:cNvPicPr/>
                <p:nvPr/>
              </p:nvPicPr>
              <p:blipFill>
                <a:blip r:embed="rId7"/>
                <a:stretch>
                  <a:fillRect/>
                </a:stretch>
              </p:blipFill>
              <p:spPr>
                <a:xfrm>
                  <a:off x="13619678" y="7831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5" name="Ink 74">
                  <a:extLst>
                    <a:ext uri="{FF2B5EF4-FFF2-40B4-BE49-F238E27FC236}">
                      <a16:creationId xmlns:a16="http://schemas.microsoft.com/office/drawing/2014/main" id="{09E586D6-3926-377C-F586-6A4F81130BF2}"/>
                    </a:ext>
                  </a:extLst>
                </p14:cNvPr>
                <p14:cNvContentPartPr/>
                <p14:nvPr/>
              </p14:nvContentPartPr>
              <p14:xfrm>
                <a:off x="13638038" y="7872603"/>
                <a:ext cx="22680" cy="360"/>
              </p14:xfrm>
            </p:contentPart>
          </mc:Choice>
          <mc:Fallback xmlns="">
            <p:pic>
              <p:nvPicPr>
                <p:cNvPr id="75" name="Ink 74">
                  <a:extLst>
                    <a:ext uri="{FF2B5EF4-FFF2-40B4-BE49-F238E27FC236}">
                      <a16:creationId xmlns:a16="http://schemas.microsoft.com/office/drawing/2014/main" id="{09E586D6-3926-377C-F586-6A4F81130BF2}"/>
                    </a:ext>
                  </a:extLst>
                </p:cNvPr>
                <p:cNvPicPr/>
                <p:nvPr/>
              </p:nvPicPr>
              <p:blipFill>
                <a:blip r:embed="rId99"/>
                <a:stretch>
                  <a:fillRect/>
                </a:stretch>
              </p:blipFill>
              <p:spPr>
                <a:xfrm>
                  <a:off x="13575398" y="7809963"/>
                  <a:ext cx="148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6" name="Ink 75">
                  <a:extLst>
                    <a:ext uri="{FF2B5EF4-FFF2-40B4-BE49-F238E27FC236}">
                      <a16:creationId xmlns:a16="http://schemas.microsoft.com/office/drawing/2014/main" id="{774BE2B7-87A9-A6B6-24C0-57F81E7EE561}"/>
                    </a:ext>
                  </a:extLst>
                </p14:cNvPr>
                <p14:cNvContentPartPr/>
                <p14:nvPr/>
              </p14:nvContentPartPr>
              <p14:xfrm>
                <a:off x="13593398" y="7870803"/>
                <a:ext cx="360" cy="2160"/>
              </p14:xfrm>
            </p:contentPart>
          </mc:Choice>
          <mc:Fallback xmlns="">
            <p:pic>
              <p:nvPicPr>
                <p:cNvPr id="76" name="Ink 75">
                  <a:extLst>
                    <a:ext uri="{FF2B5EF4-FFF2-40B4-BE49-F238E27FC236}">
                      <a16:creationId xmlns:a16="http://schemas.microsoft.com/office/drawing/2014/main" id="{774BE2B7-87A9-A6B6-24C0-57F81E7EE561}"/>
                    </a:ext>
                  </a:extLst>
                </p:cNvPr>
                <p:cNvPicPr/>
                <p:nvPr/>
              </p:nvPicPr>
              <p:blipFill>
                <a:blip r:embed="rId17"/>
                <a:stretch>
                  <a:fillRect/>
                </a:stretch>
              </p:blipFill>
              <p:spPr>
                <a:xfrm>
                  <a:off x="13530758" y="78078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7" name="Ink 76">
                  <a:extLst>
                    <a:ext uri="{FF2B5EF4-FFF2-40B4-BE49-F238E27FC236}">
                      <a16:creationId xmlns:a16="http://schemas.microsoft.com/office/drawing/2014/main" id="{269D2D25-22DC-47FD-7E55-7FF5AF2B9981}"/>
                    </a:ext>
                  </a:extLst>
                </p14:cNvPr>
                <p14:cNvContentPartPr/>
                <p14:nvPr/>
              </p14:nvContentPartPr>
              <p14:xfrm>
                <a:off x="13615718" y="7861443"/>
                <a:ext cx="43200" cy="360"/>
              </p14:xfrm>
            </p:contentPart>
          </mc:Choice>
          <mc:Fallback xmlns="">
            <p:pic>
              <p:nvPicPr>
                <p:cNvPr id="77" name="Ink 76">
                  <a:extLst>
                    <a:ext uri="{FF2B5EF4-FFF2-40B4-BE49-F238E27FC236}">
                      <a16:creationId xmlns:a16="http://schemas.microsoft.com/office/drawing/2014/main" id="{269D2D25-22DC-47FD-7E55-7FF5AF2B9981}"/>
                    </a:ext>
                  </a:extLst>
                </p:cNvPr>
                <p:cNvPicPr/>
                <p:nvPr/>
              </p:nvPicPr>
              <p:blipFill>
                <a:blip r:embed="rId102"/>
                <a:stretch>
                  <a:fillRect/>
                </a:stretch>
              </p:blipFill>
              <p:spPr>
                <a:xfrm>
                  <a:off x="13552718" y="7798803"/>
                  <a:ext cx="168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8" name="Ink 77">
                  <a:extLst>
                    <a:ext uri="{FF2B5EF4-FFF2-40B4-BE49-F238E27FC236}">
                      <a16:creationId xmlns:a16="http://schemas.microsoft.com/office/drawing/2014/main" id="{B48518AB-EFB4-367F-4FB9-5562214074F9}"/>
                    </a:ext>
                  </a:extLst>
                </p14:cNvPr>
                <p14:cNvContentPartPr/>
                <p14:nvPr/>
              </p14:nvContentPartPr>
              <p14:xfrm>
                <a:off x="13693478" y="7861443"/>
                <a:ext cx="13320" cy="360"/>
              </p14:xfrm>
            </p:contentPart>
          </mc:Choice>
          <mc:Fallback xmlns="">
            <p:pic>
              <p:nvPicPr>
                <p:cNvPr id="78" name="Ink 77">
                  <a:extLst>
                    <a:ext uri="{FF2B5EF4-FFF2-40B4-BE49-F238E27FC236}">
                      <a16:creationId xmlns:a16="http://schemas.microsoft.com/office/drawing/2014/main" id="{B48518AB-EFB4-367F-4FB9-5562214074F9}"/>
                    </a:ext>
                  </a:extLst>
                </p:cNvPr>
                <p:cNvPicPr/>
                <p:nvPr/>
              </p:nvPicPr>
              <p:blipFill>
                <a:blip r:embed="rId104"/>
                <a:stretch>
                  <a:fillRect/>
                </a:stretch>
              </p:blipFill>
              <p:spPr>
                <a:xfrm>
                  <a:off x="13630838" y="779880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9" name="Ink 78">
                  <a:extLst>
                    <a:ext uri="{FF2B5EF4-FFF2-40B4-BE49-F238E27FC236}">
                      <a16:creationId xmlns:a16="http://schemas.microsoft.com/office/drawing/2014/main" id="{E1021364-3EA3-748C-8E5B-40D8AF68EA55}"/>
                    </a:ext>
                  </a:extLst>
                </p14:cNvPr>
                <p14:cNvContentPartPr/>
                <p14:nvPr/>
              </p14:nvContentPartPr>
              <p14:xfrm>
                <a:off x="13738478" y="7861443"/>
                <a:ext cx="2160" cy="360"/>
              </p14:xfrm>
            </p:contentPart>
          </mc:Choice>
          <mc:Fallback xmlns="">
            <p:pic>
              <p:nvPicPr>
                <p:cNvPr id="79" name="Ink 78">
                  <a:extLst>
                    <a:ext uri="{FF2B5EF4-FFF2-40B4-BE49-F238E27FC236}">
                      <a16:creationId xmlns:a16="http://schemas.microsoft.com/office/drawing/2014/main" id="{E1021364-3EA3-748C-8E5B-40D8AF68EA55}"/>
                    </a:ext>
                  </a:extLst>
                </p:cNvPr>
                <p:cNvPicPr/>
                <p:nvPr/>
              </p:nvPicPr>
              <p:blipFill>
                <a:blip r:embed="rId50"/>
                <a:stretch>
                  <a:fillRect/>
                </a:stretch>
              </p:blipFill>
              <p:spPr>
                <a:xfrm>
                  <a:off x="13675478" y="77988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0" name="Ink 79">
                  <a:extLst>
                    <a:ext uri="{FF2B5EF4-FFF2-40B4-BE49-F238E27FC236}">
                      <a16:creationId xmlns:a16="http://schemas.microsoft.com/office/drawing/2014/main" id="{27E22795-06F5-D77C-F019-E7839864C42A}"/>
                    </a:ext>
                  </a:extLst>
                </p14:cNvPr>
                <p14:cNvContentPartPr/>
                <p14:nvPr/>
              </p14:nvContentPartPr>
              <p14:xfrm>
                <a:off x="13760438" y="7861443"/>
                <a:ext cx="14760" cy="21960"/>
              </p14:xfrm>
            </p:contentPart>
          </mc:Choice>
          <mc:Fallback xmlns="">
            <p:pic>
              <p:nvPicPr>
                <p:cNvPr id="80" name="Ink 79">
                  <a:extLst>
                    <a:ext uri="{FF2B5EF4-FFF2-40B4-BE49-F238E27FC236}">
                      <a16:creationId xmlns:a16="http://schemas.microsoft.com/office/drawing/2014/main" id="{27E22795-06F5-D77C-F019-E7839864C42A}"/>
                    </a:ext>
                  </a:extLst>
                </p:cNvPr>
                <p:cNvPicPr/>
                <p:nvPr/>
              </p:nvPicPr>
              <p:blipFill>
                <a:blip r:embed="rId107"/>
                <a:stretch>
                  <a:fillRect/>
                </a:stretch>
              </p:blipFill>
              <p:spPr>
                <a:xfrm>
                  <a:off x="13697438" y="7798803"/>
                  <a:ext cx="14040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1" name="Ink 80">
                  <a:extLst>
                    <a:ext uri="{FF2B5EF4-FFF2-40B4-BE49-F238E27FC236}">
                      <a16:creationId xmlns:a16="http://schemas.microsoft.com/office/drawing/2014/main" id="{BAA63E2B-3162-31F4-C96D-113DEE82A44E}"/>
                    </a:ext>
                  </a:extLst>
                </p14:cNvPr>
                <p14:cNvContentPartPr/>
                <p14:nvPr/>
              </p14:nvContentPartPr>
              <p14:xfrm>
                <a:off x="13782398" y="7972683"/>
                <a:ext cx="360" cy="13680"/>
              </p14:xfrm>
            </p:contentPart>
          </mc:Choice>
          <mc:Fallback xmlns="">
            <p:pic>
              <p:nvPicPr>
                <p:cNvPr id="81" name="Ink 80">
                  <a:extLst>
                    <a:ext uri="{FF2B5EF4-FFF2-40B4-BE49-F238E27FC236}">
                      <a16:creationId xmlns:a16="http://schemas.microsoft.com/office/drawing/2014/main" id="{BAA63E2B-3162-31F4-C96D-113DEE82A44E}"/>
                    </a:ext>
                  </a:extLst>
                </p:cNvPr>
                <p:cNvPicPr/>
                <p:nvPr/>
              </p:nvPicPr>
              <p:blipFill>
                <a:blip r:embed="rId109"/>
                <a:stretch>
                  <a:fillRect/>
                </a:stretch>
              </p:blipFill>
              <p:spPr>
                <a:xfrm>
                  <a:off x="13719758" y="7910043"/>
                  <a:ext cx="1260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2" name="Ink 81">
                  <a:extLst>
                    <a:ext uri="{FF2B5EF4-FFF2-40B4-BE49-F238E27FC236}">
                      <a16:creationId xmlns:a16="http://schemas.microsoft.com/office/drawing/2014/main" id="{400ED18F-FE36-7C6A-E2C2-28D2279EE956}"/>
                    </a:ext>
                  </a:extLst>
                </p14:cNvPr>
                <p14:cNvContentPartPr/>
                <p14:nvPr/>
              </p14:nvContentPartPr>
              <p14:xfrm>
                <a:off x="13782398" y="8006523"/>
                <a:ext cx="360" cy="6480"/>
              </p14:xfrm>
            </p:contentPart>
          </mc:Choice>
          <mc:Fallback xmlns="">
            <p:pic>
              <p:nvPicPr>
                <p:cNvPr id="82" name="Ink 81">
                  <a:extLst>
                    <a:ext uri="{FF2B5EF4-FFF2-40B4-BE49-F238E27FC236}">
                      <a16:creationId xmlns:a16="http://schemas.microsoft.com/office/drawing/2014/main" id="{400ED18F-FE36-7C6A-E2C2-28D2279EE956}"/>
                    </a:ext>
                  </a:extLst>
                </p:cNvPr>
                <p:cNvPicPr/>
                <p:nvPr/>
              </p:nvPicPr>
              <p:blipFill>
                <a:blip r:embed="rId58"/>
                <a:stretch>
                  <a:fillRect/>
                </a:stretch>
              </p:blipFill>
              <p:spPr>
                <a:xfrm>
                  <a:off x="13719758" y="794352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83" name="Ink 82">
                  <a:extLst>
                    <a:ext uri="{FF2B5EF4-FFF2-40B4-BE49-F238E27FC236}">
                      <a16:creationId xmlns:a16="http://schemas.microsoft.com/office/drawing/2014/main" id="{3B041046-A2B4-3FF4-5130-B82C4CB30D50}"/>
                    </a:ext>
                  </a:extLst>
                </p14:cNvPr>
                <p14:cNvContentPartPr/>
                <p14:nvPr/>
              </p14:nvContentPartPr>
              <p14:xfrm>
                <a:off x="13782398" y="8051163"/>
                <a:ext cx="360" cy="13320"/>
              </p14:xfrm>
            </p:contentPart>
          </mc:Choice>
          <mc:Fallback xmlns="">
            <p:pic>
              <p:nvPicPr>
                <p:cNvPr id="83" name="Ink 82">
                  <a:extLst>
                    <a:ext uri="{FF2B5EF4-FFF2-40B4-BE49-F238E27FC236}">
                      <a16:creationId xmlns:a16="http://schemas.microsoft.com/office/drawing/2014/main" id="{3B041046-A2B4-3FF4-5130-B82C4CB30D50}"/>
                    </a:ext>
                  </a:extLst>
                </p:cNvPr>
                <p:cNvPicPr/>
                <p:nvPr/>
              </p:nvPicPr>
              <p:blipFill>
                <a:blip r:embed="rId39"/>
                <a:stretch>
                  <a:fillRect/>
                </a:stretch>
              </p:blipFill>
              <p:spPr>
                <a:xfrm>
                  <a:off x="13719758" y="7988523"/>
                  <a:ext cx="126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4" name="Ink 83">
                  <a:extLst>
                    <a:ext uri="{FF2B5EF4-FFF2-40B4-BE49-F238E27FC236}">
                      <a16:creationId xmlns:a16="http://schemas.microsoft.com/office/drawing/2014/main" id="{EB3417A3-727E-02A2-D595-DE1A7CF5883E}"/>
                    </a:ext>
                  </a:extLst>
                </p14:cNvPr>
                <p14:cNvContentPartPr/>
                <p14:nvPr/>
              </p14:nvContentPartPr>
              <p14:xfrm>
                <a:off x="13782398" y="8082483"/>
                <a:ext cx="6840" cy="2160"/>
              </p14:xfrm>
            </p:contentPart>
          </mc:Choice>
          <mc:Fallback xmlns="">
            <p:pic>
              <p:nvPicPr>
                <p:cNvPr id="84" name="Ink 83">
                  <a:extLst>
                    <a:ext uri="{FF2B5EF4-FFF2-40B4-BE49-F238E27FC236}">
                      <a16:creationId xmlns:a16="http://schemas.microsoft.com/office/drawing/2014/main" id="{EB3417A3-727E-02A2-D595-DE1A7CF5883E}"/>
                    </a:ext>
                  </a:extLst>
                </p:cNvPr>
                <p:cNvPicPr/>
                <p:nvPr/>
              </p:nvPicPr>
              <p:blipFill>
                <a:blip r:embed="rId113"/>
                <a:stretch>
                  <a:fillRect/>
                </a:stretch>
              </p:blipFill>
              <p:spPr>
                <a:xfrm>
                  <a:off x="13719758" y="8019843"/>
                  <a:ext cx="1324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5" name="Ink 84">
                  <a:extLst>
                    <a:ext uri="{FF2B5EF4-FFF2-40B4-BE49-F238E27FC236}">
                      <a16:creationId xmlns:a16="http://schemas.microsoft.com/office/drawing/2014/main" id="{991396FB-A636-75E8-F227-BC95E90A6B41}"/>
                    </a:ext>
                  </a:extLst>
                </p14:cNvPr>
                <p14:cNvContentPartPr/>
                <p14:nvPr/>
              </p14:nvContentPartPr>
              <p14:xfrm>
                <a:off x="13860878" y="8073483"/>
                <a:ext cx="360" cy="360"/>
              </p14:xfrm>
            </p:contentPart>
          </mc:Choice>
          <mc:Fallback xmlns="">
            <p:pic>
              <p:nvPicPr>
                <p:cNvPr id="85" name="Ink 84">
                  <a:extLst>
                    <a:ext uri="{FF2B5EF4-FFF2-40B4-BE49-F238E27FC236}">
                      <a16:creationId xmlns:a16="http://schemas.microsoft.com/office/drawing/2014/main" id="{991396FB-A636-75E8-F227-BC95E90A6B41}"/>
                    </a:ext>
                  </a:extLst>
                </p:cNvPr>
                <p:cNvPicPr/>
                <p:nvPr/>
              </p:nvPicPr>
              <p:blipFill>
                <a:blip r:embed="rId7"/>
                <a:stretch>
                  <a:fillRect/>
                </a:stretch>
              </p:blipFill>
              <p:spPr>
                <a:xfrm>
                  <a:off x="13798238" y="80104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6" name="Ink 85">
                  <a:extLst>
                    <a:ext uri="{FF2B5EF4-FFF2-40B4-BE49-F238E27FC236}">
                      <a16:creationId xmlns:a16="http://schemas.microsoft.com/office/drawing/2014/main" id="{9F5B3977-FE2A-C09E-8731-DA53B5AE5835}"/>
                    </a:ext>
                  </a:extLst>
                </p14:cNvPr>
                <p14:cNvContentPartPr/>
                <p14:nvPr/>
              </p14:nvContentPartPr>
              <p14:xfrm>
                <a:off x="13860878" y="8067003"/>
                <a:ext cx="360" cy="6480"/>
              </p14:xfrm>
            </p:contentPart>
          </mc:Choice>
          <mc:Fallback xmlns="">
            <p:pic>
              <p:nvPicPr>
                <p:cNvPr id="86" name="Ink 85">
                  <a:extLst>
                    <a:ext uri="{FF2B5EF4-FFF2-40B4-BE49-F238E27FC236}">
                      <a16:creationId xmlns:a16="http://schemas.microsoft.com/office/drawing/2014/main" id="{9F5B3977-FE2A-C09E-8731-DA53B5AE5835}"/>
                    </a:ext>
                  </a:extLst>
                </p:cNvPr>
                <p:cNvPicPr/>
                <p:nvPr/>
              </p:nvPicPr>
              <p:blipFill>
                <a:blip r:embed="rId22"/>
                <a:stretch>
                  <a:fillRect/>
                </a:stretch>
              </p:blipFill>
              <p:spPr>
                <a:xfrm>
                  <a:off x="13798238" y="800436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7" name="Ink 86">
                  <a:extLst>
                    <a:ext uri="{FF2B5EF4-FFF2-40B4-BE49-F238E27FC236}">
                      <a16:creationId xmlns:a16="http://schemas.microsoft.com/office/drawing/2014/main" id="{A92849E2-C5AE-A023-3129-A26D8C911342}"/>
                    </a:ext>
                  </a:extLst>
                </p14:cNvPr>
                <p14:cNvContentPartPr/>
                <p14:nvPr/>
              </p14:nvContentPartPr>
              <p14:xfrm>
                <a:off x="13849358" y="8039643"/>
                <a:ext cx="360" cy="360"/>
              </p14:xfrm>
            </p:contentPart>
          </mc:Choice>
          <mc:Fallback xmlns="">
            <p:pic>
              <p:nvPicPr>
                <p:cNvPr id="87" name="Ink 86">
                  <a:extLst>
                    <a:ext uri="{FF2B5EF4-FFF2-40B4-BE49-F238E27FC236}">
                      <a16:creationId xmlns:a16="http://schemas.microsoft.com/office/drawing/2014/main" id="{A92849E2-C5AE-A023-3129-A26D8C911342}"/>
                    </a:ext>
                  </a:extLst>
                </p:cNvPr>
                <p:cNvPicPr/>
                <p:nvPr/>
              </p:nvPicPr>
              <p:blipFill>
                <a:blip r:embed="rId7"/>
                <a:stretch>
                  <a:fillRect/>
                </a:stretch>
              </p:blipFill>
              <p:spPr>
                <a:xfrm>
                  <a:off x="1378671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8" name="Ink 87">
                  <a:extLst>
                    <a:ext uri="{FF2B5EF4-FFF2-40B4-BE49-F238E27FC236}">
                      <a16:creationId xmlns:a16="http://schemas.microsoft.com/office/drawing/2014/main" id="{4FB6428B-6195-81C4-17D7-BC192257ABD7}"/>
                    </a:ext>
                  </a:extLst>
                </p14:cNvPr>
                <p14:cNvContentPartPr/>
                <p14:nvPr/>
              </p14:nvContentPartPr>
              <p14:xfrm>
                <a:off x="13838558" y="7961883"/>
                <a:ext cx="360" cy="360"/>
              </p14:xfrm>
            </p:contentPart>
          </mc:Choice>
          <mc:Fallback xmlns="">
            <p:pic>
              <p:nvPicPr>
                <p:cNvPr id="88" name="Ink 87">
                  <a:extLst>
                    <a:ext uri="{FF2B5EF4-FFF2-40B4-BE49-F238E27FC236}">
                      <a16:creationId xmlns:a16="http://schemas.microsoft.com/office/drawing/2014/main" id="{4FB6428B-6195-81C4-17D7-BC192257ABD7}"/>
                    </a:ext>
                  </a:extLst>
                </p:cNvPr>
                <p:cNvPicPr/>
                <p:nvPr/>
              </p:nvPicPr>
              <p:blipFill>
                <a:blip r:embed="rId7"/>
                <a:stretch>
                  <a:fillRect/>
                </a:stretch>
              </p:blipFill>
              <p:spPr>
                <a:xfrm>
                  <a:off x="13775558" y="78988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9" name="Ink 88">
                  <a:extLst>
                    <a:ext uri="{FF2B5EF4-FFF2-40B4-BE49-F238E27FC236}">
                      <a16:creationId xmlns:a16="http://schemas.microsoft.com/office/drawing/2014/main" id="{73D82709-CE74-697E-B4CC-5667F5CB26B4}"/>
                    </a:ext>
                  </a:extLst>
                </p14:cNvPr>
                <p14:cNvContentPartPr/>
                <p14:nvPr/>
              </p14:nvContentPartPr>
              <p14:xfrm>
                <a:off x="13838558" y="7917603"/>
                <a:ext cx="360" cy="360"/>
              </p14:xfrm>
            </p:contentPart>
          </mc:Choice>
          <mc:Fallback xmlns="">
            <p:pic>
              <p:nvPicPr>
                <p:cNvPr id="89" name="Ink 88">
                  <a:extLst>
                    <a:ext uri="{FF2B5EF4-FFF2-40B4-BE49-F238E27FC236}">
                      <a16:creationId xmlns:a16="http://schemas.microsoft.com/office/drawing/2014/main" id="{73D82709-CE74-697E-B4CC-5667F5CB26B4}"/>
                    </a:ext>
                  </a:extLst>
                </p:cNvPr>
                <p:cNvPicPr/>
                <p:nvPr/>
              </p:nvPicPr>
              <p:blipFill>
                <a:blip r:embed="rId7"/>
                <a:stretch>
                  <a:fillRect/>
                </a:stretch>
              </p:blipFill>
              <p:spPr>
                <a:xfrm>
                  <a:off x="13775558" y="7854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90" name="Ink 89">
                  <a:extLst>
                    <a:ext uri="{FF2B5EF4-FFF2-40B4-BE49-F238E27FC236}">
                      <a16:creationId xmlns:a16="http://schemas.microsoft.com/office/drawing/2014/main" id="{A1DC8127-DFE2-8B3C-C4FE-6A86FE0B7AEA}"/>
                    </a:ext>
                  </a:extLst>
                </p14:cNvPr>
                <p14:cNvContentPartPr/>
                <p14:nvPr/>
              </p14:nvContentPartPr>
              <p14:xfrm>
                <a:off x="13838558" y="7917603"/>
                <a:ext cx="360" cy="360"/>
              </p14:xfrm>
            </p:contentPart>
          </mc:Choice>
          <mc:Fallback xmlns="">
            <p:pic>
              <p:nvPicPr>
                <p:cNvPr id="90" name="Ink 89">
                  <a:extLst>
                    <a:ext uri="{FF2B5EF4-FFF2-40B4-BE49-F238E27FC236}">
                      <a16:creationId xmlns:a16="http://schemas.microsoft.com/office/drawing/2014/main" id="{A1DC8127-DFE2-8B3C-C4FE-6A86FE0B7AEA}"/>
                    </a:ext>
                  </a:extLst>
                </p:cNvPr>
                <p:cNvPicPr/>
                <p:nvPr/>
              </p:nvPicPr>
              <p:blipFill>
                <a:blip r:embed="rId7"/>
                <a:stretch>
                  <a:fillRect/>
                </a:stretch>
              </p:blipFill>
              <p:spPr>
                <a:xfrm>
                  <a:off x="13775558" y="7854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1" name="Ink 90">
                  <a:extLst>
                    <a:ext uri="{FF2B5EF4-FFF2-40B4-BE49-F238E27FC236}">
                      <a16:creationId xmlns:a16="http://schemas.microsoft.com/office/drawing/2014/main" id="{6CECB189-368E-C3DE-F7FB-3BFD4D1C2F57}"/>
                    </a:ext>
                  </a:extLst>
                </p14:cNvPr>
                <p14:cNvContentPartPr/>
                <p14:nvPr/>
              </p14:nvContentPartPr>
              <p14:xfrm>
                <a:off x="13838558" y="7888443"/>
                <a:ext cx="360" cy="6480"/>
              </p14:xfrm>
            </p:contentPart>
          </mc:Choice>
          <mc:Fallback xmlns="">
            <p:pic>
              <p:nvPicPr>
                <p:cNvPr id="91" name="Ink 90">
                  <a:extLst>
                    <a:ext uri="{FF2B5EF4-FFF2-40B4-BE49-F238E27FC236}">
                      <a16:creationId xmlns:a16="http://schemas.microsoft.com/office/drawing/2014/main" id="{6CECB189-368E-C3DE-F7FB-3BFD4D1C2F57}"/>
                    </a:ext>
                  </a:extLst>
                </p:cNvPr>
                <p:cNvPicPr/>
                <p:nvPr/>
              </p:nvPicPr>
              <p:blipFill>
                <a:blip r:embed="rId22"/>
                <a:stretch>
                  <a:fillRect/>
                </a:stretch>
              </p:blipFill>
              <p:spPr>
                <a:xfrm>
                  <a:off x="13775558" y="782580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92" name="Ink 91">
                  <a:extLst>
                    <a:ext uri="{FF2B5EF4-FFF2-40B4-BE49-F238E27FC236}">
                      <a16:creationId xmlns:a16="http://schemas.microsoft.com/office/drawing/2014/main" id="{249D93E4-1887-CC69-DB5C-1817F713A278}"/>
                    </a:ext>
                  </a:extLst>
                </p14:cNvPr>
                <p14:cNvContentPartPr/>
                <p14:nvPr/>
              </p14:nvContentPartPr>
              <p14:xfrm>
                <a:off x="13838558" y="7870803"/>
                <a:ext cx="360" cy="2160"/>
              </p14:xfrm>
            </p:contentPart>
          </mc:Choice>
          <mc:Fallback xmlns="">
            <p:pic>
              <p:nvPicPr>
                <p:cNvPr id="92" name="Ink 91">
                  <a:extLst>
                    <a:ext uri="{FF2B5EF4-FFF2-40B4-BE49-F238E27FC236}">
                      <a16:creationId xmlns:a16="http://schemas.microsoft.com/office/drawing/2014/main" id="{249D93E4-1887-CC69-DB5C-1817F713A278}"/>
                    </a:ext>
                  </a:extLst>
                </p:cNvPr>
                <p:cNvPicPr/>
                <p:nvPr/>
              </p:nvPicPr>
              <p:blipFill>
                <a:blip r:embed="rId17"/>
                <a:stretch>
                  <a:fillRect/>
                </a:stretch>
              </p:blipFill>
              <p:spPr>
                <a:xfrm>
                  <a:off x="13775558" y="78078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3" name="Ink 92">
                  <a:extLst>
                    <a:ext uri="{FF2B5EF4-FFF2-40B4-BE49-F238E27FC236}">
                      <a16:creationId xmlns:a16="http://schemas.microsoft.com/office/drawing/2014/main" id="{3333DD06-9505-FF25-92A9-04CCEF7F5D7C}"/>
                    </a:ext>
                  </a:extLst>
                </p14:cNvPr>
                <p14:cNvContentPartPr/>
                <p14:nvPr/>
              </p14:nvContentPartPr>
              <p14:xfrm>
                <a:off x="13894358" y="7861443"/>
                <a:ext cx="54720" cy="360"/>
              </p14:xfrm>
            </p:contentPart>
          </mc:Choice>
          <mc:Fallback xmlns="">
            <p:pic>
              <p:nvPicPr>
                <p:cNvPr id="93" name="Ink 92">
                  <a:extLst>
                    <a:ext uri="{FF2B5EF4-FFF2-40B4-BE49-F238E27FC236}">
                      <a16:creationId xmlns:a16="http://schemas.microsoft.com/office/drawing/2014/main" id="{3333DD06-9505-FF25-92A9-04CCEF7F5D7C}"/>
                    </a:ext>
                  </a:extLst>
                </p:cNvPr>
                <p:cNvPicPr/>
                <p:nvPr/>
              </p:nvPicPr>
              <p:blipFill>
                <a:blip r:embed="rId123"/>
                <a:stretch>
                  <a:fillRect/>
                </a:stretch>
              </p:blipFill>
              <p:spPr>
                <a:xfrm>
                  <a:off x="13831358" y="7798803"/>
                  <a:ext cx="1803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4" name="Ink 93">
                  <a:extLst>
                    <a:ext uri="{FF2B5EF4-FFF2-40B4-BE49-F238E27FC236}">
                      <a16:creationId xmlns:a16="http://schemas.microsoft.com/office/drawing/2014/main" id="{772F99B1-1918-35EF-082F-7B89544B164F}"/>
                    </a:ext>
                  </a:extLst>
                </p14:cNvPr>
                <p14:cNvContentPartPr/>
                <p14:nvPr/>
              </p14:nvContentPartPr>
              <p14:xfrm>
                <a:off x="13972118" y="7861443"/>
                <a:ext cx="15120" cy="28440"/>
              </p14:xfrm>
            </p:contentPart>
          </mc:Choice>
          <mc:Fallback xmlns="">
            <p:pic>
              <p:nvPicPr>
                <p:cNvPr id="94" name="Ink 93">
                  <a:extLst>
                    <a:ext uri="{FF2B5EF4-FFF2-40B4-BE49-F238E27FC236}">
                      <a16:creationId xmlns:a16="http://schemas.microsoft.com/office/drawing/2014/main" id="{772F99B1-1918-35EF-082F-7B89544B164F}"/>
                    </a:ext>
                  </a:extLst>
                </p:cNvPr>
                <p:cNvPicPr/>
                <p:nvPr/>
              </p:nvPicPr>
              <p:blipFill>
                <a:blip r:embed="rId125"/>
                <a:stretch>
                  <a:fillRect/>
                </a:stretch>
              </p:blipFill>
              <p:spPr>
                <a:xfrm>
                  <a:off x="13909478" y="7798803"/>
                  <a:ext cx="1407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5" name="Ink 94">
                  <a:extLst>
                    <a:ext uri="{FF2B5EF4-FFF2-40B4-BE49-F238E27FC236}">
                      <a16:creationId xmlns:a16="http://schemas.microsoft.com/office/drawing/2014/main" id="{DC15BC8D-D959-F3F4-7915-CC0D0DE89C6B}"/>
                    </a:ext>
                  </a:extLst>
                </p14:cNvPr>
                <p14:cNvContentPartPr/>
                <p14:nvPr/>
              </p14:nvContentPartPr>
              <p14:xfrm>
                <a:off x="13994798" y="7917603"/>
                <a:ext cx="360" cy="32040"/>
              </p14:xfrm>
            </p:contentPart>
          </mc:Choice>
          <mc:Fallback xmlns="">
            <p:pic>
              <p:nvPicPr>
                <p:cNvPr id="95" name="Ink 94">
                  <a:extLst>
                    <a:ext uri="{FF2B5EF4-FFF2-40B4-BE49-F238E27FC236}">
                      <a16:creationId xmlns:a16="http://schemas.microsoft.com/office/drawing/2014/main" id="{DC15BC8D-D959-F3F4-7915-CC0D0DE89C6B}"/>
                    </a:ext>
                  </a:extLst>
                </p:cNvPr>
                <p:cNvPicPr/>
                <p:nvPr/>
              </p:nvPicPr>
              <p:blipFill>
                <a:blip r:embed="rId127"/>
                <a:stretch>
                  <a:fillRect/>
                </a:stretch>
              </p:blipFill>
              <p:spPr>
                <a:xfrm>
                  <a:off x="13932158" y="7854603"/>
                  <a:ext cx="1260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6" name="Ink 95">
                  <a:extLst>
                    <a:ext uri="{FF2B5EF4-FFF2-40B4-BE49-F238E27FC236}">
                      <a16:creationId xmlns:a16="http://schemas.microsoft.com/office/drawing/2014/main" id="{A06725E7-C9DA-4097-137B-856E6A810151}"/>
                    </a:ext>
                  </a:extLst>
                </p14:cNvPr>
                <p14:cNvContentPartPr/>
                <p14:nvPr/>
              </p14:nvContentPartPr>
              <p14:xfrm>
                <a:off x="13976438" y="7984203"/>
                <a:ext cx="7200" cy="6480"/>
              </p14:xfrm>
            </p:contentPart>
          </mc:Choice>
          <mc:Fallback xmlns="">
            <p:pic>
              <p:nvPicPr>
                <p:cNvPr id="96" name="Ink 95">
                  <a:extLst>
                    <a:ext uri="{FF2B5EF4-FFF2-40B4-BE49-F238E27FC236}">
                      <a16:creationId xmlns:a16="http://schemas.microsoft.com/office/drawing/2014/main" id="{A06725E7-C9DA-4097-137B-856E6A810151}"/>
                    </a:ext>
                  </a:extLst>
                </p:cNvPr>
                <p:cNvPicPr/>
                <p:nvPr/>
              </p:nvPicPr>
              <p:blipFill>
                <a:blip r:embed="rId129"/>
                <a:stretch>
                  <a:fillRect/>
                </a:stretch>
              </p:blipFill>
              <p:spPr>
                <a:xfrm>
                  <a:off x="13913798" y="7921563"/>
                  <a:ext cx="1328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7" name="Ink 96">
                  <a:extLst>
                    <a:ext uri="{FF2B5EF4-FFF2-40B4-BE49-F238E27FC236}">
                      <a16:creationId xmlns:a16="http://schemas.microsoft.com/office/drawing/2014/main" id="{96631794-5B7D-EC58-D018-141F4E215599}"/>
                    </a:ext>
                  </a:extLst>
                </p14:cNvPr>
                <p14:cNvContentPartPr/>
                <p14:nvPr/>
              </p14:nvContentPartPr>
              <p14:xfrm>
                <a:off x="13972118" y="8017683"/>
                <a:ext cx="7200" cy="82800"/>
              </p14:xfrm>
            </p:contentPart>
          </mc:Choice>
          <mc:Fallback xmlns="">
            <p:pic>
              <p:nvPicPr>
                <p:cNvPr id="97" name="Ink 96">
                  <a:extLst>
                    <a:ext uri="{FF2B5EF4-FFF2-40B4-BE49-F238E27FC236}">
                      <a16:creationId xmlns:a16="http://schemas.microsoft.com/office/drawing/2014/main" id="{96631794-5B7D-EC58-D018-141F4E215599}"/>
                    </a:ext>
                  </a:extLst>
                </p:cNvPr>
                <p:cNvPicPr/>
                <p:nvPr/>
              </p:nvPicPr>
              <p:blipFill>
                <a:blip r:embed="rId131"/>
                <a:stretch>
                  <a:fillRect/>
                </a:stretch>
              </p:blipFill>
              <p:spPr>
                <a:xfrm>
                  <a:off x="13909478" y="7954683"/>
                  <a:ext cx="1328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8" name="Ink 97">
                  <a:extLst>
                    <a:ext uri="{FF2B5EF4-FFF2-40B4-BE49-F238E27FC236}">
                      <a16:creationId xmlns:a16="http://schemas.microsoft.com/office/drawing/2014/main" id="{218E77FA-CEFB-6CE3-8B0C-1ABA7CD81B7B}"/>
                    </a:ext>
                  </a:extLst>
                </p14:cNvPr>
                <p14:cNvContentPartPr/>
                <p14:nvPr/>
              </p14:nvContentPartPr>
              <p14:xfrm>
                <a:off x="14017118" y="8082483"/>
                <a:ext cx="2160" cy="2160"/>
              </p14:xfrm>
            </p:contentPart>
          </mc:Choice>
          <mc:Fallback xmlns="">
            <p:pic>
              <p:nvPicPr>
                <p:cNvPr id="98" name="Ink 97">
                  <a:extLst>
                    <a:ext uri="{FF2B5EF4-FFF2-40B4-BE49-F238E27FC236}">
                      <a16:creationId xmlns:a16="http://schemas.microsoft.com/office/drawing/2014/main" id="{218E77FA-CEFB-6CE3-8B0C-1ABA7CD81B7B}"/>
                    </a:ext>
                  </a:extLst>
                </p:cNvPr>
                <p:cNvPicPr/>
                <p:nvPr/>
              </p:nvPicPr>
              <p:blipFill>
                <a:blip r:embed="rId133"/>
                <a:stretch>
                  <a:fillRect/>
                </a:stretch>
              </p:blipFill>
              <p:spPr>
                <a:xfrm>
                  <a:off x="13954118" y="8019843"/>
                  <a:ext cx="1278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9" name="Ink 98">
                  <a:extLst>
                    <a:ext uri="{FF2B5EF4-FFF2-40B4-BE49-F238E27FC236}">
                      <a16:creationId xmlns:a16="http://schemas.microsoft.com/office/drawing/2014/main" id="{BEAB8F71-53B8-D6DC-7179-DC592DB5777A}"/>
                    </a:ext>
                  </a:extLst>
                </p14:cNvPr>
                <p14:cNvContentPartPr/>
                <p14:nvPr/>
              </p14:nvContentPartPr>
              <p14:xfrm>
                <a:off x="14027918" y="8046843"/>
                <a:ext cx="2160" cy="5040"/>
              </p14:xfrm>
            </p:contentPart>
          </mc:Choice>
          <mc:Fallback xmlns="">
            <p:pic>
              <p:nvPicPr>
                <p:cNvPr id="99" name="Ink 98">
                  <a:extLst>
                    <a:ext uri="{FF2B5EF4-FFF2-40B4-BE49-F238E27FC236}">
                      <a16:creationId xmlns:a16="http://schemas.microsoft.com/office/drawing/2014/main" id="{BEAB8F71-53B8-D6DC-7179-DC592DB5777A}"/>
                    </a:ext>
                  </a:extLst>
                </p:cNvPr>
                <p:cNvPicPr/>
                <p:nvPr/>
              </p:nvPicPr>
              <p:blipFill>
                <a:blip r:embed="rId135"/>
                <a:stretch>
                  <a:fillRect/>
                </a:stretch>
              </p:blipFill>
              <p:spPr>
                <a:xfrm>
                  <a:off x="13965278" y="7983843"/>
                  <a:ext cx="1278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00" name="Ink 99">
                  <a:extLst>
                    <a:ext uri="{FF2B5EF4-FFF2-40B4-BE49-F238E27FC236}">
                      <a16:creationId xmlns:a16="http://schemas.microsoft.com/office/drawing/2014/main" id="{079509E8-AFEF-2B02-378A-5C28DF7869B2}"/>
                    </a:ext>
                  </a:extLst>
                </p14:cNvPr>
                <p14:cNvContentPartPr/>
                <p14:nvPr/>
              </p14:nvContentPartPr>
              <p14:xfrm>
                <a:off x="14039078" y="8004723"/>
                <a:ext cx="360" cy="2160"/>
              </p14:xfrm>
            </p:contentPart>
          </mc:Choice>
          <mc:Fallback xmlns="">
            <p:pic>
              <p:nvPicPr>
                <p:cNvPr id="100" name="Ink 99">
                  <a:extLst>
                    <a:ext uri="{FF2B5EF4-FFF2-40B4-BE49-F238E27FC236}">
                      <a16:creationId xmlns:a16="http://schemas.microsoft.com/office/drawing/2014/main" id="{079509E8-AFEF-2B02-378A-5C28DF7869B2}"/>
                    </a:ext>
                  </a:extLst>
                </p:cNvPr>
                <p:cNvPicPr/>
                <p:nvPr/>
              </p:nvPicPr>
              <p:blipFill>
                <a:blip r:embed="rId17"/>
                <a:stretch>
                  <a:fillRect/>
                </a:stretch>
              </p:blipFill>
              <p:spPr>
                <a:xfrm>
                  <a:off x="13976438" y="79417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1" name="Ink 100">
                  <a:extLst>
                    <a:ext uri="{FF2B5EF4-FFF2-40B4-BE49-F238E27FC236}">
                      <a16:creationId xmlns:a16="http://schemas.microsoft.com/office/drawing/2014/main" id="{D43E80CE-48A6-5E0C-E6D3-6AC7ED19F9F4}"/>
                    </a:ext>
                  </a:extLst>
                </p14:cNvPr>
                <p14:cNvContentPartPr/>
                <p14:nvPr/>
              </p14:nvContentPartPr>
              <p14:xfrm>
                <a:off x="14039078" y="7944243"/>
                <a:ext cx="360" cy="6480"/>
              </p14:xfrm>
            </p:contentPart>
          </mc:Choice>
          <mc:Fallback xmlns="">
            <p:pic>
              <p:nvPicPr>
                <p:cNvPr id="101" name="Ink 100">
                  <a:extLst>
                    <a:ext uri="{FF2B5EF4-FFF2-40B4-BE49-F238E27FC236}">
                      <a16:creationId xmlns:a16="http://schemas.microsoft.com/office/drawing/2014/main" id="{D43E80CE-48A6-5E0C-E6D3-6AC7ED19F9F4}"/>
                    </a:ext>
                  </a:extLst>
                </p:cNvPr>
                <p:cNvPicPr/>
                <p:nvPr/>
              </p:nvPicPr>
              <p:blipFill>
                <a:blip r:embed="rId22"/>
                <a:stretch>
                  <a:fillRect/>
                </a:stretch>
              </p:blipFill>
              <p:spPr>
                <a:xfrm>
                  <a:off x="13976438" y="788160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2" name="Ink 101">
                  <a:extLst>
                    <a:ext uri="{FF2B5EF4-FFF2-40B4-BE49-F238E27FC236}">
                      <a16:creationId xmlns:a16="http://schemas.microsoft.com/office/drawing/2014/main" id="{540A836B-6DE4-7FF9-855B-04153447A7F6}"/>
                    </a:ext>
                  </a:extLst>
                </p14:cNvPr>
                <p14:cNvContentPartPr/>
                <p14:nvPr/>
              </p14:nvContentPartPr>
              <p14:xfrm>
                <a:off x="14039078" y="7899603"/>
                <a:ext cx="2160" cy="6480"/>
              </p14:xfrm>
            </p:contentPart>
          </mc:Choice>
          <mc:Fallback xmlns="">
            <p:pic>
              <p:nvPicPr>
                <p:cNvPr id="102" name="Ink 101">
                  <a:extLst>
                    <a:ext uri="{FF2B5EF4-FFF2-40B4-BE49-F238E27FC236}">
                      <a16:creationId xmlns:a16="http://schemas.microsoft.com/office/drawing/2014/main" id="{540A836B-6DE4-7FF9-855B-04153447A7F6}"/>
                    </a:ext>
                  </a:extLst>
                </p:cNvPr>
                <p:cNvPicPr/>
                <p:nvPr/>
              </p:nvPicPr>
              <p:blipFill>
                <a:blip r:embed="rId139"/>
                <a:stretch>
                  <a:fillRect/>
                </a:stretch>
              </p:blipFill>
              <p:spPr>
                <a:xfrm>
                  <a:off x="13976438" y="7836603"/>
                  <a:ext cx="1278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3" name="Ink 102">
                  <a:extLst>
                    <a:ext uri="{FF2B5EF4-FFF2-40B4-BE49-F238E27FC236}">
                      <a16:creationId xmlns:a16="http://schemas.microsoft.com/office/drawing/2014/main" id="{59483A43-99DC-5955-40F0-CAC3BE41940F}"/>
                    </a:ext>
                  </a:extLst>
                </p14:cNvPr>
                <p14:cNvContentPartPr/>
                <p14:nvPr/>
              </p14:nvContentPartPr>
              <p14:xfrm>
                <a:off x="14072918" y="7839123"/>
                <a:ext cx="13320" cy="360"/>
              </p14:xfrm>
            </p:contentPart>
          </mc:Choice>
          <mc:Fallback xmlns="">
            <p:pic>
              <p:nvPicPr>
                <p:cNvPr id="103" name="Ink 102">
                  <a:extLst>
                    <a:ext uri="{FF2B5EF4-FFF2-40B4-BE49-F238E27FC236}">
                      <a16:creationId xmlns:a16="http://schemas.microsoft.com/office/drawing/2014/main" id="{59483A43-99DC-5955-40F0-CAC3BE41940F}"/>
                    </a:ext>
                  </a:extLst>
                </p:cNvPr>
                <p:cNvPicPr/>
                <p:nvPr/>
              </p:nvPicPr>
              <p:blipFill>
                <a:blip r:embed="rId95"/>
                <a:stretch>
                  <a:fillRect/>
                </a:stretch>
              </p:blipFill>
              <p:spPr>
                <a:xfrm>
                  <a:off x="14009918" y="777612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04" name="Ink 103">
                  <a:extLst>
                    <a:ext uri="{FF2B5EF4-FFF2-40B4-BE49-F238E27FC236}">
                      <a16:creationId xmlns:a16="http://schemas.microsoft.com/office/drawing/2014/main" id="{3FDA36E1-BED0-7E72-2EAD-A7EB997BE123}"/>
                    </a:ext>
                  </a:extLst>
                </p14:cNvPr>
                <p14:cNvContentPartPr/>
                <p14:nvPr/>
              </p14:nvContentPartPr>
              <p14:xfrm>
                <a:off x="14172998" y="7839123"/>
                <a:ext cx="43920" cy="11880"/>
              </p14:xfrm>
            </p:contentPart>
          </mc:Choice>
          <mc:Fallback xmlns="">
            <p:pic>
              <p:nvPicPr>
                <p:cNvPr id="104" name="Ink 103">
                  <a:extLst>
                    <a:ext uri="{FF2B5EF4-FFF2-40B4-BE49-F238E27FC236}">
                      <a16:creationId xmlns:a16="http://schemas.microsoft.com/office/drawing/2014/main" id="{3FDA36E1-BED0-7E72-2EAD-A7EB997BE123}"/>
                    </a:ext>
                  </a:extLst>
                </p:cNvPr>
                <p:cNvPicPr/>
                <p:nvPr/>
              </p:nvPicPr>
              <p:blipFill>
                <a:blip r:embed="rId142"/>
                <a:stretch>
                  <a:fillRect/>
                </a:stretch>
              </p:blipFill>
              <p:spPr>
                <a:xfrm>
                  <a:off x="14109998" y="7776123"/>
                  <a:ext cx="1695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05" name="Ink 104">
                  <a:extLst>
                    <a:ext uri="{FF2B5EF4-FFF2-40B4-BE49-F238E27FC236}">
                      <a16:creationId xmlns:a16="http://schemas.microsoft.com/office/drawing/2014/main" id="{4BD5EC5F-5F4A-00AC-DF7E-EF72A02ECD27}"/>
                    </a:ext>
                  </a:extLst>
                </p14:cNvPr>
                <p14:cNvContentPartPr/>
                <p14:nvPr/>
              </p14:nvContentPartPr>
              <p14:xfrm>
                <a:off x="14228798" y="7883763"/>
                <a:ext cx="360" cy="43560"/>
              </p14:xfrm>
            </p:contentPart>
          </mc:Choice>
          <mc:Fallback xmlns="">
            <p:pic>
              <p:nvPicPr>
                <p:cNvPr id="105" name="Ink 104">
                  <a:extLst>
                    <a:ext uri="{FF2B5EF4-FFF2-40B4-BE49-F238E27FC236}">
                      <a16:creationId xmlns:a16="http://schemas.microsoft.com/office/drawing/2014/main" id="{4BD5EC5F-5F4A-00AC-DF7E-EF72A02ECD27}"/>
                    </a:ext>
                  </a:extLst>
                </p:cNvPr>
                <p:cNvPicPr/>
                <p:nvPr/>
              </p:nvPicPr>
              <p:blipFill>
                <a:blip r:embed="rId144"/>
                <a:stretch>
                  <a:fillRect/>
                </a:stretch>
              </p:blipFill>
              <p:spPr>
                <a:xfrm>
                  <a:off x="14165798" y="7820763"/>
                  <a:ext cx="1260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06" name="Ink 105">
                  <a:extLst>
                    <a:ext uri="{FF2B5EF4-FFF2-40B4-BE49-F238E27FC236}">
                      <a16:creationId xmlns:a16="http://schemas.microsoft.com/office/drawing/2014/main" id="{6FD473E5-D33C-5261-7731-22FAA4A455BB}"/>
                    </a:ext>
                  </a:extLst>
                </p14:cNvPr>
                <p14:cNvContentPartPr/>
                <p14:nvPr/>
              </p14:nvContentPartPr>
              <p14:xfrm>
                <a:off x="14194598" y="7950723"/>
                <a:ext cx="12240" cy="20520"/>
              </p14:xfrm>
            </p:contentPart>
          </mc:Choice>
          <mc:Fallback xmlns="">
            <p:pic>
              <p:nvPicPr>
                <p:cNvPr id="106" name="Ink 105">
                  <a:extLst>
                    <a:ext uri="{FF2B5EF4-FFF2-40B4-BE49-F238E27FC236}">
                      <a16:creationId xmlns:a16="http://schemas.microsoft.com/office/drawing/2014/main" id="{6FD473E5-D33C-5261-7731-22FAA4A455BB}"/>
                    </a:ext>
                  </a:extLst>
                </p:cNvPr>
                <p:cNvPicPr/>
                <p:nvPr/>
              </p:nvPicPr>
              <p:blipFill>
                <a:blip r:embed="rId146"/>
                <a:stretch>
                  <a:fillRect/>
                </a:stretch>
              </p:blipFill>
              <p:spPr>
                <a:xfrm>
                  <a:off x="14131958" y="7887723"/>
                  <a:ext cx="1378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7" name="Ink 106">
                  <a:extLst>
                    <a:ext uri="{FF2B5EF4-FFF2-40B4-BE49-F238E27FC236}">
                      <a16:creationId xmlns:a16="http://schemas.microsoft.com/office/drawing/2014/main" id="{676A44BF-55D4-6061-F7D4-D4D9475E3C62}"/>
                    </a:ext>
                  </a:extLst>
                </p14:cNvPr>
                <p14:cNvContentPartPr/>
                <p14:nvPr/>
              </p14:nvContentPartPr>
              <p14:xfrm>
                <a:off x="14172998" y="7995363"/>
                <a:ext cx="360" cy="13320"/>
              </p14:xfrm>
            </p:contentPart>
          </mc:Choice>
          <mc:Fallback xmlns="">
            <p:pic>
              <p:nvPicPr>
                <p:cNvPr id="107" name="Ink 106">
                  <a:extLst>
                    <a:ext uri="{FF2B5EF4-FFF2-40B4-BE49-F238E27FC236}">
                      <a16:creationId xmlns:a16="http://schemas.microsoft.com/office/drawing/2014/main" id="{676A44BF-55D4-6061-F7D4-D4D9475E3C62}"/>
                    </a:ext>
                  </a:extLst>
                </p:cNvPr>
                <p:cNvPicPr/>
                <p:nvPr/>
              </p:nvPicPr>
              <p:blipFill>
                <a:blip r:embed="rId39"/>
                <a:stretch>
                  <a:fillRect/>
                </a:stretch>
              </p:blipFill>
              <p:spPr>
                <a:xfrm>
                  <a:off x="14109998" y="7932723"/>
                  <a:ext cx="126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8" name="Ink 107">
                  <a:extLst>
                    <a:ext uri="{FF2B5EF4-FFF2-40B4-BE49-F238E27FC236}">
                      <a16:creationId xmlns:a16="http://schemas.microsoft.com/office/drawing/2014/main" id="{FE6CFDC9-85FC-DCC2-CD03-C84990EF000A}"/>
                    </a:ext>
                  </a:extLst>
                </p14:cNvPr>
                <p14:cNvContentPartPr/>
                <p14:nvPr/>
              </p14:nvContentPartPr>
              <p14:xfrm>
                <a:off x="14250758" y="8035323"/>
                <a:ext cx="9360" cy="4680"/>
              </p14:xfrm>
            </p:contentPart>
          </mc:Choice>
          <mc:Fallback xmlns="">
            <p:pic>
              <p:nvPicPr>
                <p:cNvPr id="108" name="Ink 107">
                  <a:extLst>
                    <a:ext uri="{FF2B5EF4-FFF2-40B4-BE49-F238E27FC236}">
                      <a16:creationId xmlns:a16="http://schemas.microsoft.com/office/drawing/2014/main" id="{FE6CFDC9-85FC-DCC2-CD03-C84990EF000A}"/>
                    </a:ext>
                  </a:extLst>
                </p:cNvPr>
                <p:cNvPicPr/>
                <p:nvPr/>
              </p:nvPicPr>
              <p:blipFill>
                <a:blip r:embed="rId149"/>
                <a:stretch>
                  <a:fillRect/>
                </a:stretch>
              </p:blipFill>
              <p:spPr>
                <a:xfrm>
                  <a:off x="14188118" y="7972323"/>
                  <a:ext cx="1350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9" name="Ink 108">
                  <a:extLst>
                    <a:ext uri="{FF2B5EF4-FFF2-40B4-BE49-F238E27FC236}">
                      <a16:creationId xmlns:a16="http://schemas.microsoft.com/office/drawing/2014/main" id="{AE194A68-32BD-8B5E-FABB-FDC0060198C8}"/>
                    </a:ext>
                  </a:extLst>
                </p14:cNvPr>
                <p14:cNvContentPartPr/>
                <p14:nvPr/>
              </p14:nvContentPartPr>
              <p14:xfrm>
                <a:off x="14273438" y="8028483"/>
                <a:ext cx="2160" cy="360"/>
              </p14:xfrm>
            </p:contentPart>
          </mc:Choice>
          <mc:Fallback xmlns="">
            <p:pic>
              <p:nvPicPr>
                <p:cNvPr id="109" name="Ink 108">
                  <a:extLst>
                    <a:ext uri="{FF2B5EF4-FFF2-40B4-BE49-F238E27FC236}">
                      <a16:creationId xmlns:a16="http://schemas.microsoft.com/office/drawing/2014/main" id="{AE194A68-32BD-8B5E-FABB-FDC0060198C8}"/>
                    </a:ext>
                  </a:extLst>
                </p:cNvPr>
                <p:cNvPicPr/>
                <p:nvPr/>
              </p:nvPicPr>
              <p:blipFill>
                <a:blip r:embed="rId41"/>
                <a:stretch>
                  <a:fillRect/>
                </a:stretch>
              </p:blipFill>
              <p:spPr>
                <a:xfrm>
                  <a:off x="14210798" y="79658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0" name="Ink 109">
                  <a:extLst>
                    <a:ext uri="{FF2B5EF4-FFF2-40B4-BE49-F238E27FC236}">
                      <a16:creationId xmlns:a16="http://schemas.microsoft.com/office/drawing/2014/main" id="{730270AD-6508-725F-99D8-BF1C04BCD757}"/>
                    </a:ext>
                  </a:extLst>
                </p14:cNvPr>
                <p14:cNvContentPartPr/>
                <p14:nvPr/>
              </p14:nvContentPartPr>
              <p14:xfrm>
                <a:off x="14284598" y="8024163"/>
                <a:ext cx="2160" cy="4680"/>
              </p14:xfrm>
            </p:contentPart>
          </mc:Choice>
          <mc:Fallback xmlns="">
            <p:pic>
              <p:nvPicPr>
                <p:cNvPr id="110" name="Ink 109">
                  <a:extLst>
                    <a:ext uri="{FF2B5EF4-FFF2-40B4-BE49-F238E27FC236}">
                      <a16:creationId xmlns:a16="http://schemas.microsoft.com/office/drawing/2014/main" id="{730270AD-6508-725F-99D8-BF1C04BCD757}"/>
                    </a:ext>
                  </a:extLst>
                </p:cNvPr>
                <p:cNvPicPr/>
                <p:nvPr/>
              </p:nvPicPr>
              <p:blipFill>
                <a:blip r:embed="rId152"/>
                <a:stretch>
                  <a:fillRect/>
                </a:stretch>
              </p:blipFill>
              <p:spPr>
                <a:xfrm>
                  <a:off x="14221958" y="7961523"/>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11" name="Ink 110">
                  <a:extLst>
                    <a:ext uri="{FF2B5EF4-FFF2-40B4-BE49-F238E27FC236}">
                      <a16:creationId xmlns:a16="http://schemas.microsoft.com/office/drawing/2014/main" id="{0CA75297-CF41-5BA2-C159-B0ADFA1EF093}"/>
                    </a:ext>
                  </a:extLst>
                </p14:cNvPr>
                <p14:cNvContentPartPr/>
                <p14:nvPr/>
              </p14:nvContentPartPr>
              <p14:xfrm>
                <a:off x="14295758" y="7977723"/>
                <a:ext cx="360" cy="6840"/>
              </p14:xfrm>
            </p:contentPart>
          </mc:Choice>
          <mc:Fallback xmlns="">
            <p:pic>
              <p:nvPicPr>
                <p:cNvPr id="111" name="Ink 110">
                  <a:extLst>
                    <a:ext uri="{FF2B5EF4-FFF2-40B4-BE49-F238E27FC236}">
                      <a16:creationId xmlns:a16="http://schemas.microsoft.com/office/drawing/2014/main" id="{0CA75297-CF41-5BA2-C159-B0ADFA1EF093}"/>
                    </a:ext>
                  </a:extLst>
                </p:cNvPr>
                <p:cNvPicPr/>
                <p:nvPr/>
              </p:nvPicPr>
              <p:blipFill>
                <a:blip r:embed="rId22"/>
                <a:stretch>
                  <a:fillRect/>
                </a:stretch>
              </p:blipFill>
              <p:spPr>
                <a:xfrm>
                  <a:off x="14232758" y="7915083"/>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2" name="Ink 111">
                  <a:extLst>
                    <a:ext uri="{FF2B5EF4-FFF2-40B4-BE49-F238E27FC236}">
                      <a16:creationId xmlns:a16="http://schemas.microsoft.com/office/drawing/2014/main" id="{84FD8C83-D598-B373-323C-DABCA35FD881}"/>
                    </a:ext>
                  </a:extLst>
                </p14:cNvPr>
                <p14:cNvContentPartPr/>
                <p14:nvPr/>
              </p14:nvContentPartPr>
              <p14:xfrm>
                <a:off x="14295758" y="7905723"/>
                <a:ext cx="360" cy="360"/>
              </p14:xfrm>
            </p:contentPart>
          </mc:Choice>
          <mc:Fallback xmlns="">
            <p:pic>
              <p:nvPicPr>
                <p:cNvPr id="112" name="Ink 111">
                  <a:extLst>
                    <a:ext uri="{FF2B5EF4-FFF2-40B4-BE49-F238E27FC236}">
                      <a16:creationId xmlns:a16="http://schemas.microsoft.com/office/drawing/2014/main" id="{84FD8C83-D598-B373-323C-DABCA35FD881}"/>
                    </a:ext>
                  </a:extLst>
                </p:cNvPr>
                <p:cNvPicPr/>
                <p:nvPr/>
              </p:nvPicPr>
              <p:blipFill>
                <a:blip r:embed="rId7"/>
                <a:stretch>
                  <a:fillRect/>
                </a:stretch>
              </p:blipFill>
              <p:spPr>
                <a:xfrm>
                  <a:off x="1423275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13" name="Ink 112">
                  <a:extLst>
                    <a:ext uri="{FF2B5EF4-FFF2-40B4-BE49-F238E27FC236}">
                      <a16:creationId xmlns:a16="http://schemas.microsoft.com/office/drawing/2014/main" id="{98649C41-AF38-7F47-7758-453555EC2CB8}"/>
                    </a:ext>
                  </a:extLst>
                </p14:cNvPr>
                <p14:cNvContentPartPr/>
                <p14:nvPr/>
              </p14:nvContentPartPr>
              <p14:xfrm>
                <a:off x="14340398" y="7872603"/>
                <a:ext cx="27720" cy="4680"/>
              </p14:xfrm>
            </p:contentPart>
          </mc:Choice>
          <mc:Fallback xmlns="">
            <p:pic>
              <p:nvPicPr>
                <p:cNvPr id="113" name="Ink 112">
                  <a:extLst>
                    <a:ext uri="{FF2B5EF4-FFF2-40B4-BE49-F238E27FC236}">
                      <a16:creationId xmlns:a16="http://schemas.microsoft.com/office/drawing/2014/main" id="{98649C41-AF38-7F47-7758-453555EC2CB8}"/>
                    </a:ext>
                  </a:extLst>
                </p:cNvPr>
                <p:cNvPicPr/>
                <p:nvPr/>
              </p:nvPicPr>
              <p:blipFill>
                <a:blip r:embed="rId156"/>
                <a:stretch>
                  <a:fillRect/>
                </a:stretch>
              </p:blipFill>
              <p:spPr>
                <a:xfrm>
                  <a:off x="14277758" y="7809963"/>
                  <a:ext cx="1533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14" name="Ink 113">
                  <a:extLst>
                    <a:ext uri="{FF2B5EF4-FFF2-40B4-BE49-F238E27FC236}">
                      <a16:creationId xmlns:a16="http://schemas.microsoft.com/office/drawing/2014/main" id="{2ECC7E5B-E474-3E52-240E-ADA3090F584F}"/>
                    </a:ext>
                  </a:extLst>
                </p14:cNvPr>
                <p14:cNvContentPartPr/>
                <p14:nvPr/>
              </p14:nvContentPartPr>
              <p14:xfrm>
                <a:off x="14384678" y="7894923"/>
                <a:ext cx="79200" cy="78840"/>
              </p14:xfrm>
            </p:contentPart>
          </mc:Choice>
          <mc:Fallback xmlns="">
            <p:pic>
              <p:nvPicPr>
                <p:cNvPr id="114" name="Ink 113">
                  <a:extLst>
                    <a:ext uri="{FF2B5EF4-FFF2-40B4-BE49-F238E27FC236}">
                      <a16:creationId xmlns:a16="http://schemas.microsoft.com/office/drawing/2014/main" id="{2ECC7E5B-E474-3E52-240E-ADA3090F584F}"/>
                    </a:ext>
                  </a:extLst>
                </p:cNvPr>
                <p:cNvPicPr/>
                <p:nvPr/>
              </p:nvPicPr>
              <p:blipFill>
                <a:blip r:embed="rId158"/>
                <a:stretch>
                  <a:fillRect/>
                </a:stretch>
              </p:blipFill>
              <p:spPr>
                <a:xfrm>
                  <a:off x="14322038" y="7831923"/>
                  <a:ext cx="20484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15" name="Ink 114">
                  <a:extLst>
                    <a:ext uri="{FF2B5EF4-FFF2-40B4-BE49-F238E27FC236}">
                      <a16:creationId xmlns:a16="http://schemas.microsoft.com/office/drawing/2014/main" id="{6301C1BA-EFC1-696D-5604-EDF179612B61}"/>
                    </a:ext>
                  </a:extLst>
                </p14:cNvPr>
                <p14:cNvContentPartPr/>
                <p14:nvPr/>
              </p14:nvContentPartPr>
              <p14:xfrm>
                <a:off x="14474318" y="7995363"/>
                <a:ext cx="360" cy="2160"/>
              </p14:xfrm>
            </p:contentPart>
          </mc:Choice>
          <mc:Fallback xmlns="">
            <p:pic>
              <p:nvPicPr>
                <p:cNvPr id="115" name="Ink 114">
                  <a:extLst>
                    <a:ext uri="{FF2B5EF4-FFF2-40B4-BE49-F238E27FC236}">
                      <a16:creationId xmlns:a16="http://schemas.microsoft.com/office/drawing/2014/main" id="{6301C1BA-EFC1-696D-5604-EDF179612B61}"/>
                    </a:ext>
                  </a:extLst>
                </p:cNvPr>
                <p:cNvPicPr/>
                <p:nvPr/>
              </p:nvPicPr>
              <p:blipFill>
                <a:blip r:embed="rId17"/>
                <a:stretch>
                  <a:fillRect/>
                </a:stretch>
              </p:blipFill>
              <p:spPr>
                <a:xfrm>
                  <a:off x="14411318" y="79327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6" name="Ink 115">
                  <a:extLst>
                    <a:ext uri="{FF2B5EF4-FFF2-40B4-BE49-F238E27FC236}">
                      <a16:creationId xmlns:a16="http://schemas.microsoft.com/office/drawing/2014/main" id="{F379FDDA-E1CA-5B4E-2045-E43480D2F640}"/>
                    </a:ext>
                  </a:extLst>
                </p14:cNvPr>
                <p14:cNvContentPartPr/>
                <p14:nvPr/>
              </p14:nvContentPartPr>
              <p14:xfrm>
                <a:off x="14449838" y="8006523"/>
                <a:ext cx="2160" cy="360"/>
              </p14:xfrm>
            </p:contentPart>
          </mc:Choice>
          <mc:Fallback xmlns="">
            <p:pic>
              <p:nvPicPr>
                <p:cNvPr id="116" name="Ink 115">
                  <a:extLst>
                    <a:ext uri="{FF2B5EF4-FFF2-40B4-BE49-F238E27FC236}">
                      <a16:creationId xmlns:a16="http://schemas.microsoft.com/office/drawing/2014/main" id="{F379FDDA-E1CA-5B4E-2045-E43480D2F640}"/>
                    </a:ext>
                  </a:extLst>
                </p:cNvPr>
                <p:cNvPicPr/>
                <p:nvPr/>
              </p:nvPicPr>
              <p:blipFill>
                <a:blip r:embed="rId50"/>
                <a:stretch>
                  <a:fillRect/>
                </a:stretch>
              </p:blipFill>
              <p:spPr>
                <a:xfrm>
                  <a:off x="1438683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17" name="Ink 116">
                  <a:extLst>
                    <a:ext uri="{FF2B5EF4-FFF2-40B4-BE49-F238E27FC236}">
                      <a16:creationId xmlns:a16="http://schemas.microsoft.com/office/drawing/2014/main" id="{601C388C-40F5-C92A-325F-9C7D77D21249}"/>
                    </a:ext>
                  </a:extLst>
                </p14:cNvPr>
                <p14:cNvContentPartPr/>
                <p14:nvPr/>
              </p14:nvContentPartPr>
              <p14:xfrm>
                <a:off x="14394038" y="8006523"/>
                <a:ext cx="13680" cy="360"/>
              </p14:xfrm>
            </p:contentPart>
          </mc:Choice>
          <mc:Fallback xmlns="">
            <p:pic>
              <p:nvPicPr>
                <p:cNvPr id="117" name="Ink 116">
                  <a:extLst>
                    <a:ext uri="{FF2B5EF4-FFF2-40B4-BE49-F238E27FC236}">
                      <a16:creationId xmlns:a16="http://schemas.microsoft.com/office/drawing/2014/main" id="{601C388C-40F5-C92A-325F-9C7D77D21249}"/>
                    </a:ext>
                  </a:extLst>
                </p:cNvPr>
                <p:cNvPicPr/>
                <p:nvPr/>
              </p:nvPicPr>
              <p:blipFill>
                <a:blip r:embed="rId104"/>
                <a:stretch>
                  <a:fillRect/>
                </a:stretch>
              </p:blipFill>
              <p:spPr>
                <a:xfrm>
                  <a:off x="14331398" y="7943523"/>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8" name="Ink 117">
                  <a:extLst>
                    <a:ext uri="{FF2B5EF4-FFF2-40B4-BE49-F238E27FC236}">
                      <a16:creationId xmlns:a16="http://schemas.microsoft.com/office/drawing/2014/main" id="{0269045E-311D-67DD-5CA9-9CAC7730DC40}"/>
                    </a:ext>
                  </a:extLst>
                </p14:cNvPr>
                <p14:cNvContentPartPr/>
                <p14:nvPr/>
              </p14:nvContentPartPr>
              <p14:xfrm>
                <a:off x="14300438" y="8006523"/>
                <a:ext cx="6480" cy="360"/>
              </p14:xfrm>
            </p:contentPart>
          </mc:Choice>
          <mc:Fallback xmlns="">
            <p:pic>
              <p:nvPicPr>
                <p:cNvPr id="118" name="Ink 117">
                  <a:extLst>
                    <a:ext uri="{FF2B5EF4-FFF2-40B4-BE49-F238E27FC236}">
                      <a16:creationId xmlns:a16="http://schemas.microsoft.com/office/drawing/2014/main" id="{0269045E-311D-67DD-5CA9-9CAC7730DC40}"/>
                    </a:ext>
                  </a:extLst>
                </p:cNvPr>
                <p:cNvPicPr/>
                <p:nvPr/>
              </p:nvPicPr>
              <p:blipFill>
                <a:blip r:embed="rId52"/>
                <a:stretch>
                  <a:fillRect/>
                </a:stretch>
              </p:blipFill>
              <p:spPr>
                <a:xfrm>
                  <a:off x="14237798" y="79435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23" name="Ink 122">
                  <a:extLst>
                    <a:ext uri="{FF2B5EF4-FFF2-40B4-BE49-F238E27FC236}">
                      <a16:creationId xmlns:a16="http://schemas.microsoft.com/office/drawing/2014/main" id="{00DC7B57-50A4-C764-E9A1-365D82F067AA}"/>
                    </a:ext>
                  </a:extLst>
                </p14:cNvPr>
                <p14:cNvContentPartPr/>
                <p14:nvPr/>
              </p14:nvContentPartPr>
              <p14:xfrm>
                <a:off x="14150678" y="7993563"/>
                <a:ext cx="360" cy="2160"/>
              </p14:xfrm>
            </p:contentPart>
          </mc:Choice>
          <mc:Fallback xmlns="">
            <p:pic>
              <p:nvPicPr>
                <p:cNvPr id="123" name="Ink 122">
                  <a:extLst>
                    <a:ext uri="{FF2B5EF4-FFF2-40B4-BE49-F238E27FC236}">
                      <a16:creationId xmlns:a16="http://schemas.microsoft.com/office/drawing/2014/main" id="{00DC7B57-50A4-C764-E9A1-365D82F067AA}"/>
                    </a:ext>
                  </a:extLst>
                </p:cNvPr>
                <p:cNvPicPr/>
                <p:nvPr/>
              </p:nvPicPr>
              <p:blipFill>
                <a:blip r:embed="rId17"/>
                <a:stretch>
                  <a:fillRect/>
                </a:stretch>
              </p:blipFill>
              <p:spPr>
                <a:xfrm>
                  <a:off x="14088038" y="79305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4" name="Ink 123">
                  <a:extLst>
                    <a:ext uri="{FF2B5EF4-FFF2-40B4-BE49-F238E27FC236}">
                      <a16:creationId xmlns:a16="http://schemas.microsoft.com/office/drawing/2014/main" id="{EE1C3E7B-2C81-8FE1-5E6F-9939E32B8C26}"/>
                    </a:ext>
                  </a:extLst>
                </p14:cNvPr>
                <p14:cNvContentPartPr/>
                <p14:nvPr/>
              </p14:nvContentPartPr>
              <p14:xfrm>
                <a:off x="14150678" y="7984203"/>
                <a:ext cx="360" cy="360"/>
              </p14:xfrm>
            </p:contentPart>
          </mc:Choice>
          <mc:Fallback xmlns="">
            <p:pic>
              <p:nvPicPr>
                <p:cNvPr id="124" name="Ink 123">
                  <a:extLst>
                    <a:ext uri="{FF2B5EF4-FFF2-40B4-BE49-F238E27FC236}">
                      <a16:creationId xmlns:a16="http://schemas.microsoft.com/office/drawing/2014/main" id="{EE1C3E7B-2C81-8FE1-5E6F-9939E32B8C26}"/>
                    </a:ext>
                  </a:extLst>
                </p:cNvPr>
                <p:cNvPicPr/>
                <p:nvPr/>
              </p:nvPicPr>
              <p:blipFill>
                <a:blip r:embed="rId7"/>
                <a:stretch>
                  <a:fillRect/>
                </a:stretch>
              </p:blipFill>
              <p:spPr>
                <a:xfrm>
                  <a:off x="1408803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25" name="Ink 124">
                  <a:extLst>
                    <a:ext uri="{FF2B5EF4-FFF2-40B4-BE49-F238E27FC236}">
                      <a16:creationId xmlns:a16="http://schemas.microsoft.com/office/drawing/2014/main" id="{4E5458B8-83A9-828A-CF8D-F5797A0B21B5}"/>
                    </a:ext>
                  </a:extLst>
                </p14:cNvPr>
                <p14:cNvContentPartPr/>
                <p14:nvPr/>
              </p14:nvContentPartPr>
              <p14:xfrm>
                <a:off x="14106038" y="8039643"/>
                <a:ext cx="360" cy="360"/>
              </p14:xfrm>
            </p:contentPart>
          </mc:Choice>
          <mc:Fallback xmlns="">
            <p:pic>
              <p:nvPicPr>
                <p:cNvPr id="125" name="Ink 124">
                  <a:extLst>
                    <a:ext uri="{FF2B5EF4-FFF2-40B4-BE49-F238E27FC236}">
                      <a16:creationId xmlns:a16="http://schemas.microsoft.com/office/drawing/2014/main" id="{4E5458B8-83A9-828A-CF8D-F5797A0B21B5}"/>
                    </a:ext>
                  </a:extLst>
                </p:cNvPr>
                <p:cNvPicPr/>
                <p:nvPr/>
              </p:nvPicPr>
              <p:blipFill>
                <a:blip r:embed="rId7"/>
                <a:stretch>
                  <a:fillRect/>
                </a:stretch>
              </p:blipFill>
              <p:spPr>
                <a:xfrm>
                  <a:off x="1404303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6" name="Ink 125">
                  <a:extLst>
                    <a:ext uri="{FF2B5EF4-FFF2-40B4-BE49-F238E27FC236}">
                      <a16:creationId xmlns:a16="http://schemas.microsoft.com/office/drawing/2014/main" id="{180CF213-C63E-FAE9-E172-10DED93E9299}"/>
                    </a:ext>
                  </a:extLst>
                </p14:cNvPr>
                <p14:cNvContentPartPr/>
                <p14:nvPr/>
              </p14:nvContentPartPr>
              <p14:xfrm>
                <a:off x="14206478" y="8039643"/>
                <a:ext cx="360" cy="360"/>
              </p14:xfrm>
            </p:contentPart>
          </mc:Choice>
          <mc:Fallback xmlns="">
            <p:pic>
              <p:nvPicPr>
                <p:cNvPr id="126" name="Ink 125">
                  <a:extLst>
                    <a:ext uri="{FF2B5EF4-FFF2-40B4-BE49-F238E27FC236}">
                      <a16:creationId xmlns:a16="http://schemas.microsoft.com/office/drawing/2014/main" id="{180CF213-C63E-FAE9-E172-10DED93E9299}"/>
                    </a:ext>
                  </a:extLst>
                </p:cNvPr>
                <p:cNvPicPr/>
                <p:nvPr/>
              </p:nvPicPr>
              <p:blipFill>
                <a:blip r:embed="rId7"/>
                <a:stretch>
                  <a:fillRect/>
                </a:stretch>
              </p:blipFill>
              <p:spPr>
                <a:xfrm>
                  <a:off x="1414383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27" name="Ink 126">
                  <a:extLst>
                    <a:ext uri="{FF2B5EF4-FFF2-40B4-BE49-F238E27FC236}">
                      <a16:creationId xmlns:a16="http://schemas.microsoft.com/office/drawing/2014/main" id="{5B905832-1E44-E886-1009-C6BC187FE5EC}"/>
                    </a:ext>
                  </a:extLst>
                </p14:cNvPr>
                <p14:cNvContentPartPr/>
                <p14:nvPr/>
              </p14:nvContentPartPr>
              <p14:xfrm>
                <a:off x="14206478" y="8039643"/>
                <a:ext cx="32400" cy="360"/>
              </p14:xfrm>
            </p:contentPart>
          </mc:Choice>
          <mc:Fallback xmlns="">
            <p:pic>
              <p:nvPicPr>
                <p:cNvPr id="127" name="Ink 126">
                  <a:extLst>
                    <a:ext uri="{FF2B5EF4-FFF2-40B4-BE49-F238E27FC236}">
                      <a16:creationId xmlns:a16="http://schemas.microsoft.com/office/drawing/2014/main" id="{5B905832-1E44-E886-1009-C6BC187FE5EC}"/>
                    </a:ext>
                  </a:extLst>
                </p:cNvPr>
                <p:cNvPicPr/>
                <p:nvPr/>
              </p:nvPicPr>
              <p:blipFill>
                <a:blip r:embed="rId168"/>
                <a:stretch>
                  <a:fillRect/>
                </a:stretch>
              </p:blipFill>
              <p:spPr>
                <a:xfrm>
                  <a:off x="14143838" y="797700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28" name="Ink 127">
                  <a:extLst>
                    <a:ext uri="{FF2B5EF4-FFF2-40B4-BE49-F238E27FC236}">
                      <a16:creationId xmlns:a16="http://schemas.microsoft.com/office/drawing/2014/main" id="{87E0F815-50FF-B6D3-D0B7-B05C337B0066}"/>
                    </a:ext>
                  </a:extLst>
                </p14:cNvPr>
                <p14:cNvContentPartPr/>
                <p14:nvPr/>
              </p14:nvContentPartPr>
              <p14:xfrm>
                <a:off x="14351558" y="8037843"/>
                <a:ext cx="360" cy="2160"/>
              </p14:xfrm>
            </p:contentPart>
          </mc:Choice>
          <mc:Fallback xmlns="">
            <p:pic>
              <p:nvPicPr>
                <p:cNvPr id="128" name="Ink 127">
                  <a:extLst>
                    <a:ext uri="{FF2B5EF4-FFF2-40B4-BE49-F238E27FC236}">
                      <a16:creationId xmlns:a16="http://schemas.microsoft.com/office/drawing/2014/main" id="{87E0F815-50FF-B6D3-D0B7-B05C337B0066}"/>
                    </a:ext>
                  </a:extLst>
                </p:cNvPr>
                <p:cNvPicPr/>
                <p:nvPr/>
              </p:nvPicPr>
              <p:blipFill>
                <a:blip r:embed="rId17"/>
                <a:stretch>
                  <a:fillRect/>
                </a:stretch>
              </p:blipFill>
              <p:spPr>
                <a:xfrm>
                  <a:off x="14288558" y="797484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9" name="Ink 128">
                  <a:extLst>
                    <a:ext uri="{FF2B5EF4-FFF2-40B4-BE49-F238E27FC236}">
                      <a16:creationId xmlns:a16="http://schemas.microsoft.com/office/drawing/2014/main" id="{DFF2CF54-3014-F8D6-41B9-A1725D6968F3}"/>
                    </a:ext>
                  </a:extLst>
                </p14:cNvPr>
                <p14:cNvContentPartPr/>
                <p14:nvPr/>
              </p14:nvContentPartPr>
              <p14:xfrm>
                <a:off x="14351558" y="8028483"/>
                <a:ext cx="360" cy="360"/>
              </p14:xfrm>
            </p:contentPart>
          </mc:Choice>
          <mc:Fallback xmlns="">
            <p:pic>
              <p:nvPicPr>
                <p:cNvPr id="129" name="Ink 128">
                  <a:extLst>
                    <a:ext uri="{FF2B5EF4-FFF2-40B4-BE49-F238E27FC236}">
                      <a16:creationId xmlns:a16="http://schemas.microsoft.com/office/drawing/2014/main" id="{DFF2CF54-3014-F8D6-41B9-A1725D6968F3}"/>
                    </a:ext>
                  </a:extLst>
                </p:cNvPr>
                <p:cNvPicPr/>
                <p:nvPr/>
              </p:nvPicPr>
              <p:blipFill>
                <a:blip r:embed="rId7"/>
                <a:stretch>
                  <a:fillRect/>
                </a:stretch>
              </p:blipFill>
              <p:spPr>
                <a:xfrm>
                  <a:off x="14288558" y="7965843"/>
                  <a:ext cx="126000" cy="126000"/>
                </a:xfrm>
                <a:prstGeom prst="rect">
                  <a:avLst/>
                </a:prstGeom>
              </p:spPr>
            </p:pic>
          </mc:Fallback>
        </mc:AlternateContent>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78637"/>
            <a:ext cx="7030522"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Module Implementation</a:t>
            </a:r>
            <a:endParaRPr lang="en-US" sz="4450" dirty="0"/>
          </a:p>
        </p:txBody>
      </p:sp>
      <p:sp>
        <p:nvSpPr>
          <p:cNvPr id="3" name="Shape 1"/>
          <p:cNvSpPr/>
          <p:nvPr/>
        </p:nvSpPr>
        <p:spPr>
          <a:xfrm>
            <a:off x="793790" y="2641044"/>
            <a:ext cx="4196358" cy="2118717"/>
          </a:xfrm>
          <a:prstGeom prst="roundRect">
            <a:avLst>
              <a:gd name="adj" fmla="val 9635"/>
            </a:avLst>
          </a:prstGeom>
          <a:solidFill>
            <a:srgbClr val="EFF0F6"/>
          </a:solidFill>
          <a:ln w="7620">
            <a:solidFill>
              <a:srgbClr val="C5C7D2"/>
            </a:solidFill>
            <a:prstDash val="solid"/>
          </a:ln>
        </p:spPr>
      </p:sp>
      <p:sp>
        <p:nvSpPr>
          <p:cNvPr id="4" name="Text 2"/>
          <p:cNvSpPr/>
          <p:nvPr/>
        </p:nvSpPr>
        <p:spPr>
          <a:xfrm>
            <a:off x="1028224" y="2875478"/>
            <a:ext cx="3334464"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Authentication Module</a:t>
            </a:r>
            <a:endParaRPr lang="en-US" sz="2200" dirty="0"/>
          </a:p>
        </p:txBody>
      </p:sp>
      <p:sp>
        <p:nvSpPr>
          <p:cNvPr id="5" name="Text 3"/>
          <p:cNvSpPr/>
          <p:nvPr/>
        </p:nvSpPr>
        <p:spPr>
          <a:xfrm>
            <a:off x="1028224" y="3365897"/>
            <a:ext cx="3727490"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Login and Register pages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Session management</a:t>
            </a:r>
            <a:endParaRPr lang="en-US" sz="1750" dirty="0"/>
          </a:p>
        </p:txBody>
      </p:sp>
      <p:sp>
        <p:nvSpPr>
          <p:cNvPr id="6" name="Shape 4"/>
          <p:cNvSpPr/>
          <p:nvPr/>
        </p:nvSpPr>
        <p:spPr>
          <a:xfrm>
            <a:off x="5216962" y="2641044"/>
            <a:ext cx="4196358" cy="2118717"/>
          </a:xfrm>
          <a:prstGeom prst="roundRect">
            <a:avLst>
              <a:gd name="adj" fmla="val 9635"/>
            </a:avLst>
          </a:prstGeom>
          <a:solidFill>
            <a:srgbClr val="EFF0F6"/>
          </a:solidFill>
          <a:ln w="7620">
            <a:solidFill>
              <a:srgbClr val="C5C7D2"/>
            </a:solidFill>
            <a:prstDash val="solid"/>
          </a:ln>
        </p:spPr>
      </p:sp>
      <p:sp>
        <p:nvSpPr>
          <p:cNvPr id="7" name="Text 5"/>
          <p:cNvSpPr/>
          <p:nvPr/>
        </p:nvSpPr>
        <p:spPr>
          <a:xfrm>
            <a:off x="5451396" y="2875478"/>
            <a:ext cx="3727490" cy="708660"/>
          </a:xfrm>
          <a:prstGeom prst="rect">
            <a:avLst/>
          </a:prstGeom>
          <a:noFill/>
          <a:ln/>
        </p:spPr>
        <p:txBody>
          <a:bodyPr wrap="squar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Task Management Module</a:t>
            </a:r>
            <a:endParaRPr lang="en-US" sz="2200" dirty="0"/>
          </a:p>
        </p:txBody>
      </p:sp>
      <p:sp>
        <p:nvSpPr>
          <p:cNvPr id="8" name="Text 6"/>
          <p:cNvSpPr/>
          <p:nvPr/>
        </p:nvSpPr>
        <p:spPr>
          <a:xfrm>
            <a:off x="5451396" y="3720227"/>
            <a:ext cx="3727490"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Add, Edit, Delete tasks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Set due dates</a:t>
            </a:r>
            <a:endParaRPr lang="en-US" sz="1750" dirty="0"/>
          </a:p>
        </p:txBody>
      </p:sp>
      <p:sp>
        <p:nvSpPr>
          <p:cNvPr id="9" name="Shape 7"/>
          <p:cNvSpPr/>
          <p:nvPr/>
        </p:nvSpPr>
        <p:spPr>
          <a:xfrm>
            <a:off x="9640133" y="2641044"/>
            <a:ext cx="4196358" cy="2118717"/>
          </a:xfrm>
          <a:prstGeom prst="roundRect">
            <a:avLst>
              <a:gd name="adj" fmla="val 9635"/>
            </a:avLst>
          </a:prstGeom>
          <a:solidFill>
            <a:srgbClr val="EFF0F6"/>
          </a:solidFill>
          <a:ln w="7620">
            <a:solidFill>
              <a:srgbClr val="C5C7D2"/>
            </a:solidFill>
            <a:prstDash val="solid"/>
          </a:ln>
        </p:spPr>
      </p:sp>
      <p:sp>
        <p:nvSpPr>
          <p:cNvPr id="10" name="Text 8"/>
          <p:cNvSpPr/>
          <p:nvPr/>
        </p:nvSpPr>
        <p:spPr>
          <a:xfrm>
            <a:off x="9874568" y="28754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Dashboard Module</a:t>
            </a:r>
            <a:endParaRPr lang="en-US" sz="2200" dirty="0"/>
          </a:p>
        </p:txBody>
      </p:sp>
      <p:sp>
        <p:nvSpPr>
          <p:cNvPr id="11" name="Text 9"/>
          <p:cNvSpPr/>
          <p:nvPr/>
        </p:nvSpPr>
        <p:spPr>
          <a:xfrm>
            <a:off x="9874568" y="3365897"/>
            <a:ext cx="3727490"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View all tasks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Filter by status</a:t>
            </a:r>
            <a:endParaRPr lang="en-US" sz="1750" dirty="0"/>
          </a:p>
        </p:txBody>
      </p:sp>
      <p:sp>
        <p:nvSpPr>
          <p:cNvPr id="12" name="Shape 10"/>
          <p:cNvSpPr/>
          <p:nvPr/>
        </p:nvSpPr>
        <p:spPr>
          <a:xfrm>
            <a:off x="793790" y="4986576"/>
            <a:ext cx="6407944" cy="1764387"/>
          </a:xfrm>
          <a:prstGeom prst="roundRect">
            <a:avLst>
              <a:gd name="adj" fmla="val 11570"/>
            </a:avLst>
          </a:prstGeom>
          <a:solidFill>
            <a:srgbClr val="EFF0F6"/>
          </a:solidFill>
          <a:ln w="7620">
            <a:solidFill>
              <a:srgbClr val="C5C7D2"/>
            </a:solidFill>
            <a:prstDash val="solid"/>
          </a:ln>
        </p:spPr>
      </p:sp>
      <p:sp>
        <p:nvSpPr>
          <p:cNvPr id="13" name="Text 11"/>
          <p:cNvSpPr/>
          <p:nvPr/>
        </p:nvSpPr>
        <p:spPr>
          <a:xfrm>
            <a:off x="1028224" y="52210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Reminder Module</a:t>
            </a:r>
            <a:endParaRPr lang="en-US" sz="2200" dirty="0"/>
          </a:p>
        </p:txBody>
      </p:sp>
      <p:sp>
        <p:nvSpPr>
          <p:cNvPr id="14" name="Text 12"/>
          <p:cNvSpPr/>
          <p:nvPr/>
        </p:nvSpPr>
        <p:spPr>
          <a:xfrm>
            <a:off x="1028224" y="5711428"/>
            <a:ext cx="5939076"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Email alerts for due tasks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Configurable timing</a:t>
            </a:r>
            <a:endParaRPr lang="en-US" sz="1750" dirty="0"/>
          </a:p>
        </p:txBody>
      </p:sp>
      <p:sp>
        <p:nvSpPr>
          <p:cNvPr id="15" name="Shape 13"/>
          <p:cNvSpPr/>
          <p:nvPr/>
        </p:nvSpPr>
        <p:spPr>
          <a:xfrm>
            <a:off x="7428548" y="4986576"/>
            <a:ext cx="6407944" cy="1764387"/>
          </a:xfrm>
          <a:prstGeom prst="roundRect">
            <a:avLst>
              <a:gd name="adj" fmla="val 11570"/>
            </a:avLst>
          </a:prstGeom>
          <a:solidFill>
            <a:srgbClr val="EFF0F6"/>
          </a:solidFill>
          <a:ln w="7620">
            <a:solidFill>
              <a:srgbClr val="C5C7D2"/>
            </a:solidFill>
            <a:prstDash val="solid"/>
          </a:ln>
        </p:spPr>
      </p:sp>
      <p:sp>
        <p:nvSpPr>
          <p:cNvPr id="16" name="Text 14"/>
          <p:cNvSpPr/>
          <p:nvPr/>
        </p:nvSpPr>
        <p:spPr>
          <a:xfrm>
            <a:off x="7662982" y="52210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Scheduler Module</a:t>
            </a:r>
            <a:endParaRPr lang="en-US" sz="2200" dirty="0"/>
          </a:p>
        </p:txBody>
      </p:sp>
      <p:sp>
        <p:nvSpPr>
          <p:cNvPr id="17" name="Text 15"/>
          <p:cNvSpPr/>
          <p:nvPr/>
        </p:nvSpPr>
        <p:spPr>
          <a:xfrm>
            <a:off x="7662982" y="5711428"/>
            <a:ext cx="5939076"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Background task processing</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Checks due tasks periodically</a:t>
            </a:r>
            <a:endParaRPr lang="en-US" sz="1750" dirty="0"/>
          </a:p>
        </p:txBody>
      </p:sp>
      <p:grpSp>
        <p:nvGrpSpPr>
          <p:cNvPr id="149" name="Group 148">
            <a:extLst>
              <a:ext uri="{FF2B5EF4-FFF2-40B4-BE49-F238E27FC236}">
                <a16:creationId xmlns:a16="http://schemas.microsoft.com/office/drawing/2014/main" id="{7F3460F8-8474-5D42-6DCD-C8D1609B9003}"/>
              </a:ext>
            </a:extLst>
          </p:cNvPr>
          <p:cNvGrpSpPr/>
          <p:nvPr/>
        </p:nvGrpSpPr>
        <p:grpSpPr>
          <a:xfrm>
            <a:off x="12957638" y="7839123"/>
            <a:ext cx="1494360" cy="267840"/>
            <a:chOff x="12957638" y="7839123"/>
            <a:chExt cx="1494360" cy="267840"/>
          </a:xfrm>
        </p:grpSpPr>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15506C50-C98F-4FB4-818E-84EAE537F4B7}"/>
                    </a:ext>
                  </a:extLst>
                </p14:cNvPr>
                <p14:cNvContentPartPr/>
                <p14:nvPr/>
              </p14:nvContentPartPr>
              <p14:xfrm>
                <a:off x="13024598" y="7883763"/>
                <a:ext cx="360" cy="360"/>
              </p14:xfrm>
            </p:contentPart>
          </mc:Choice>
          <mc:Fallback xmlns="">
            <p:pic>
              <p:nvPicPr>
                <p:cNvPr id="18" name="Ink 17">
                  <a:extLst>
                    <a:ext uri="{FF2B5EF4-FFF2-40B4-BE49-F238E27FC236}">
                      <a16:creationId xmlns:a16="http://schemas.microsoft.com/office/drawing/2014/main" id="{15506C50-C98F-4FB4-818E-84EAE537F4B7}"/>
                    </a:ext>
                  </a:extLst>
                </p:cNvPr>
                <p:cNvPicPr/>
                <p:nvPr/>
              </p:nvPicPr>
              <p:blipFill>
                <a:blip r:embed="rId4"/>
                <a:stretch>
                  <a:fillRect/>
                </a:stretch>
              </p:blipFill>
              <p:spPr>
                <a:xfrm>
                  <a:off x="12961598" y="7820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AA841FD8-6AAC-B56E-18F9-6749BCA0BB5F}"/>
                    </a:ext>
                  </a:extLst>
                </p14:cNvPr>
                <p14:cNvContentPartPr/>
                <p14:nvPr/>
              </p14:nvContentPartPr>
              <p14:xfrm>
                <a:off x="13024598" y="7883763"/>
                <a:ext cx="360" cy="360"/>
              </p14:xfrm>
            </p:contentPart>
          </mc:Choice>
          <mc:Fallback xmlns="">
            <p:pic>
              <p:nvPicPr>
                <p:cNvPr id="19" name="Ink 18">
                  <a:extLst>
                    <a:ext uri="{FF2B5EF4-FFF2-40B4-BE49-F238E27FC236}">
                      <a16:creationId xmlns:a16="http://schemas.microsoft.com/office/drawing/2014/main" id="{AA841FD8-6AAC-B56E-18F9-6749BCA0BB5F}"/>
                    </a:ext>
                  </a:extLst>
                </p:cNvPr>
                <p:cNvPicPr/>
                <p:nvPr/>
              </p:nvPicPr>
              <p:blipFill>
                <a:blip r:embed="rId4"/>
                <a:stretch>
                  <a:fillRect/>
                </a:stretch>
              </p:blipFill>
              <p:spPr>
                <a:xfrm>
                  <a:off x="12961598" y="7820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AB9C40F8-17EA-FBF2-258B-54AA2109A5D4}"/>
                    </a:ext>
                  </a:extLst>
                </p14:cNvPr>
                <p14:cNvContentPartPr/>
                <p14:nvPr/>
              </p14:nvContentPartPr>
              <p14:xfrm>
                <a:off x="12969518" y="7883763"/>
                <a:ext cx="21960" cy="21960"/>
              </p14:xfrm>
            </p:contentPart>
          </mc:Choice>
          <mc:Fallback xmlns="">
            <p:pic>
              <p:nvPicPr>
                <p:cNvPr id="20" name="Ink 19">
                  <a:extLst>
                    <a:ext uri="{FF2B5EF4-FFF2-40B4-BE49-F238E27FC236}">
                      <a16:creationId xmlns:a16="http://schemas.microsoft.com/office/drawing/2014/main" id="{AB9C40F8-17EA-FBF2-258B-54AA2109A5D4}"/>
                    </a:ext>
                  </a:extLst>
                </p:cNvPr>
                <p:cNvPicPr/>
                <p:nvPr/>
              </p:nvPicPr>
              <p:blipFill>
                <a:blip r:embed="rId7"/>
                <a:stretch>
                  <a:fillRect/>
                </a:stretch>
              </p:blipFill>
              <p:spPr>
                <a:xfrm>
                  <a:off x="12906878" y="7820763"/>
                  <a:ext cx="14760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BE1E8BDD-4183-E66A-2964-1276C931D184}"/>
                    </a:ext>
                  </a:extLst>
                </p14:cNvPr>
                <p14:cNvContentPartPr/>
                <p14:nvPr/>
              </p14:nvContentPartPr>
              <p14:xfrm>
                <a:off x="12957638" y="7917603"/>
                <a:ext cx="360" cy="360"/>
              </p14:xfrm>
            </p:contentPart>
          </mc:Choice>
          <mc:Fallback xmlns="">
            <p:pic>
              <p:nvPicPr>
                <p:cNvPr id="21" name="Ink 20">
                  <a:extLst>
                    <a:ext uri="{FF2B5EF4-FFF2-40B4-BE49-F238E27FC236}">
                      <a16:creationId xmlns:a16="http://schemas.microsoft.com/office/drawing/2014/main" id="{BE1E8BDD-4183-E66A-2964-1276C931D184}"/>
                    </a:ext>
                  </a:extLst>
                </p:cNvPr>
                <p:cNvPicPr/>
                <p:nvPr/>
              </p:nvPicPr>
              <p:blipFill>
                <a:blip r:embed="rId4"/>
                <a:stretch>
                  <a:fillRect/>
                </a:stretch>
              </p:blipFill>
              <p:spPr>
                <a:xfrm>
                  <a:off x="12894638" y="7854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396FFDD1-CA90-A4AE-C051-4BC780F9BF70}"/>
                    </a:ext>
                  </a:extLst>
                </p14:cNvPr>
                <p14:cNvContentPartPr/>
                <p14:nvPr/>
              </p14:nvContentPartPr>
              <p14:xfrm>
                <a:off x="12957638" y="7917603"/>
                <a:ext cx="360" cy="2160"/>
              </p14:xfrm>
            </p:contentPart>
          </mc:Choice>
          <mc:Fallback xmlns="">
            <p:pic>
              <p:nvPicPr>
                <p:cNvPr id="22" name="Ink 21">
                  <a:extLst>
                    <a:ext uri="{FF2B5EF4-FFF2-40B4-BE49-F238E27FC236}">
                      <a16:creationId xmlns:a16="http://schemas.microsoft.com/office/drawing/2014/main" id="{396FFDD1-CA90-A4AE-C051-4BC780F9BF70}"/>
                    </a:ext>
                  </a:extLst>
                </p:cNvPr>
                <p:cNvPicPr/>
                <p:nvPr/>
              </p:nvPicPr>
              <p:blipFill>
                <a:blip r:embed="rId10"/>
                <a:stretch>
                  <a:fillRect/>
                </a:stretch>
              </p:blipFill>
              <p:spPr>
                <a:xfrm>
                  <a:off x="12894638" y="78546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11765137-F560-0AFA-90B0-39C4CFE82C2B}"/>
                    </a:ext>
                  </a:extLst>
                </p14:cNvPr>
                <p14:cNvContentPartPr/>
                <p14:nvPr/>
              </p14:nvContentPartPr>
              <p14:xfrm>
                <a:off x="12957638" y="7928403"/>
                <a:ext cx="360" cy="2160"/>
              </p14:xfrm>
            </p:contentPart>
          </mc:Choice>
          <mc:Fallback xmlns="">
            <p:pic>
              <p:nvPicPr>
                <p:cNvPr id="23" name="Ink 22">
                  <a:extLst>
                    <a:ext uri="{FF2B5EF4-FFF2-40B4-BE49-F238E27FC236}">
                      <a16:creationId xmlns:a16="http://schemas.microsoft.com/office/drawing/2014/main" id="{11765137-F560-0AFA-90B0-39C4CFE82C2B}"/>
                    </a:ext>
                  </a:extLst>
                </p:cNvPr>
                <p:cNvPicPr/>
                <p:nvPr/>
              </p:nvPicPr>
              <p:blipFill>
                <a:blip r:embed="rId12"/>
                <a:stretch>
                  <a:fillRect/>
                </a:stretch>
              </p:blipFill>
              <p:spPr>
                <a:xfrm>
                  <a:off x="12894638" y="78657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575541ED-8CE7-F93F-8311-1A10CC2E5584}"/>
                    </a:ext>
                  </a:extLst>
                </p14:cNvPr>
                <p14:cNvContentPartPr/>
                <p14:nvPr/>
              </p14:nvContentPartPr>
              <p14:xfrm>
                <a:off x="12957638" y="7939563"/>
                <a:ext cx="360" cy="360"/>
              </p14:xfrm>
            </p:contentPart>
          </mc:Choice>
          <mc:Fallback xmlns="">
            <p:pic>
              <p:nvPicPr>
                <p:cNvPr id="24" name="Ink 23">
                  <a:extLst>
                    <a:ext uri="{FF2B5EF4-FFF2-40B4-BE49-F238E27FC236}">
                      <a16:creationId xmlns:a16="http://schemas.microsoft.com/office/drawing/2014/main" id="{575541ED-8CE7-F93F-8311-1A10CC2E5584}"/>
                    </a:ext>
                  </a:extLst>
                </p:cNvPr>
                <p:cNvPicPr/>
                <p:nvPr/>
              </p:nvPicPr>
              <p:blipFill>
                <a:blip r:embed="rId4"/>
                <a:stretch>
                  <a:fillRect/>
                </a:stretch>
              </p:blipFill>
              <p:spPr>
                <a:xfrm>
                  <a:off x="12894638" y="7876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BF1F3FB1-A58A-EE6D-D949-E4312F281C10}"/>
                    </a:ext>
                  </a:extLst>
                </p14:cNvPr>
                <p14:cNvContentPartPr/>
                <p14:nvPr/>
              </p14:nvContentPartPr>
              <p14:xfrm>
                <a:off x="12957638" y="7950723"/>
                <a:ext cx="360" cy="360"/>
              </p14:xfrm>
            </p:contentPart>
          </mc:Choice>
          <mc:Fallback xmlns="">
            <p:pic>
              <p:nvPicPr>
                <p:cNvPr id="25" name="Ink 24">
                  <a:extLst>
                    <a:ext uri="{FF2B5EF4-FFF2-40B4-BE49-F238E27FC236}">
                      <a16:creationId xmlns:a16="http://schemas.microsoft.com/office/drawing/2014/main" id="{BF1F3FB1-A58A-EE6D-D949-E4312F281C10}"/>
                    </a:ext>
                  </a:extLst>
                </p:cNvPr>
                <p:cNvPicPr/>
                <p:nvPr/>
              </p:nvPicPr>
              <p:blipFill>
                <a:blip r:embed="rId4"/>
                <a:stretch>
                  <a:fillRect/>
                </a:stretch>
              </p:blipFill>
              <p:spPr>
                <a:xfrm>
                  <a:off x="1289463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9F887960-0017-ABEB-0AF6-FE829763552E}"/>
                    </a:ext>
                  </a:extLst>
                </p14:cNvPr>
                <p14:cNvContentPartPr/>
                <p14:nvPr/>
              </p14:nvContentPartPr>
              <p14:xfrm>
                <a:off x="12957638" y="7950723"/>
                <a:ext cx="360" cy="2160"/>
              </p14:xfrm>
            </p:contentPart>
          </mc:Choice>
          <mc:Fallback xmlns="">
            <p:pic>
              <p:nvPicPr>
                <p:cNvPr id="26" name="Ink 25">
                  <a:extLst>
                    <a:ext uri="{FF2B5EF4-FFF2-40B4-BE49-F238E27FC236}">
                      <a16:creationId xmlns:a16="http://schemas.microsoft.com/office/drawing/2014/main" id="{9F887960-0017-ABEB-0AF6-FE829763552E}"/>
                    </a:ext>
                  </a:extLst>
                </p:cNvPr>
                <p:cNvPicPr/>
                <p:nvPr/>
              </p:nvPicPr>
              <p:blipFill>
                <a:blip r:embed="rId10"/>
                <a:stretch>
                  <a:fillRect/>
                </a:stretch>
              </p:blipFill>
              <p:spPr>
                <a:xfrm>
                  <a:off x="12894638" y="78877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Ink 26">
                  <a:extLst>
                    <a:ext uri="{FF2B5EF4-FFF2-40B4-BE49-F238E27FC236}">
                      <a16:creationId xmlns:a16="http://schemas.microsoft.com/office/drawing/2014/main" id="{7B313B79-7C08-36C4-8FF6-9AEEAA2B28C0}"/>
                    </a:ext>
                  </a:extLst>
                </p14:cNvPr>
                <p14:cNvContentPartPr/>
                <p14:nvPr/>
              </p14:nvContentPartPr>
              <p14:xfrm>
                <a:off x="12957638" y="7961883"/>
                <a:ext cx="360" cy="360"/>
              </p14:xfrm>
            </p:contentPart>
          </mc:Choice>
          <mc:Fallback xmlns="">
            <p:pic>
              <p:nvPicPr>
                <p:cNvPr id="27" name="Ink 26">
                  <a:extLst>
                    <a:ext uri="{FF2B5EF4-FFF2-40B4-BE49-F238E27FC236}">
                      <a16:creationId xmlns:a16="http://schemas.microsoft.com/office/drawing/2014/main" id="{7B313B79-7C08-36C4-8FF6-9AEEAA2B28C0}"/>
                    </a:ext>
                  </a:extLst>
                </p:cNvPr>
                <p:cNvPicPr/>
                <p:nvPr/>
              </p:nvPicPr>
              <p:blipFill>
                <a:blip r:embed="rId4"/>
                <a:stretch>
                  <a:fillRect/>
                </a:stretch>
              </p:blipFill>
              <p:spPr>
                <a:xfrm>
                  <a:off x="12894638" y="78988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8" name="Ink 27">
                  <a:extLst>
                    <a:ext uri="{FF2B5EF4-FFF2-40B4-BE49-F238E27FC236}">
                      <a16:creationId xmlns:a16="http://schemas.microsoft.com/office/drawing/2014/main" id="{F394F529-ACEA-DECF-86EE-4FEEB7A33718}"/>
                    </a:ext>
                  </a:extLst>
                </p14:cNvPr>
                <p14:cNvContentPartPr/>
                <p14:nvPr/>
              </p14:nvContentPartPr>
              <p14:xfrm>
                <a:off x="12968438" y="7961883"/>
                <a:ext cx="6840" cy="360"/>
              </p14:xfrm>
            </p:contentPart>
          </mc:Choice>
          <mc:Fallback xmlns="">
            <p:pic>
              <p:nvPicPr>
                <p:cNvPr id="28" name="Ink 27">
                  <a:extLst>
                    <a:ext uri="{FF2B5EF4-FFF2-40B4-BE49-F238E27FC236}">
                      <a16:creationId xmlns:a16="http://schemas.microsoft.com/office/drawing/2014/main" id="{F394F529-ACEA-DECF-86EE-4FEEB7A33718}"/>
                    </a:ext>
                  </a:extLst>
                </p:cNvPr>
                <p:cNvPicPr/>
                <p:nvPr/>
              </p:nvPicPr>
              <p:blipFill>
                <a:blip r:embed="rId18"/>
                <a:stretch>
                  <a:fillRect/>
                </a:stretch>
              </p:blipFill>
              <p:spPr>
                <a:xfrm>
                  <a:off x="12905798" y="789888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9" name="Ink 28">
                  <a:extLst>
                    <a:ext uri="{FF2B5EF4-FFF2-40B4-BE49-F238E27FC236}">
                      <a16:creationId xmlns:a16="http://schemas.microsoft.com/office/drawing/2014/main" id="{ED31DA00-EE9F-1331-8225-0D61098EB226}"/>
                    </a:ext>
                  </a:extLst>
                </p14:cNvPr>
                <p14:cNvContentPartPr/>
                <p14:nvPr/>
              </p14:nvContentPartPr>
              <p14:xfrm>
                <a:off x="12991118" y="7961883"/>
                <a:ext cx="360" cy="360"/>
              </p14:xfrm>
            </p:contentPart>
          </mc:Choice>
          <mc:Fallback xmlns="">
            <p:pic>
              <p:nvPicPr>
                <p:cNvPr id="29" name="Ink 28">
                  <a:extLst>
                    <a:ext uri="{FF2B5EF4-FFF2-40B4-BE49-F238E27FC236}">
                      <a16:creationId xmlns:a16="http://schemas.microsoft.com/office/drawing/2014/main" id="{ED31DA00-EE9F-1331-8225-0D61098EB226}"/>
                    </a:ext>
                  </a:extLst>
                </p:cNvPr>
                <p:cNvPicPr/>
                <p:nvPr/>
              </p:nvPicPr>
              <p:blipFill>
                <a:blip r:embed="rId4"/>
                <a:stretch>
                  <a:fillRect/>
                </a:stretch>
              </p:blipFill>
              <p:spPr>
                <a:xfrm>
                  <a:off x="12928478" y="78988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0" name="Ink 29">
                  <a:extLst>
                    <a:ext uri="{FF2B5EF4-FFF2-40B4-BE49-F238E27FC236}">
                      <a16:creationId xmlns:a16="http://schemas.microsoft.com/office/drawing/2014/main" id="{CD9B18B1-2DFD-2FE4-5503-E8AF5A7E193C}"/>
                    </a:ext>
                  </a:extLst>
                </p14:cNvPr>
                <p14:cNvContentPartPr/>
                <p14:nvPr/>
              </p14:nvContentPartPr>
              <p14:xfrm>
                <a:off x="13002278" y="7961883"/>
                <a:ext cx="360" cy="2160"/>
              </p14:xfrm>
            </p:contentPart>
          </mc:Choice>
          <mc:Fallback xmlns="">
            <p:pic>
              <p:nvPicPr>
                <p:cNvPr id="30" name="Ink 29">
                  <a:extLst>
                    <a:ext uri="{FF2B5EF4-FFF2-40B4-BE49-F238E27FC236}">
                      <a16:creationId xmlns:a16="http://schemas.microsoft.com/office/drawing/2014/main" id="{CD9B18B1-2DFD-2FE4-5503-E8AF5A7E193C}"/>
                    </a:ext>
                  </a:extLst>
                </p:cNvPr>
                <p:cNvPicPr/>
                <p:nvPr/>
              </p:nvPicPr>
              <p:blipFill>
                <a:blip r:embed="rId10"/>
                <a:stretch>
                  <a:fillRect/>
                </a:stretch>
              </p:blipFill>
              <p:spPr>
                <a:xfrm>
                  <a:off x="12939638" y="78988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1" name="Ink 30">
                  <a:extLst>
                    <a:ext uri="{FF2B5EF4-FFF2-40B4-BE49-F238E27FC236}">
                      <a16:creationId xmlns:a16="http://schemas.microsoft.com/office/drawing/2014/main" id="{4C3F88F8-4826-4533-480E-91E9F4F226B8}"/>
                    </a:ext>
                  </a:extLst>
                </p14:cNvPr>
                <p14:cNvContentPartPr/>
                <p14:nvPr/>
              </p14:nvContentPartPr>
              <p14:xfrm>
                <a:off x="13002278" y="7995363"/>
                <a:ext cx="360" cy="360"/>
              </p14:xfrm>
            </p:contentPart>
          </mc:Choice>
          <mc:Fallback xmlns="">
            <p:pic>
              <p:nvPicPr>
                <p:cNvPr id="31" name="Ink 30">
                  <a:extLst>
                    <a:ext uri="{FF2B5EF4-FFF2-40B4-BE49-F238E27FC236}">
                      <a16:creationId xmlns:a16="http://schemas.microsoft.com/office/drawing/2014/main" id="{4C3F88F8-4826-4533-480E-91E9F4F226B8}"/>
                    </a:ext>
                  </a:extLst>
                </p:cNvPr>
                <p:cNvPicPr/>
                <p:nvPr/>
              </p:nvPicPr>
              <p:blipFill>
                <a:blip r:embed="rId4"/>
                <a:stretch>
                  <a:fillRect/>
                </a:stretch>
              </p:blipFill>
              <p:spPr>
                <a:xfrm>
                  <a:off x="12939638" y="7932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618AC7D5-978E-8FBF-3C03-8E562D31472E}"/>
                    </a:ext>
                  </a:extLst>
                </p14:cNvPr>
                <p14:cNvContentPartPr/>
                <p14:nvPr/>
              </p14:nvContentPartPr>
              <p14:xfrm>
                <a:off x="13002278" y="7995363"/>
                <a:ext cx="360" cy="360"/>
              </p14:xfrm>
            </p:contentPart>
          </mc:Choice>
          <mc:Fallback xmlns="">
            <p:pic>
              <p:nvPicPr>
                <p:cNvPr id="32" name="Ink 31">
                  <a:extLst>
                    <a:ext uri="{FF2B5EF4-FFF2-40B4-BE49-F238E27FC236}">
                      <a16:creationId xmlns:a16="http://schemas.microsoft.com/office/drawing/2014/main" id="{618AC7D5-978E-8FBF-3C03-8E562D31472E}"/>
                    </a:ext>
                  </a:extLst>
                </p:cNvPr>
                <p:cNvPicPr/>
                <p:nvPr/>
              </p:nvPicPr>
              <p:blipFill>
                <a:blip r:embed="rId4"/>
                <a:stretch>
                  <a:fillRect/>
                </a:stretch>
              </p:blipFill>
              <p:spPr>
                <a:xfrm>
                  <a:off x="12939638" y="7932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3" name="Ink 32">
                  <a:extLst>
                    <a:ext uri="{FF2B5EF4-FFF2-40B4-BE49-F238E27FC236}">
                      <a16:creationId xmlns:a16="http://schemas.microsoft.com/office/drawing/2014/main" id="{06CBD663-F046-7310-0A07-90208401D0B3}"/>
                    </a:ext>
                  </a:extLst>
                </p14:cNvPr>
                <p14:cNvContentPartPr/>
                <p14:nvPr/>
              </p14:nvContentPartPr>
              <p14:xfrm>
                <a:off x="13002278" y="7995363"/>
                <a:ext cx="68760" cy="55800"/>
              </p14:xfrm>
            </p:contentPart>
          </mc:Choice>
          <mc:Fallback xmlns="">
            <p:pic>
              <p:nvPicPr>
                <p:cNvPr id="33" name="Ink 32">
                  <a:extLst>
                    <a:ext uri="{FF2B5EF4-FFF2-40B4-BE49-F238E27FC236}">
                      <a16:creationId xmlns:a16="http://schemas.microsoft.com/office/drawing/2014/main" id="{06CBD663-F046-7310-0A07-90208401D0B3}"/>
                    </a:ext>
                  </a:extLst>
                </p:cNvPr>
                <p:cNvPicPr/>
                <p:nvPr/>
              </p:nvPicPr>
              <p:blipFill>
                <a:blip r:embed="rId24"/>
                <a:stretch>
                  <a:fillRect/>
                </a:stretch>
              </p:blipFill>
              <p:spPr>
                <a:xfrm>
                  <a:off x="12939638" y="7932723"/>
                  <a:ext cx="19440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4" name="Ink 33">
                  <a:extLst>
                    <a:ext uri="{FF2B5EF4-FFF2-40B4-BE49-F238E27FC236}">
                      <a16:creationId xmlns:a16="http://schemas.microsoft.com/office/drawing/2014/main" id="{3F0FAD2A-33F1-C5F6-373C-D1A08D6270CB}"/>
                    </a:ext>
                  </a:extLst>
                </p14:cNvPr>
                <p14:cNvContentPartPr/>
                <p14:nvPr/>
              </p14:nvContentPartPr>
              <p14:xfrm>
                <a:off x="13080398" y="8073483"/>
                <a:ext cx="360" cy="360"/>
              </p14:xfrm>
            </p:contentPart>
          </mc:Choice>
          <mc:Fallback xmlns="">
            <p:pic>
              <p:nvPicPr>
                <p:cNvPr id="34" name="Ink 33">
                  <a:extLst>
                    <a:ext uri="{FF2B5EF4-FFF2-40B4-BE49-F238E27FC236}">
                      <a16:creationId xmlns:a16="http://schemas.microsoft.com/office/drawing/2014/main" id="{3F0FAD2A-33F1-C5F6-373C-D1A08D6270CB}"/>
                    </a:ext>
                  </a:extLst>
                </p:cNvPr>
                <p:cNvPicPr/>
                <p:nvPr/>
              </p:nvPicPr>
              <p:blipFill>
                <a:blip r:embed="rId4"/>
                <a:stretch>
                  <a:fillRect/>
                </a:stretch>
              </p:blipFill>
              <p:spPr>
                <a:xfrm>
                  <a:off x="13017398" y="80104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5" name="Ink 34">
                  <a:extLst>
                    <a:ext uri="{FF2B5EF4-FFF2-40B4-BE49-F238E27FC236}">
                      <a16:creationId xmlns:a16="http://schemas.microsoft.com/office/drawing/2014/main" id="{917CBBAB-471C-F0A9-FC58-C5D080CA6BD2}"/>
                    </a:ext>
                  </a:extLst>
                </p14:cNvPr>
                <p14:cNvContentPartPr/>
                <p14:nvPr/>
              </p14:nvContentPartPr>
              <p14:xfrm>
                <a:off x="13080398" y="8071683"/>
                <a:ext cx="360" cy="2160"/>
              </p14:xfrm>
            </p:contentPart>
          </mc:Choice>
          <mc:Fallback xmlns="">
            <p:pic>
              <p:nvPicPr>
                <p:cNvPr id="35" name="Ink 34">
                  <a:extLst>
                    <a:ext uri="{FF2B5EF4-FFF2-40B4-BE49-F238E27FC236}">
                      <a16:creationId xmlns:a16="http://schemas.microsoft.com/office/drawing/2014/main" id="{917CBBAB-471C-F0A9-FC58-C5D080CA6BD2}"/>
                    </a:ext>
                  </a:extLst>
                </p:cNvPr>
                <p:cNvPicPr/>
                <p:nvPr/>
              </p:nvPicPr>
              <p:blipFill>
                <a:blip r:embed="rId10"/>
                <a:stretch>
                  <a:fillRect/>
                </a:stretch>
              </p:blipFill>
              <p:spPr>
                <a:xfrm>
                  <a:off x="13017398" y="80086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6" name="Ink 35">
                  <a:extLst>
                    <a:ext uri="{FF2B5EF4-FFF2-40B4-BE49-F238E27FC236}">
                      <a16:creationId xmlns:a16="http://schemas.microsoft.com/office/drawing/2014/main" id="{DFB08DDC-73BA-1C4A-D0A5-C618C47E3CDA}"/>
                    </a:ext>
                  </a:extLst>
                </p14:cNvPr>
                <p14:cNvContentPartPr/>
                <p14:nvPr/>
              </p14:nvContentPartPr>
              <p14:xfrm>
                <a:off x="13080398" y="8055843"/>
                <a:ext cx="360" cy="6840"/>
              </p14:xfrm>
            </p:contentPart>
          </mc:Choice>
          <mc:Fallback xmlns="">
            <p:pic>
              <p:nvPicPr>
                <p:cNvPr id="36" name="Ink 35">
                  <a:extLst>
                    <a:ext uri="{FF2B5EF4-FFF2-40B4-BE49-F238E27FC236}">
                      <a16:creationId xmlns:a16="http://schemas.microsoft.com/office/drawing/2014/main" id="{DFB08DDC-73BA-1C4A-D0A5-C618C47E3CDA}"/>
                    </a:ext>
                  </a:extLst>
                </p:cNvPr>
                <p:cNvPicPr/>
                <p:nvPr/>
              </p:nvPicPr>
              <p:blipFill>
                <a:blip r:embed="rId28"/>
                <a:stretch>
                  <a:fillRect/>
                </a:stretch>
              </p:blipFill>
              <p:spPr>
                <a:xfrm>
                  <a:off x="13017398" y="7993203"/>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7" name="Ink 36">
                  <a:extLst>
                    <a:ext uri="{FF2B5EF4-FFF2-40B4-BE49-F238E27FC236}">
                      <a16:creationId xmlns:a16="http://schemas.microsoft.com/office/drawing/2014/main" id="{F595389A-3B81-46BA-9088-1A22FFCEB660}"/>
                    </a:ext>
                  </a:extLst>
                </p14:cNvPr>
                <p14:cNvContentPartPr/>
                <p14:nvPr/>
              </p14:nvContentPartPr>
              <p14:xfrm>
                <a:off x="13080398" y="8015523"/>
                <a:ext cx="360" cy="2160"/>
              </p14:xfrm>
            </p:contentPart>
          </mc:Choice>
          <mc:Fallback xmlns="">
            <p:pic>
              <p:nvPicPr>
                <p:cNvPr id="37" name="Ink 36">
                  <a:extLst>
                    <a:ext uri="{FF2B5EF4-FFF2-40B4-BE49-F238E27FC236}">
                      <a16:creationId xmlns:a16="http://schemas.microsoft.com/office/drawing/2014/main" id="{F595389A-3B81-46BA-9088-1A22FFCEB660}"/>
                    </a:ext>
                  </a:extLst>
                </p:cNvPr>
                <p:cNvPicPr/>
                <p:nvPr/>
              </p:nvPicPr>
              <p:blipFill>
                <a:blip r:embed="rId12"/>
                <a:stretch>
                  <a:fillRect/>
                </a:stretch>
              </p:blipFill>
              <p:spPr>
                <a:xfrm>
                  <a:off x="13017398" y="79528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8" name="Ink 37">
                  <a:extLst>
                    <a:ext uri="{FF2B5EF4-FFF2-40B4-BE49-F238E27FC236}">
                      <a16:creationId xmlns:a16="http://schemas.microsoft.com/office/drawing/2014/main" id="{9CD37A36-D28B-E210-5087-63FFFBCDB726}"/>
                    </a:ext>
                  </a:extLst>
                </p14:cNvPr>
                <p14:cNvContentPartPr/>
                <p14:nvPr/>
              </p14:nvContentPartPr>
              <p14:xfrm>
                <a:off x="13080398" y="7955403"/>
                <a:ext cx="360" cy="6480"/>
              </p14:xfrm>
            </p:contentPart>
          </mc:Choice>
          <mc:Fallback xmlns="">
            <p:pic>
              <p:nvPicPr>
                <p:cNvPr id="38" name="Ink 37">
                  <a:extLst>
                    <a:ext uri="{FF2B5EF4-FFF2-40B4-BE49-F238E27FC236}">
                      <a16:creationId xmlns:a16="http://schemas.microsoft.com/office/drawing/2014/main" id="{9CD37A36-D28B-E210-5087-63FFFBCDB726}"/>
                    </a:ext>
                  </a:extLst>
                </p:cNvPr>
                <p:cNvPicPr/>
                <p:nvPr/>
              </p:nvPicPr>
              <p:blipFill>
                <a:blip r:embed="rId28"/>
                <a:stretch>
                  <a:fillRect/>
                </a:stretch>
              </p:blipFill>
              <p:spPr>
                <a:xfrm>
                  <a:off x="13017398" y="789276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9" name="Ink 38">
                  <a:extLst>
                    <a:ext uri="{FF2B5EF4-FFF2-40B4-BE49-F238E27FC236}">
                      <a16:creationId xmlns:a16="http://schemas.microsoft.com/office/drawing/2014/main" id="{1D64B880-5DE5-1AD8-E746-6E9E4308BB65}"/>
                    </a:ext>
                  </a:extLst>
                </p14:cNvPr>
                <p14:cNvContentPartPr/>
                <p14:nvPr/>
              </p14:nvContentPartPr>
              <p14:xfrm>
                <a:off x="13080398" y="7905723"/>
                <a:ext cx="360" cy="360"/>
              </p14:xfrm>
            </p:contentPart>
          </mc:Choice>
          <mc:Fallback xmlns="">
            <p:pic>
              <p:nvPicPr>
                <p:cNvPr id="39" name="Ink 38">
                  <a:extLst>
                    <a:ext uri="{FF2B5EF4-FFF2-40B4-BE49-F238E27FC236}">
                      <a16:creationId xmlns:a16="http://schemas.microsoft.com/office/drawing/2014/main" id="{1D64B880-5DE5-1AD8-E746-6E9E4308BB65}"/>
                    </a:ext>
                  </a:extLst>
                </p:cNvPr>
                <p:cNvPicPr/>
                <p:nvPr/>
              </p:nvPicPr>
              <p:blipFill>
                <a:blip r:embed="rId4"/>
                <a:stretch>
                  <a:fillRect/>
                </a:stretch>
              </p:blipFill>
              <p:spPr>
                <a:xfrm>
                  <a:off x="1301739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0" name="Ink 39">
                  <a:extLst>
                    <a:ext uri="{FF2B5EF4-FFF2-40B4-BE49-F238E27FC236}">
                      <a16:creationId xmlns:a16="http://schemas.microsoft.com/office/drawing/2014/main" id="{EB522B7B-A91F-2FF1-5F28-65299B6F5C76}"/>
                    </a:ext>
                  </a:extLst>
                </p14:cNvPr>
                <p14:cNvContentPartPr/>
                <p14:nvPr/>
              </p14:nvContentPartPr>
              <p14:xfrm>
                <a:off x="13080398" y="7888443"/>
                <a:ext cx="360" cy="6480"/>
              </p14:xfrm>
            </p:contentPart>
          </mc:Choice>
          <mc:Fallback xmlns="">
            <p:pic>
              <p:nvPicPr>
                <p:cNvPr id="40" name="Ink 39">
                  <a:extLst>
                    <a:ext uri="{FF2B5EF4-FFF2-40B4-BE49-F238E27FC236}">
                      <a16:creationId xmlns:a16="http://schemas.microsoft.com/office/drawing/2014/main" id="{EB522B7B-A91F-2FF1-5F28-65299B6F5C76}"/>
                    </a:ext>
                  </a:extLst>
                </p:cNvPr>
                <p:cNvPicPr/>
                <p:nvPr/>
              </p:nvPicPr>
              <p:blipFill>
                <a:blip r:embed="rId28"/>
                <a:stretch>
                  <a:fillRect/>
                </a:stretch>
              </p:blipFill>
              <p:spPr>
                <a:xfrm>
                  <a:off x="13017398" y="782580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1" name="Ink 40">
                  <a:extLst>
                    <a:ext uri="{FF2B5EF4-FFF2-40B4-BE49-F238E27FC236}">
                      <a16:creationId xmlns:a16="http://schemas.microsoft.com/office/drawing/2014/main" id="{52CF43B3-5432-66BF-98B8-2A7C1D210133}"/>
                    </a:ext>
                  </a:extLst>
                </p14:cNvPr>
                <p14:cNvContentPartPr/>
                <p14:nvPr/>
              </p14:nvContentPartPr>
              <p14:xfrm>
                <a:off x="13125038" y="7861443"/>
                <a:ext cx="6480" cy="360"/>
              </p14:xfrm>
            </p:contentPart>
          </mc:Choice>
          <mc:Fallback xmlns="">
            <p:pic>
              <p:nvPicPr>
                <p:cNvPr id="41" name="Ink 40">
                  <a:extLst>
                    <a:ext uri="{FF2B5EF4-FFF2-40B4-BE49-F238E27FC236}">
                      <a16:creationId xmlns:a16="http://schemas.microsoft.com/office/drawing/2014/main" id="{52CF43B3-5432-66BF-98B8-2A7C1D210133}"/>
                    </a:ext>
                  </a:extLst>
                </p:cNvPr>
                <p:cNvPicPr/>
                <p:nvPr/>
              </p:nvPicPr>
              <p:blipFill>
                <a:blip r:embed="rId34"/>
                <a:stretch>
                  <a:fillRect/>
                </a:stretch>
              </p:blipFill>
              <p:spPr>
                <a:xfrm>
                  <a:off x="13062398" y="779880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2" name="Ink 41">
                  <a:extLst>
                    <a:ext uri="{FF2B5EF4-FFF2-40B4-BE49-F238E27FC236}">
                      <a16:creationId xmlns:a16="http://schemas.microsoft.com/office/drawing/2014/main" id="{04672C9B-D92C-646E-4302-9AD7BB969840}"/>
                    </a:ext>
                  </a:extLst>
                </p14:cNvPr>
                <p14:cNvContentPartPr/>
                <p14:nvPr/>
              </p14:nvContentPartPr>
              <p14:xfrm>
                <a:off x="13180478" y="7861443"/>
                <a:ext cx="2160" cy="360"/>
              </p14:xfrm>
            </p:contentPart>
          </mc:Choice>
          <mc:Fallback xmlns="">
            <p:pic>
              <p:nvPicPr>
                <p:cNvPr id="42" name="Ink 41">
                  <a:extLst>
                    <a:ext uri="{FF2B5EF4-FFF2-40B4-BE49-F238E27FC236}">
                      <a16:creationId xmlns:a16="http://schemas.microsoft.com/office/drawing/2014/main" id="{04672C9B-D92C-646E-4302-9AD7BB969840}"/>
                    </a:ext>
                  </a:extLst>
                </p:cNvPr>
                <p:cNvPicPr/>
                <p:nvPr/>
              </p:nvPicPr>
              <p:blipFill>
                <a:blip r:embed="rId36"/>
                <a:stretch>
                  <a:fillRect/>
                </a:stretch>
              </p:blipFill>
              <p:spPr>
                <a:xfrm>
                  <a:off x="13117478" y="77988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Ink 42">
                  <a:extLst>
                    <a:ext uri="{FF2B5EF4-FFF2-40B4-BE49-F238E27FC236}">
                      <a16:creationId xmlns:a16="http://schemas.microsoft.com/office/drawing/2014/main" id="{0CED7117-BC22-0A9D-F7E5-2B4B05DBF420}"/>
                    </a:ext>
                  </a:extLst>
                </p14:cNvPr>
                <p14:cNvContentPartPr/>
                <p14:nvPr/>
              </p14:nvContentPartPr>
              <p14:xfrm>
                <a:off x="13191998" y="7883763"/>
                <a:ext cx="360" cy="13320"/>
              </p14:xfrm>
            </p:contentPart>
          </mc:Choice>
          <mc:Fallback xmlns="">
            <p:pic>
              <p:nvPicPr>
                <p:cNvPr id="43" name="Ink 42">
                  <a:extLst>
                    <a:ext uri="{FF2B5EF4-FFF2-40B4-BE49-F238E27FC236}">
                      <a16:creationId xmlns:a16="http://schemas.microsoft.com/office/drawing/2014/main" id="{0CED7117-BC22-0A9D-F7E5-2B4B05DBF420}"/>
                    </a:ext>
                  </a:extLst>
                </p:cNvPr>
                <p:cNvPicPr/>
                <p:nvPr/>
              </p:nvPicPr>
              <p:blipFill>
                <a:blip r:embed="rId38"/>
                <a:stretch>
                  <a:fillRect/>
                </a:stretch>
              </p:blipFill>
              <p:spPr>
                <a:xfrm>
                  <a:off x="13128998" y="7820763"/>
                  <a:ext cx="126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4" name="Ink 43">
                  <a:extLst>
                    <a:ext uri="{FF2B5EF4-FFF2-40B4-BE49-F238E27FC236}">
                      <a16:creationId xmlns:a16="http://schemas.microsoft.com/office/drawing/2014/main" id="{E11F34E8-873F-897D-DC4C-F29ACD65BD97}"/>
                    </a:ext>
                  </a:extLst>
                </p14:cNvPr>
                <p14:cNvContentPartPr/>
                <p14:nvPr/>
              </p14:nvContentPartPr>
              <p14:xfrm>
                <a:off x="13191998" y="7928403"/>
                <a:ext cx="7200" cy="43200"/>
              </p14:xfrm>
            </p:contentPart>
          </mc:Choice>
          <mc:Fallback xmlns="">
            <p:pic>
              <p:nvPicPr>
                <p:cNvPr id="44" name="Ink 43">
                  <a:extLst>
                    <a:ext uri="{FF2B5EF4-FFF2-40B4-BE49-F238E27FC236}">
                      <a16:creationId xmlns:a16="http://schemas.microsoft.com/office/drawing/2014/main" id="{E11F34E8-873F-897D-DC4C-F29ACD65BD97}"/>
                    </a:ext>
                  </a:extLst>
                </p:cNvPr>
                <p:cNvPicPr/>
                <p:nvPr/>
              </p:nvPicPr>
              <p:blipFill>
                <a:blip r:embed="rId40"/>
                <a:stretch>
                  <a:fillRect/>
                </a:stretch>
              </p:blipFill>
              <p:spPr>
                <a:xfrm>
                  <a:off x="13128998" y="7865763"/>
                  <a:ext cx="13284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43B37E27-4031-BCA9-D535-C8C0D9CF1A49}"/>
                    </a:ext>
                  </a:extLst>
                </p14:cNvPr>
                <p14:cNvContentPartPr/>
                <p14:nvPr/>
              </p14:nvContentPartPr>
              <p14:xfrm>
                <a:off x="13203158" y="8006523"/>
                <a:ext cx="4680" cy="9000"/>
              </p14:xfrm>
            </p:contentPart>
          </mc:Choice>
          <mc:Fallback xmlns="">
            <p:pic>
              <p:nvPicPr>
                <p:cNvPr id="45" name="Ink 44">
                  <a:extLst>
                    <a:ext uri="{FF2B5EF4-FFF2-40B4-BE49-F238E27FC236}">
                      <a16:creationId xmlns:a16="http://schemas.microsoft.com/office/drawing/2014/main" id="{43B37E27-4031-BCA9-D535-C8C0D9CF1A49}"/>
                    </a:ext>
                  </a:extLst>
                </p:cNvPr>
                <p:cNvPicPr/>
                <p:nvPr/>
              </p:nvPicPr>
              <p:blipFill>
                <a:blip r:embed="rId42"/>
                <a:stretch>
                  <a:fillRect/>
                </a:stretch>
              </p:blipFill>
              <p:spPr>
                <a:xfrm>
                  <a:off x="13140158" y="7943523"/>
                  <a:ext cx="1303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6" name="Ink 45">
                  <a:extLst>
                    <a:ext uri="{FF2B5EF4-FFF2-40B4-BE49-F238E27FC236}">
                      <a16:creationId xmlns:a16="http://schemas.microsoft.com/office/drawing/2014/main" id="{52D57A47-9A49-0678-3CEC-FCA10FBE7DDF}"/>
                    </a:ext>
                  </a:extLst>
                </p14:cNvPr>
                <p14:cNvContentPartPr/>
                <p14:nvPr/>
              </p14:nvContentPartPr>
              <p14:xfrm>
                <a:off x="13213958" y="8028483"/>
                <a:ext cx="360" cy="360"/>
              </p14:xfrm>
            </p:contentPart>
          </mc:Choice>
          <mc:Fallback xmlns="">
            <p:pic>
              <p:nvPicPr>
                <p:cNvPr id="46" name="Ink 45">
                  <a:extLst>
                    <a:ext uri="{FF2B5EF4-FFF2-40B4-BE49-F238E27FC236}">
                      <a16:creationId xmlns:a16="http://schemas.microsoft.com/office/drawing/2014/main" id="{52D57A47-9A49-0678-3CEC-FCA10FBE7DDF}"/>
                    </a:ext>
                  </a:extLst>
                </p:cNvPr>
                <p:cNvPicPr/>
                <p:nvPr/>
              </p:nvPicPr>
              <p:blipFill>
                <a:blip r:embed="rId4"/>
                <a:stretch>
                  <a:fillRect/>
                </a:stretch>
              </p:blipFill>
              <p:spPr>
                <a:xfrm>
                  <a:off x="131513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7" name="Ink 46">
                  <a:extLst>
                    <a:ext uri="{FF2B5EF4-FFF2-40B4-BE49-F238E27FC236}">
                      <a16:creationId xmlns:a16="http://schemas.microsoft.com/office/drawing/2014/main" id="{17A75D10-BE7D-AEBE-D68A-5DDF0A5CAE36}"/>
                    </a:ext>
                  </a:extLst>
                </p14:cNvPr>
                <p14:cNvContentPartPr/>
                <p14:nvPr/>
              </p14:nvContentPartPr>
              <p14:xfrm>
                <a:off x="13225118" y="8028483"/>
                <a:ext cx="2160" cy="360"/>
              </p14:xfrm>
            </p:contentPart>
          </mc:Choice>
          <mc:Fallback xmlns="">
            <p:pic>
              <p:nvPicPr>
                <p:cNvPr id="47" name="Ink 46">
                  <a:extLst>
                    <a:ext uri="{FF2B5EF4-FFF2-40B4-BE49-F238E27FC236}">
                      <a16:creationId xmlns:a16="http://schemas.microsoft.com/office/drawing/2014/main" id="{17A75D10-BE7D-AEBE-D68A-5DDF0A5CAE36}"/>
                    </a:ext>
                  </a:extLst>
                </p:cNvPr>
                <p:cNvPicPr/>
                <p:nvPr/>
              </p:nvPicPr>
              <p:blipFill>
                <a:blip r:embed="rId36"/>
                <a:stretch>
                  <a:fillRect/>
                </a:stretch>
              </p:blipFill>
              <p:spPr>
                <a:xfrm>
                  <a:off x="13162478" y="79658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8" name="Ink 47">
                  <a:extLst>
                    <a:ext uri="{FF2B5EF4-FFF2-40B4-BE49-F238E27FC236}">
                      <a16:creationId xmlns:a16="http://schemas.microsoft.com/office/drawing/2014/main" id="{9CCA210E-A30B-0D3E-C41B-D43E5CC8B3FC}"/>
                    </a:ext>
                  </a:extLst>
                </p14:cNvPr>
                <p14:cNvContentPartPr/>
                <p14:nvPr/>
              </p14:nvContentPartPr>
              <p14:xfrm>
                <a:off x="13236278" y="8028483"/>
                <a:ext cx="2160" cy="360"/>
              </p14:xfrm>
            </p:contentPart>
          </mc:Choice>
          <mc:Fallback xmlns="">
            <p:pic>
              <p:nvPicPr>
                <p:cNvPr id="48" name="Ink 47">
                  <a:extLst>
                    <a:ext uri="{FF2B5EF4-FFF2-40B4-BE49-F238E27FC236}">
                      <a16:creationId xmlns:a16="http://schemas.microsoft.com/office/drawing/2014/main" id="{9CCA210E-A30B-0D3E-C41B-D43E5CC8B3FC}"/>
                    </a:ext>
                  </a:extLst>
                </p:cNvPr>
                <p:cNvPicPr/>
                <p:nvPr/>
              </p:nvPicPr>
              <p:blipFill>
                <a:blip r:embed="rId36"/>
                <a:stretch>
                  <a:fillRect/>
                </a:stretch>
              </p:blipFill>
              <p:spPr>
                <a:xfrm>
                  <a:off x="13173278" y="79658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9" name="Ink 48">
                  <a:extLst>
                    <a:ext uri="{FF2B5EF4-FFF2-40B4-BE49-F238E27FC236}">
                      <a16:creationId xmlns:a16="http://schemas.microsoft.com/office/drawing/2014/main" id="{C88D3246-A705-ABF9-5926-63AA7F4B5A2F}"/>
                    </a:ext>
                  </a:extLst>
                </p14:cNvPr>
                <p14:cNvContentPartPr/>
                <p14:nvPr/>
              </p14:nvContentPartPr>
              <p14:xfrm>
                <a:off x="13203158" y="8039643"/>
                <a:ext cx="360" cy="2160"/>
              </p14:xfrm>
            </p:contentPart>
          </mc:Choice>
          <mc:Fallback xmlns="">
            <p:pic>
              <p:nvPicPr>
                <p:cNvPr id="49" name="Ink 48">
                  <a:extLst>
                    <a:ext uri="{FF2B5EF4-FFF2-40B4-BE49-F238E27FC236}">
                      <a16:creationId xmlns:a16="http://schemas.microsoft.com/office/drawing/2014/main" id="{C88D3246-A705-ABF9-5926-63AA7F4B5A2F}"/>
                    </a:ext>
                  </a:extLst>
                </p:cNvPr>
                <p:cNvPicPr/>
                <p:nvPr/>
              </p:nvPicPr>
              <p:blipFill>
                <a:blip r:embed="rId12"/>
                <a:stretch>
                  <a:fillRect/>
                </a:stretch>
              </p:blipFill>
              <p:spPr>
                <a:xfrm>
                  <a:off x="13140158" y="79770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0" name="Ink 49">
                  <a:extLst>
                    <a:ext uri="{FF2B5EF4-FFF2-40B4-BE49-F238E27FC236}">
                      <a16:creationId xmlns:a16="http://schemas.microsoft.com/office/drawing/2014/main" id="{00B0450B-0F46-7DBD-612C-47295ED5F5DE}"/>
                    </a:ext>
                  </a:extLst>
                </p14:cNvPr>
                <p14:cNvContentPartPr/>
                <p14:nvPr/>
              </p14:nvContentPartPr>
              <p14:xfrm>
                <a:off x="13191998" y="8051163"/>
                <a:ext cx="21960" cy="360"/>
              </p14:xfrm>
            </p:contentPart>
          </mc:Choice>
          <mc:Fallback xmlns="">
            <p:pic>
              <p:nvPicPr>
                <p:cNvPr id="50" name="Ink 49">
                  <a:extLst>
                    <a:ext uri="{FF2B5EF4-FFF2-40B4-BE49-F238E27FC236}">
                      <a16:creationId xmlns:a16="http://schemas.microsoft.com/office/drawing/2014/main" id="{00B0450B-0F46-7DBD-612C-47295ED5F5DE}"/>
                    </a:ext>
                  </a:extLst>
                </p:cNvPr>
                <p:cNvPicPr/>
                <p:nvPr/>
              </p:nvPicPr>
              <p:blipFill>
                <a:blip r:embed="rId48"/>
                <a:stretch>
                  <a:fillRect/>
                </a:stretch>
              </p:blipFill>
              <p:spPr>
                <a:xfrm>
                  <a:off x="13128998" y="7988523"/>
                  <a:ext cx="1476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1" name="Ink 50">
                  <a:extLst>
                    <a:ext uri="{FF2B5EF4-FFF2-40B4-BE49-F238E27FC236}">
                      <a16:creationId xmlns:a16="http://schemas.microsoft.com/office/drawing/2014/main" id="{444598C3-FA0B-F82A-9182-1BFD736D28FF}"/>
                    </a:ext>
                  </a:extLst>
                </p14:cNvPr>
                <p14:cNvContentPartPr/>
                <p14:nvPr/>
              </p14:nvContentPartPr>
              <p14:xfrm>
                <a:off x="13247438" y="8051163"/>
                <a:ext cx="360" cy="360"/>
              </p14:xfrm>
            </p:contentPart>
          </mc:Choice>
          <mc:Fallback xmlns="">
            <p:pic>
              <p:nvPicPr>
                <p:cNvPr id="51" name="Ink 50">
                  <a:extLst>
                    <a:ext uri="{FF2B5EF4-FFF2-40B4-BE49-F238E27FC236}">
                      <a16:creationId xmlns:a16="http://schemas.microsoft.com/office/drawing/2014/main" id="{444598C3-FA0B-F82A-9182-1BFD736D28FF}"/>
                    </a:ext>
                  </a:extLst>
                </p:cNvPr>
                <p:cNvPicPr/>
                <p:nvPr/>
              </p:nvPicPr>
              <p:blipFill>
                <a:blip r:embed="rId4"/>
                <a:stretch>
                  <a:fillRect/>
                </a:stretch>
              </p:blipFill>
              <p:spPr>
                <a:xfrm>
                  <a:off x="1318443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2" name="Ink 51">
                  <a:extLst>
                    <a:ext uri="{FF2B5EF4-FFF2-40B4-BE49-F238E27FC236}">
                      <a16:creationId xmlns:a16="http://schemas.microsoft.com/office/drawing/2014/main" id="{B13EC730-FEC5-B2F4-07B4-4AA55752D113}"/>
                    </a:ext>
                  </a:extLst>
                </p14:cNvPr>
                <p14:cNvContentPartPr/>
                <p14:nvPr/>
              </p14:nvContentPartPr>
              <p14:xfrm>
                <a:off x="13247438" y="8051163"/>
                <a:ext cx="360" cy="360"/>
              </p14:xfrm>
            </p:contentPart>
          </mc:Choice>
          <mc:Fallback xmlns="">
            <p:pic>
              <p:nvPicPr>
                <p:cNvPr id="52" name="Ink 51">
                  <a:extLst>
                    <a:ext uri="{FF2B5EF4-FFF2-40B4-BE49-F238E27FC236}">
                      <a16:creationId xmlns:a16="http://schemas.microsoft.com/office/drawing/2014/main" id="{B13EC730-FEC5-B2F4-07B4-4AA55752D113}"/>
                    </a:ext>
                  </a:extLst>
                </p:cNvPr>
                <p:cNvPicPr/>
                <p:nvPr/>
              </p:nvPicPr>
              <p:blipFill>
                <a:blip r:embed="rId4"/>
                <a:stretch>
                  <a:fillRect/>
                </a:stretch>
              </p:blipFill>
              <p:spPr>
                <a:xfrm>
                  <a:off x="1318443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3" name="Ink 52">
                  <a:extLst>
                    <a:ext uri="{FF2B5EF4-FFF2-40B4-BE49-F238E27FC236}">
                      <a16:creationId xmlns:a16="http://schemas.microsoft.com/office/drawing/2014/main" id="{61A5B968-63DA-A360-EE4C-B1D820EE3022}"/>
                    </a:ext>
                  </a:extLst>
                </p14:cNvPr>
                <p14:cNvContentPartPr/>
                <p14:nvPr/>
              </p14:nvContentPartPr>
              <p14:xfrm>
                <a:off x="13247438" y="8051163"/>
                <a:ext cx="2160" cy="360"/>
              </p14:xfrm>
            </p:contentPart>
          </mc:Choice>
          <mc:Fallback xmlns="">
            <p:pic>
              <p:nvPicPr>
                <p:cNvPr id="53" name="Ink 52">
                  <a:extLst>
                    <a:ext uri="{FF2B5EF4-FFF2-40B4-BE49-F238E27FC236}">
                      <a16:creationId xmlns:a16="http://schemas.microsoft.com/office/drawing/2014/main" id="{61A5B968-63DA-A360-EE4C-B1D820EE3022}"/>
                    </a:ext>
                  </a:extLst>
                </p:cNvPr>
                <p:cNvPicPr/>
                <p:nvPr/>
              </p:nvPicPr>
              <p:blipFill>
                <a:blip r:embed="rId36"/>
                <a:stretch>
                  <a:fillRect/>
                </a:stretch>
              </p:blipFill>
              <p:spPr>
                <a:xfrm>
                  <a:off x="13184438" y="7988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4" name="Ink 53">
                  <a:extLst>
                    <a:ext uri="{FF2B5EF4-FFF2-40B4-BE49-F238E27FC236}">
                      <a16:creationId xmlns:a16="http://schemas.microsoft.com/office/drawing/2014/main" id="{0234E5A5-0B37-1838-0B73-C7CF45A31916}"/>
                    </a:ext>
                  </a:extLst>
                </p14:cNvPr>
                <p14:cNvContentPartPr/>
                <p14:nvPr/>
              </p14:nvContentPartPr>
              <p14:xfrm>
                <a:off x="13258958" y="8051163"/>
                <a:ext cx="360" cy="360"/>
              </p14:xfrm>
            </p:contentPart>
          </mc:Choice>
          <mc:Fallback xmlns="">
            <p:pic>
              <p:nvPicPr>
                <p:cNvPr id="54" name="Ink 53">
                  <a:extLst>
                    <a:ext uri="{FF2B5EF4-FFF2-40B4-BE49-F238E27FC236}">
                      <a16:creationId xmlns:a16="http://schemas.microsoft.com/office/drawing/2014/main" id="{0234E5A5-0B37-1838-0B73-C7CF45A31916}"/>
                    </a:ext>
                  </a:extLst>
                </p:cNvPr>
                <p:cNvPicPr/>
                <p:nvPr/>
              </p:nvPicPr>
              <p:blipFill>
                <a:blip r:embed="rId4"/>
                <a:stretch>
                  <a:fillRect/>
                </a:stretch>
              </p:blipFill>
              <p:spPr>
                <a:xfrm>
                  <a:off x="1319595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5" name="Ink 54">
                  <a:extLst>
                    <a:ext uri="{FF2B5EF4-FFF2-40B4-BE49-F238E27FC236}">
                      <a16:creationId xmlns:a16="http://schemas.microsoft.com/office/drawing/2014/main" id="{737C9756-6FF9-1BE9-E6C4-44253EBCCCFE}"/>
                    </a:ext>
                  </a:extLst>
                </p14:cNvPr>
                <p14:cNvContentPartPr/>
                <p14:nvPr/>
              </p14:nvContentPartPr>
              <p14:xfrm>
                <a:off x="13258958" y="8039643"/>
                <a:ext cx="360" cy="360"/>
              </p14:xfrm>
            </p:contentPart>
          </mc:Choice>
          <mc:Fallback xmlns="">
            <p:pic>
              <p:nvPicPr>
                <p:cNvPr id="55" name="Ink 54">
                  <a:extLst>
                    <a:ext uri="{FF2B5EF4-FFF2-40B4-BE49-F238E27FC236}">
                      <a16:creationId xmlns:a16="http://schemas.microsoft.com/office/drawing/2014/main" id="{737C9756-6FF9-1BE9-E6C4-44253EBCCCFE}"/>
                    </a:ext>
                  </a:extLst>
                </p:cNvPr>
                <p:cNvPicPr/>
                <p:nvPr/>
              </p:nvPicPr>
              <p:blipFill>
                <a:blip r:embed="rId4"/>
                <a:stretch>
                  <a:fillRect/>
                </a:stretch>
              </p:blipFill>
              <p:spPr>
                <a:xfrm>
                  <a:off x="1319595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6" name="Ink 55">
                  <a:extLst>
                    <a:ext uri="{FF2B5EF4-FFF2-40B4-BE49-F238E27FC236}">
                      <a16:creationId xmlns:a16="http://schemas.microsoft.com/office/drawing/2014/main" id="{186A9892-B54C-21E0-C552-BBB31117C08D}"/>
                    </a:ext>
                  </a:extLst>
                </p14:cNvPr>
                <p14:cNvContentPartPr/>
                <p14:nvPr/>
              </p14:nvContentPartPr>
              <p14:xfrm>
                <a:off x="13258958" y="8004723"/>
                <a:ext cx="360" cy="2160"/>
              </p14:xfrm>
            </p:contentPart>
          </mc:Choice>
          <mc:Fallback xmlns="">
            <p:pic>
              <p:nvPicPr>
                <p:cNvPr id="56" name="Ink 55">
                  <a:extLst>
                    <a:ext uri="{FF2B5EF4-FFF2-40B4-BE49-F238E27FC236}">
                      <a16:creationId xmlns:a16="http://schemas.microsoft.com/office/drawing/2014/main" id="{186A9892-B54C-21E0-C552-BBB31117C08D}"/>
                    </a:ext>
                  </a:extLst>
                </p:cNvPr>
                <p:cNvPicPr/>
                <p:nvPr/>
              </p:nvPicPr>
              <p:blipFill>
                <a:blip r:embed="rId10"/>
                <a:stretch>
                  <a:fillRect/>
                </a:stretch>
              </p:blipFill>
              <p:spPr>
                <a:xfrm>
                  <a:off x="13195958" y="79417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7" name="Ink 56">
                  <a:extLst>
                    <a:ext uri="{FF2B5EF4-FFF2-40B4-BE49-F238E27FC236}">
                      <a16:creationId xmlns:a16="http://schemas.microsoft.com/office/drawing/2014/main" id="{F49D1522-8E77-AD39-6C53-CA0FCFBBE041}"/>
                    </a:ext>
                  </a:extLst>
                </p14:cNvPr>
                <p14:cNvContentPartPr/>
                <p14:nvPr/>
              </p14:nvContentPartPr>
              <p14:xfrm>
                <a:off x="13258958" y="7984203"/>
                <a:ext cx="360" cy="360"/>
              </p14:xfrm>
            </p:contentPart>
          </mc:Choice>
          <mc:Fallback xmlns="">
            <p:pic>
              <p:nvPicPr>
                <p:cNvPr id="57" name="Ink 56">
                  <a:extLst>
                    <a:ext uri="{FF2B5EF4-FFF2-40B4-BE49-F238E27FC236}">
                      <a16:creationId xmlns:a16="http://schemas.microsoft.com/office/drawing/2014/main" id="{F49D1522-8E77-AD39-6C53-CA0FCFBBE041}"/>
                    </a:ext>
                  </a:extLst>
                </p:cNvPr>
                <p:cNvPicPr/>
                <p:nvPr/>
              </p:nvPicPr>
              <p:blipFill>
                <a:blip r:embed="rId4"/>
                <a:stretch>
                  <a:fillRect/>
                </a:stretch>
              </p:blipFill>
              <p:spPr>
                <a:xfrm>
                  <a:off x="1319595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8" name="Ink 57">
                  <a:extLst>
                    <a:ext uri="{FF2B5EF4-FFF2-40B4-BE49-F238E27FC236}">
                      <a16:creationId xmlns:a16="http://schemas.microsoft.com/office/drawing/2014/main" id="{A3AC9BBD-1B1B-2E3E-0220-5CC42D30D8CB}"/>
                    </a:ext>
                  </a:extLst>
                </p14:cNvPr>
                <p14:cNvContentPartPr/>
                <p14:nvPr/>
              </p14:nvContentPartPr>
              <p14:xfrm>
                <a:off x="13258958" y="7959723"/>
                <a:ext cx="360" cy="2160"/>
              </p14:xfrm>
            </p:contentPart>
          </mc:Choice>
          <mc:Fallback xmlns="">
            <p:pic>
              <p:nvPicPr>
                <p:cNvPr id="58" name="Ink 57">
                  <a:extLst>
                    <a:ext uri="{FF2B5EF4-FFF2-40B4-BE49-F238E27FC236}">
                      <a16:creationId xmlns:a16="http://schemas.microsoft.com/office/drawing/2014/main" id="{A3AC9BBD-1B1B-2E3E-0220-5CC42D30D8CB}"/>
                    </a:ext>
                  </a:extLst>
                </p:cNvPr>
                <p:cNvPicPr/>
                <p:nvPr/>
              </p:nvPicPr>
              <p:blipFill>
                <a:blip r:embed="rId12"/>
                <a:stretch>
                  <a:fillRect/>
                </a:stretch>
              </p:blipFill>
              <p:spPr>
                <a:xfrm>
                  <a:off x="13195958" y="78970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9" name="Ink 58">
                  <a:extLst>
                    <a:ext uri="{FF2B5EF4-FFF2-40B4-BE49-F238E27FC236}">
                      <a16:creationId xmlns:a16="http://schemas.microsoft.com/office/drawing/2014/main" id="{4A0E273F-945A-A8D7-D76D-A559582D068B}"/>
                    </a:ext>
                  </a:extLst>
                </p14:cNvPr>
                <p14:cNvContentPartPr/>
                <p14:nvPr/>
              </p14:nvContentPartPr>
              <p14:xfrm>
                <a:off x="13258958" y="7937763"/>
                <a:ext cx="360" cy="2160"/>
              </p14:xfrm>
            </p:contentPart>
          </mc:Choice>
          <mc:Fallback xmlns="">
            <p:pic>
              <p:nvPicPr>
                <p:cNvPr id="59" name="Ink 58">
                  <a:extLst>
                    <a:ext uri="{FF2B5EF4-FFF2-40B4-BE49-F238E27FC236}">
                      <a16:creationId xmlns:a16="http://schemas.microsoft.com/office/drawing/2014/main" id="{4A0E273F-945A-A8D7-D76D-A559582D068B}"/>
                    </a:ext>
                  </a:extLst>
                </p:cNvPr>
                <p:cNvPicPr/>
                <p:nvPr/>
              </p:nvPicPr>
              <p:blipFill>
                <a:blip r:embed="rId10"/>
                <a:stretch>
                  <a:fillRect/>
                </a:stretch>
              </p:blipFill>
              <p:spPr>
                <a:xfrm>
                  <a:off x="13195958" y="78747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0" name="Ink 59">
                  <a:extLst>
                    <a:ext uri="{FF2B5EF4-FFF2-40B4-BE49-F238E27FC236}">
                      <a16:creationId xmlns:a16="http://schemas.microsoft.com/office/drawing/2014/main" id="{DDC0DB1A-EF36-45AF-DDA9-618253F2A697}"/>
                    </a:ext>
                  </a:extLst>
                </p14:cNvPr>
                <p14:cNvContentPartPr/>
                <p14:nvPr/>
              </p14:nvContentPartPr>
              <p14:xfrm>
                <a:off x="13247438" y="7905723"/>
                <a:ext cx="360" cy="360"/>
              </p14:xfrm>
            </p:contentPart>
          </mc:Choice>
          <mc:Fallback xmlns="">
            <p:pic>
              <p:nvPicPr>
                <p:cNvPr id="60" name="Ink 59">
                  <a:extLst>
                    <a:ext uri="{FF2B5EF4-FFF2-40B4-BE49-F238E27FC236}">
                      <a16:creationId xmlns:a16="http://schemas.microsoft.com/office/drawing/2014/main" id="{DDC0DB1A-EF36-45AF-DDA9-618253F2A697}"/>
                    </a:ext>
                  </a:extLst>
                </p:cNvPr>
                <p:cNvPicPr/>
                <p:nvPr/>
              </p:nvPicPr>
              <p:blipFill>
                <a:blip r:embed="rId4"/>
                <a:stretch>
                  <a:fillRect/>
                </a:stretch>
              </p:blipFill>
              <p:spPr>
                <a:xfrm>
                  <a:off x="1318443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1" name="Ink 60">
                  <a:extLst>
                    <a:ext uri="{FF2B5EF4-FFF2-40B4-BE49-F238E27FC236}">
                      <a16:creationId xmlns:a16="http://schemas.microsoft.com/office/drawing/2014/main" id="{CD5175FC-A459-6832-E2CC-B0C259EEF8B6}"/>
                    </a:ext>
                  </a:extLst>
                </p14:cNvPr>
                <p14:cNvContentPartPr/>
                <p14:nvPr/>
              </p14:nvContentPartPr>
              <p14:xfrm>
                <a:off x="13247438" y="7905723"/>
                <a:ext cx="360" cy="360"/>
              </p14:xfrm>
            </p:contentPart>
          </mc:Choice>
          <mc:Fallback xmlns="">
            <p:pic>
              <p:nvPicPr>
                <p:cNvPr id="61" name="Ink 60">
                  <a:extLst>
                    <a:ext uri="{FF2B5EF4-FFF2-40B4-BE49-F238E27FC236}">
                      <a16:creationId xmlns:a16="http://schemas.microsoft.com/office/drawing/2014/main" id="{CD5175FC-A459-6832-E2CC-B0C259EEF8B6}"/>
                    </a:ext>
                  </a:extLst>
                </p:cNvPr>
                <p:cNvPicPr/>
                <p:nvPr/>
              </p:nvPicPr>
              <p:blipFill>
                <a:blip r:embed="rId4"/>
                <a:stretch>
                  <a:fillRect/>
                </a:stretch>
              </p:blipFill>
              <p:spPr>
                <a:xfrm>
                  <a:off x="1318443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2" name="Ink 61">
                  <a:extLst>
                    <a:ext uri="{FF2B5EF4-FFF2-40B4-BE49-F238E27FC236}">
                      <a16:creationId xmlns:a16="http://schemas.microsoft.com/office/drawing/2014/main" id="{AA94DFD6-D2A1-D5B9-F835-0C56106E5E21}"/>
                    </a:ext>
                  </a:extLst>
                </p14:cNvPr>
                <p14:cNvContentPartPr/>
                <p14:nvPr/>
              </p14:nvContentPartPr>
              <p14:xfrm>
                <a:off x="13247438" y="7850643"/>
                <a:ext cx="360" cy="360"/>
              </p14:xfrm>
            </p:contentPart>
          </mc:Choice>
          <mc:Fallback xmlns="">
            <p:pic>
              <p:nvPicPr>
                <p:cNvPr id="62" name="Ink 61">
                  <a:extLst>
                    <a:ext uri="{FF2B5EF4-FFF2-40B4-BE49-F238E27FC236}">
                      <a16:creationId xmlns:a16="http://schemas.microsoft.com/office/drawing/2014/main" id="{AA94DFD6-D2A1-D5B9-F835-0C56106E5E21}"/>
                    </a:ext>
                  </a:extLst>
                </p:cNvPr>
                <p:cNvPicPr/>
                <p:nvPr/>
              </p:nvPicPr>
              <p:blipFill>
                <a:blip r:embed="rId4"/>
                <a:stretch>
                  <a:fillRect/>
                </a:stretch>
              </p:blipFill>
              <p:spPr>
                <a:xfrm>
                  <a:off x="13184438" y="7787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3" name="Ink 62">
                  <a:extLst>
                    <a:ext uri="{FF2B5EF4-FFF2-40B4-BE49-F238E27FC236}">
                      <a16:creationId xmlns:a16="http://schemas.microsoft.com/office/drawing/2014/main" id="{82A1C024-388E-D6AD-CB5B-A0A9C7A00A7F}"/>
                    </a:ext>
                  </a:extLst>
                </p14:cNvPr>
                <p14:cNvContentPartPr/>
                <p14:nvPr/>
              </p14:nvContentPartPr>
              <p14:xfrm>
                <a:off x="13247438" y="7850643"/>
                <a:ext cx="360" cy="360"/>
              </p14:xfrm>
            </p:contentPart>
          </mc:Choice>
          <mc:Fallback xmlns="">
            <p:pic>
              <p:nvPicPr>
                <p:cNvPr id="63" name="Ink 62">
                  <a:extLst>
                    <a:ext uri="{FF2B5EF4-FFF2-40B4-BE49-F238E27FC236}">
                      <a16:creationId xmlns:a16="http://schemas.microsoft.com/office/drawing/2014/main" id="{82A1C024-388E-D6AD-CB5B-A0A9C7A00A7F}"/>
                    </a:ext>
                  </a:extLst>
                </p:cNvPr>
                <p:cNvPicPr/>
                <p:nvPr/>
              </p:nvPicPr>
              <p:blipFill>
                <a:blip r:embed="rId4"/>
                <a:stretch>
                  <a:fillRect/>
                </a:stretch>
              </p:blipFill>
              <p:spPr>
                <a:xfrm>
                  <a:off x="13184438" y="7787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4" name="Ink 63">
                  <a:extLst>
                    <a:ext uri="{FF2B5EF4-FFF2-40B4-BE49-F238E27FC236}">
                      <a16:creationId xmlns:a16="http://schemas.microsoft.com/office/drawing/2014/main" id="{E229B922-4DA8-1201-9674-1024CB3959E5}"/>
                    </a:ext>
                  </a:extLst>
                </p14:cNvPr>
                <p14:cNvContentPartPr/>
                <p14:nvPr/>
              </p14:nvContentPartPr>
              <p14:xfrm>
                <a:off x="13270118" y="7839123"/>
                <a:ext cx="21960" cy="360"/>
              </p14:xfrm>
            </p:contentPart>
          </mc:Choice>
          <mc:Fallback xmlns="">
            <p:pic>
              <p:nvPicPr>
                <p:cNvPr id="64" name="Ink 63">
                  <a:extLst>
                    <a:ext uri="{FF2B5EF4-FFF2-40B4-BE49-F238E27FC236}">
                      <a16:creationId xmlns:a16="http://schemas.microsoft.com/office/drawing/2014/main" id="{E229B922-4DA8-1201-9674-1024CB3959E5}"/>
                    </a:ext>
                  </a:extLst>
                </p:cNvPr>
                <p:cNvPicPr/>
                <p:nvPr/>
              </p:nvPicPr>
              <p:blipFill>
                <a:blip r:embed="rId48"/>
                <a:stretch>
                  <a:fillRect/>
                </a:stretch>
              </p:blipFill>
              <p:spPr>
                <a:xfrm>
                  <a:off x="13207118" y="7776123"/>
                  <a:ext cx="1476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5" name="Ink 64">
                  <a:extLst>
                    <a:ext uri="{FF2B5EF4-FFF2-40B4-BE49-F238E27FC236}">
                      <a16:creationId xmlns:a16="http://schemas.microsoft.com/office/drawing/2014/main" id="{4A25B666-AEC3-F921-94AC-3F4A48FB63DF}"/>
                    </a:ext>
                  </a:extLst>
                </p14:cNvPr>
                <p14:cNvContentPartPr/>
                <p14:nvPr/>
              </p14:nvContentPartPr>
              <p14:xfrm>
                <a:off x="13325918" y="7839123"/>
                <a:ext cx="360" cy="2160"/>
              </p14:xfrm>
            </p:contentPart>
          </mc:Choice>
          <mc:Fallback xmlns="">
            <p:pic>
              <p:nvPicPr>
                <p:cNvPr id="65" name="Ink 64">
                  <a:extLst>
                    <a:ext uri="{FF2B5EF4-FFF2-40B4-BE49-F238E27FC236}">
                      <a16:creationId xmlns:a16="http://schemas.microsoft.com/office/drawing/2014/main" id="{4A25B666-AEC3-F921-94AC-3F4A48FB63DF}"/>
                    </a:ext>
                  </a:extLst>
                </p:cNvPr>
                <p:cNvPicPr/>
                <p:nvPr/>
              </p:nvPicPr>
              <p:blipFill>
                <a:blip r:embed="rId10"/>
                <a:stretch>
                  <a:fillRect/>
                </a:stretch>
              </p:blipFill>
              <p:spPr>
                <a:xfrm>
                  <a:off x="13262918" y="77761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6" name="Ink 65">
                  <a:extLst>
                    <a:ext uri="{FF2B5EF4-FFF2-40B4-BE49-F238E27FC236}">
                      <a16:creationId xmlns:a16="http://schemas.microsoft.com/office/drawing/2014/main" id="{0F8D356E-31C8-0E6E-AFF2-079DAB6B4EB1}"/>
                    </a:ext>
                  </a:extLst>
                </p14:cNvPr>
                <p14:cNvContentPartPr/>
                <p14:nvPr/>
              </p14:nvContentPartPr>
              <p14:xfrm>
                <a:off x="13325918" y="7850643"/>
                <a:ext cx="2160" cy="11520"/>
              </p14:xfrm>
            </p:contentPart>
          </mc:Choice>
          <mc:Fallback xmlns="">
            <p:pic>
              <p:nvPicPr>
                <p:cNvPr id="66" name="Ink 65">
                  <a:extLst>
                    <a:ext uri="{FF2B5EF4-FFF2-40B4-BE49-F238E27FC236}">
                      <a16:creationId xmlns:a16="http://schemas.microsoft.com/office/drawing/2014/main" id="{0F8D356E-31C8-0E6E-AFF2-079DAB6B4EB1}"/>
                    </a:ext>
                  </a:extLst>
                </p:cNvPr>
                <p:cNvPicPr/>
                <p:nvPr/>
              </p:nvPicPr>
              <p:blipFill>
                <a:blip r:embed="rId65"/>
                <a:stretch>
                  <a:fillRect/>
                </a:stretch>
              </p:blipFill>
              <p:spPr>
                <a:xfrm>
                  <a:off x="13262918" y="7787643"/>
                  <a:ext cx="1278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7" name="Ink 66">
                  <a:extLst>
                    <a:ext uri="{FF2B5EF4-FFF2-40B4-BE49-F238E27FC236}">
                      <a16:creationId xmlns:a16="http://schemas.microsoft.com/office/drawing/2014/main" id="{50CB2E92-CCC5-AD3C-2515-3C941A300EAD}"/>
                    </a:ext>
                  </a:extLst>
                </p14:cNvPr>
                <p14:cNvContentPartPr/>
                <p14:nvPr/>
              </p14:nvContentPartPr>
              <p14:xfrm>
                <a:off x="13336718" y="7883763"/>
                <a:ext cx="13320" cy="19080"/>
              </p14:xfrm>
            </p:contentPart>
          </mc:Choice>
          <mc:Fallback xmlns="">
            <p:pic>
              <p:nvPicPr>
                <p:cNvPr id="67" name="Ink 66">
                  <a:extLst>
                    <a:ext uri="{FF2B5EF4-FFF2-40B4-BE49-F238E27FC236}">
                      <a16:creationId xmlns:a16="http://schemas.microsoft.com/office/drawing/2014/main" id="{50CB2E92-CCC5-AD3C-2515-3C941A300EAD}"/>
                    </a:ext>
                  </a:extLst>
                </p:cNvPr>
                <p:cNvPicPr/>
                <p:nvPr/>
              </p:nvPicPr>
              <p:blipFill>
                <a:blip r:embed="rId67"/>
                <a:stretch>
                  <a:fillRect/>
                </a:stretch>
              </p:blipFill>
              <p:spPr>
                <a:xfrm>
                  <a:off x="13274078" y="7820763"/>
                  <a:ext cx="1389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8" name="Ink 67">
                  <a:extLst>
                    <a:ext uri="{FF2B5EF4-FFF2-40B4-BE49-F238E27FC236}">
                      <a16:creationId xmlns:a16="http://schemas.microsoft.com/office/drawing/2014/main" id="{466F4280-05D1-59DC-E1C0-DFFDD8A22A46}"/>
                    </a:ext>
                  </a:extLst>
                </p14:cNvPr>
                <p14:cNvContentPartPr/>
                <p14:nvPr/>
              </p14:nvContentPartPr>
              <p14:xfrm>
                <a:off x="13359038" y="7917603"/>
                <a:ext cx="22680" cy="43920"/>
              </p14:xfrm>
            </p:contentPart>
          </mc:Choice>
          <mc:Fallback xmlns="">
            <p:pic>
              <p:nvPicPr>
                <p:cNvPr id="68" name="Ink 67">
                  <a:extLst>
                    <a:ext uri="{FF2B5EF4-FFF2-40B4-BE49-F238E27FC236}">
                      <a16:creationId xmlns:a16="http://schemas.microsoft.com/office/drawing/2014/main" id="{466F4280-05D1-59DC-E1C0-DFFDD8A22A46}"/>
                    </a:ext>
                  </a:extLst>
                </p:cNvPr>
                <p:cNvPicPr/>
                <p:nvPr/>
              </p:nvPicPr>
              <p:blipFill>
                <a:blip r:embed="rId69"/>
                <a:stretch>
                  <a:fillRect/>
                </a:stretch>
              </p:blipFill>
              <p:spPr>
                <a:xfrm>
                  <a:off x="13296038" y="7854603"/>
                  <a:ext cx="1483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9" name="Ink 68">
                  <a:extLst>
                    <a:ext uri="{FF2B5EF4-FFF2-40B4-BE49-F238E27FC236}">
                      <a16:creationId xmlns:a16="http://schemas.microsoft.com/office/drawing/2014/main" id="{67C1ED3E-AA09-CC99-5859-3390FB6AEEFE}"/>
                    </a:ext>
                  </a:extLst>
                </p14:cNvPr>
                <p14:cNvContentPartPr/>
                <p14:nvPr/>
              </p14:nvContentPartPr>
              <p14:xfrm>
                <a:off x="13392878" y="7984203"/>
                <a:ext cx="2160" cy="4680"/>
              </p14:xfrm>
            </p:contentPart>
          </mc:Choice>
          <mc:Fallback xmlns="">
            <p:pic>
              <p:nvPicPr>
                <p:cNvPr id="69" name="Ink 68">
                  <a:extLst>
                    <a:ext uri="{FF2B5EF4-FFF2-40B4-BE49-F238E27FC236}">
                      <a16:creationId xmlns:a16="http://schemas.microsoft.com/office/drawing/2014/main" id="{67C1ED3E-AA09-CC99-5859-3390FB6AEEFE}"/>
                    </a:ext>
                  </a:extLst>
                </p:cNvPr>
                <p:cNvPicPr/>
                <p:nvPr/>
              </p:nvPicPr>
              <p:blipFill>
                <a:blip r:embed="rId71"/>
                <a:stretch>
                  <a:fillRect/>
                </a:stretch>
              </p:blipFill>
              <p:spPr>
                <a:xfrm>
                  <a:off x="13329878" y="7921563"/>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0" name="Ink 69">
                  <a:extLst>
                    <a:ext uri="{FF2B5EF4-FFF2-40B4-BE49-F238E27FC236}">
                      <a16:creationId xmlns:a16="http://schemas.microsoft.com/office/drawing/2014/main" id="{EA920EF2-3742-EA70-13FC-1246227A5EA4}"/>
                    </a:ext>
                  </a:extLst>
                </p14:cNvPr>
                <p14:cNvContentPartPr/>
                <p14:nvPr/>
              </p14:nvContentPartPr>
              <p14:xfrm>
                <a:off x="13403678" y="7995363"/>
                <a:ext cx="360" cy="13320"/>
              </p14:xfrm>
            </p:contentPart>
          </mc:Choice>
          <mc:Fallback xmlns="">
            <p:pic>
              <p:nvPicPr>
                <p:cNvPr id="70" name="Ink 69">
                  <a:extLst>
                    <a:ext uri="{FF2B5EF4-FFF2-40B4-BE49-F238E27FC236}">
                      <a16:creationId xmlns:a16="http://schemas.microsoft.com/office/drawing/2014/main" id="{EA920EF2-3742-EA70-13FC-1246227A5EA4}"/>
                    </a:ext>
                  </a:extLst>
                </p:cNvPr>
                <p:cNvPicPr/>
                <p:nvPr/>
              </p:nvPicPr>
              <p:blipFill>
                <a:blip r:embed="rId38"/>
                <a:stretch>
                  <a:fillRect/>
                </a:stretch>
              </p:blipFill>
              <p:spPr>
                <a:xfrm>
                  <a:off x="13341038" y="7932723"/>
                  <a:ext cx="126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71" name="Ink 70">
                  <a:extLst>
                    <a:ext uri="{FF2B5EF4-FFF2-40B4-BE49-F238E27FC236}">
                      <a16:creationId xmlns:a16="http://schemas.microsoft.com/office/drawing/2014/main" id="{E92522BB-CD03-A64E-EFBF-013586FF0F42}"/>
                    </a:ext>
                  </a:extLst>
                </p14:cNvPr>
                <p14:cNvContentPartPr/>
                <p14:nvPr/>
              </p14:nvContentPartPr>
              <p14:xfrm>
                <a:off x="13347878" y="8039643"/>
                <a:ext cx="11520" cy="2160"/>
              </p14:xfrm>
            </p:contentPart>
          </mc:Choice>
          <mc:Fallback xmlns="">
            <p:pic>
              <p:nvPicPr>
                <p:cNvPr id="71" name="Ink 70">
                  <a:extLst>
                    <a:ext uri="{FF2B5EF4-FFF2-40B4-BE49-F238E27FC236}">
                      <a16:creationId xmlns:a16="http://schemas.microsoft.com/office/drawing/2014/main" id="{E92522BB-CD03-A64E-EFBF-013586FF0F42}"/>
                    </a:ext>
                  </a:extLst>
                </p:cNvPr>
                <p:cNvPicPr/>
                <p:nvPr/>
              </p:nvPicPr>
              <p:blipFill>
                <a:blip r:embed="rId74"/>
                <a:stretch>
                  <a:fillRect/>
                </a:stretch>
              </p:blipFill>
              <p:spPr>
                <a:xfrm>
                  <a:off x="13284878" y="7977003"/>
                  <a:ext cx="1371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2" name="Ink 71">
                  <a:extLst>
                    <a:ext uri="{FF2B5EF4-FFF2-40B4-BE49-F238E27FC236}">
                      <a16:creationId xmlns:a16="http://schemas.microsoft.com/office/drawing/2014/main" id="{86AC4DD7-DE7D-96F9-F36F-2B5ED2BDD391}"/>
                    </a:ext>
                  </a:extLst>
                </p14:cNvPr>
                <p14:cNvContentPartPr/>
                <p14:nvPr/>
              </p14:nvContentPartPr>
              <p14:xfrm>
                <a:off x="13336718" y="8051163"/>
                <a:ext cx="11520" cy="32040"/>
              </p14:xfrm>
            </p:contentPart>
          </mc:Choice>
          <mc:Fallback xmlns="">
            <p:pic>
              <p:nvPicPr>
                <p:cNvPr id="72" name="Ink 71">
                  <a:extLst>
                    <a:ext uri="{FF2B5EF4-FFF2-40B4-BE49-F238E27FC236}">
                      <a16:creationId xmlns:a16="http://schemas.microsoft.com/office/drawing/2014/main" id="{86AC4DD7-DE7D-96F9-F36F-2B5ED2BDD391}"/>
                    </a:ext>
                  </a:extLst>
                </p:cNvPr>
                <p:cNvPicPr/>
                <p:nvPr/>
              </p:nvPicPr>
              <p:blipFill>
                <a:blip r:embed="rId76"/>
                <a:stretch>
                  <a:fillRect/>
                </a:stretch>
              </p:blipFill>
              <p:spPr>
                <a:xfrm>
                  <a:off x="13274078" y="7988523"/>
                  <a:ext cx="1371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3" name="Ink 72">
                  <a:extLst>
                    <a:ext uri="{FF2B5EF4-FFF2-40B4-BE49-F238E27FC236}">
                      <a16:creationId xmlns:a16="http://schemas.microsoft.com/office/drawing/2014/main" id="{DA162DB7-7AA7-DB60-C204-D0E1C7F5E9D7}"/>
                    </a:ext>
                  </a:extLst>
                </p14:cNvPr>
                <p14:cNvContentPartPr/>
                <p14:nvPr/>
              </p14:nvContentPartPr>
              <p14:xfrm>
                <a:off x="13447958" y="8106603"/>
                <a:ext cx="6840" cy="360"/>
              </p14:xfrm>
            </p:contentPart>
          </mc:Choice>
          <mc:Fallback xmlns="">
            <p:pic>
              <p:nvPicPr>
                <p:cNvPr id="73" name="Ink 72">
                  <a:extLst>
                    <a:ext uri="{FF2B5EF4-FFF2-40B4-BE49-F238E27FC236}">
                      <a16:creationId xmlns:a16="http://schemas.microsoft.com/office/drawing/2014/main" id="{DA162DB7-7AA7-DB60-C204-D0E1C7F5E9D7}"/>
                    </a:ext>
                  </a:extLst>
                </p:cNvPr>
                <p:cNvPicPr/>
                <p:nvPr/>
              </p:nvPicPr>
              <p:blipFill>
                <a:blip r:embed="rId18"/>
                <a:stretch>
                  <a:fillRect/>
                </a:stretch>
              </p:blipFill>
              <p:spPr>
                <a:xfrm>
                  <a:off x="13385318" y="804360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4" name="Ink 73">
                  <a:extLst>
                    <a:ext uri="{FF2B5EF4-FFF2-40B4-BE49-F238E27FC236}">
                      <a16:creationId xmlns:a16="http://schemas.microsoft.com/office/drawing/2014/main" id="{72AE7F93-AABF-BDA7-0FDD-0C947B3323A9}"/>
                    </a:ext>
                  </a:extLst>
                </p14:cNvPr>
                <p14:cNvContentPartPr/>
                <p14:nvPr/>
              </p14:nvContentPartPr>
              <p14:xfrm>
                <a:off x="13470638" y="8095443"/>
                <a:ext cx="360" cy="360"/>
              </p14:xfrm>
            </p:contentPart>
          </mc:Choice>
          <mc:Fallback xmlns="">
            <p:pic>
              <p:nvPicPr>
                <p:cNvPr id="74" name="Ink 73">
                  <a:extLst>
                    <a:ext uri="{FF2B5EF4-FFF2-40B4-BE49-F238E27FC236}">
                      <a16:creationId xmlns:a16="http://schemas.microsoft.com/office/drawing/2014/main" id="{72AE7F93-AABF-BDA7-0FDD-0C947B3323A9}"/>
                    </a:ext>
                  </a:extLst>
                </p:cNvPr>
                <p:cNvPicPr/>
                <p:nvPr/>
              </p:nvPicPr>
              <p:blipFill>
                <a:blip r:embed="rId4"/>
                <a:stretch>
                  <a:fillRect/>
                </a:stretch>
              </p:blipFill>
              <p:spPr>
                <a:xfrm>
                  <a:off x="13407998" y="80328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5" name="Ink 74">
                  <a:extLst>
                    <a:ext uri="{FF2B5EF4-FFF2-40B4-BE49-F238E27FC236}">
                      <a16:creationId xmlns:a16="http://schemas.microsoft.com/office/drawing/2014/main" id="{DF47D4AD-7018-6BF7-F330-872A482337E1}"/>
                    </a:ext>
                  </a:extLst>
                </p14:cNvPr>
                <p14:cNvContentPartPr/>
                <p14:nvPr/>
              </p14:nvContentPartPr>
              <p14:xfrm>
                <a:off x="13447958" y="8006523"/>
                <a:ext cx="360" cy="360"/>
              </p14:xfrm>
            </p:contentPart>
          </mc:Choice>
          <mc:Fallback xmlns="">
            <p:pic>
              <p:nvPicPr>
                <p:cNvPr id="75" name="Ink 74">
                  <a:extLst>
                    <a:ext uri="{FF2B5EF4-FFF2-40B4-BE49-F238E27FC236}">
                      <a16:creationId xmlns:a16="http://schemas.microsoft.com/office/drawing/2014/main" id="{DF47D4AD-7018-6BF7-F330-872A482337E1}"/>
                    </a:ext>
                  </a:extLst>
                </p:cNvPr>
                <p:cNvPicPr/>
                <p:nvPr/>
              </p:nvPicPr>
              <p:blipFill>
                <a:blip r:embed="rId4"/>
                <a:stretch>
                  <a:fillRect/>
                </a:stretch>
              </p:blipFill>
              <p:spPr>
                <a:xfrm>
                  <a:off x="13385318" y="7943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6" name="Ink 75">
                  <a:extLst>
                    <a:ext uri="{FF2B5EF4-FFF2-40B4-BE49-F238E27FC236}">
                      <a16:creationId xmlns:a16="http://schemas.microsoft.com/office/drawing/2014/main" id="{E39C493C-6DE8-91FC-1925-AD12B6ABE0CD}"/>
                    </a:ext>
                  </a:extLst>
                </p14:cNvPr>
                <p14:cNvContentPartPr/>
                <p14:nvPr/>
              </p14:nvContentPartPr>
              <p14:xfrm>
                <a:off x="13447958" y="7977723"/>
                <a:ext cx="360" cy="6840"/>
              </p14:xfrm>
            </p:contentPart>
          </mc:Choice>
          <mc:Fallback xmlns="">
            <p:pic>
              <p:nvPicPr>
                <p:cNvPr id="76" name="Ink 75">
                  <a:extLst>
                    <a:ext uri="{FF2B5EF4-FFF2-40B4-BE49-F238E27FC236}">
                      <a16:creationId xmlns:a16="http://schemas.microsoft.com/office/drawing/2014/main" id="{E39C493C-6DE8-91FC-1925-AD12B6ABE0CD}"/>
                    </a:ext>
                  </a:extLst>
                </p:cNvPr>
                <p:cNvPicPr/>
                <p:nvPr/>
              </p:nvPicPr>
              <p:blipFill>
                <a:blip r:embed="rId28"/>
                <a:stretch>
                  <a:fillRect/>
                </a:stretch>
              </p:blipFill>
              <p:spPr>
                <a:xfrm>
                  <a:off x="13385318" y="7915083"/>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7" name="Ink 76">
                  <a:extLst>
                    <a:ext uri="{FF2B5EF4-FFF2-40B4-BE49-F238E27FC236}">
                      <a16:creationId xmlns:a16="http://schemas.microsoft.com/office/drawing/2014/main" id="{5BB2275B-8B86-6DCD-390D-3E2078F32B80}"/>
                    </a:ext>
                  </a:extLst>
                </p14:cNvPr>
                <p14:cNvContentPartPr/>
                <p14:nvPr/>
              </p14:nvContentPartPr>
              <p14:xfrm>
                <a:off x="13425998" y="7905723"/>
                <a:ext cx="360" cy="360"/>
              </p14:xfrm>
            </p:contentPart>
          </mc:Choice>
          <mc:Fallback xmlns="">
            <p:pic>
              <p:nvPicPr>
                <p:cNvPr id="77" name="Ink 76">
                  <a:extLst>
                    <a:ext uri="{FF2B5EF4-FFF2-40B4-BE49-F238E27FC236}">
                      <a16:creationId xmlns:a16="http://schemas.microsoft.com/office/drawing/2014/main" id="{5BB2275B-8B86-6DCD-390D-3E2078F32B80}"/>
                    </a:ext>
                  </a:extLst>
                </p:cNvPr>
                <p:cNvPicPr/>
                <p:nvPr/>
              </p:nvPicPr>
              <p:blipFill>
                <a:blip r:embed="rId4"/>
                <a:stretch>
                  <a:fillRect/>
                </a:stretch>
              </p:blipFill>
              <p:spPr>
                <a:xfrm>
                  <a:off x="1336299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8" name="Ink 77">
                  <a:extLst>
                    <a:ext uri="{FF2B5EF4-FFF2-40B4-BE49-F238E27FC236}">
                      <a16:creationId xmlns:a16="http://schemas.microsoft.com/office/drawing/2014/main" id="{BBD5B07D-7831-AFBA-2EF2-98512C23669E}"/>
                    </a:ext>
                  </a:extLst>
                </p14:cNvPr>
                <p14:cNvContentPartPr/>
                <p14:nvPr/>
              </p14:nvContentPartPr>
              <p14:xfrm>
                <a:off x="13425998" y="7872603"/>
                <a:ext cx="360" cy="360"/>
              </p14:xfrm>
            </p:contentPart>
          </mc:Choice>
          <mc:Fallback xmlns="">
            <p:pic>
              <p:nvPicPr>
                <p:cNvPr id="78" name="Ink 77">
                  <a:extLst>
                    <a:ext uri="{FF2B5EF4-FFF2-40B4-BE49-F238E27FC236}">
                      <a16:creationId xmlns:a16="http://schemas.microsoft.com/office/drawing/2014/main" id="{BBD5B07D-7831-AFBA-2EF2-98512C23669E}"/>
                    </a:ext>
                  </a:extLst>
                </p:cNvPr>
                <p:cNvPicPr/>
                <p:nvPr/>
              </p:nvPicPr>
              <p:blipFill>
                <a:blip r:embed="rId4"/>
                <a:stretch>
                  <a:fillRect/>
                </a:stretch>
              </p:blipFill>
              <p:spPr>
                <a:xfrm>
                  <a:off x="1336299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9" name="Ink 78">
                  <a:extLst>
                    <a:ext uri="{FF2B5EF4-FFF2-40B4-BE49-F238E27FC236}">
                      <a16:creationId xmlns:a16="http://schemas.microsoft.com/office/drawing/2014/main" id="{16561CC2-8F1D-1399-F98A-36A54A36DAF5}"/>
                    </a:ext>
                  </a:extLst>
                </p14:cNvPr>
                <p14:cNvContentPartPr/>
                <p14:nvPr/>
              </p14:nvContentPartPr>
              <p14:xfrm>
                <a:off x="13436798" y="7861443"/>
                <a:ext cx="2160" cy="360"/>
              </p14:xfrm>
            </p:contentPart>
          </mc:Choice>
          <mc:Fallback xmlns="">
            <p:pic>
              <p:nvPicPr>
                <p:cNvPr id="79" name="Ink 78">
                  <a:extLst>
                    <a:ext uri="{FF2B5EF4-FFF2-40B4-BE49-F238E27FC236}">
                      <a16:creationId xmlns:a16="http://schemas.microsoft.com/office/drawing/2014/main" id="{16561CC2-8F1D-1399-F98A-36A54A36DAF5}"/>
                    </a:ext>
                  </a:extLst>
                </p:cNvPr>
                <p:cNvPicPr/>
                <p:nvPr/>
              </p:nvPicPr>
              <p:blipFill>
                <a:blip r:embed="rId84"/>
                <a:stretch>
                  <a:fillRect/>
                </a:stretch>
              </p:blipFill>
              <p:spPr>
                <a:xfrm>
                  <a:off x="13374158" y="77988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80" name="Ink 79">
                  <a:extLst>
                    <a:ext uri="{FF2B5EF4-FFF2-40B4-BE49-F238E27FC236}">
                      <a16:creationId xmlns:a16="http://schemas.microsoft.com/office/drawing/2014/main" id="{F65F50A9-D7B9-E480-2FBC-DC6A8B22A06E}"/>
                    </a:ext>
                  </a:extLst>
                </p14:cNvPr>
                <p14:cNvContentPartPr/>
                <p14:nvPr/>
              </p14:nvContentPartPr>
              <p14:xfrm>
                <a:off x="13470638" y="7850643"/>
                <a:ext cx="32400" cy="11160"/>
              </p14:xfrm>
            </p:contentPart>
          </mc:Choice>
          <mc:Fallback xmlns="">
            <p:pic>
              <p:nvPicPr>
                <p:cNvPr id="80" name="Ink 79">
                  <a:extLst>
                    <a:ext uri="{FF2B5EF4-FFF2-40B4-BE49-F238E27FC236}">
                      <a16:creationId xmlns:a16="http://schemas.microsoft.com/office/drawing/2014/main" id="{F65F50A9-D7B9-E480-2FBC-DC6A8B22A06E}"/>
                    </a:ext>
                  </a:extLst>
                </p:cNvPr>
                <p:cNvPicPr/>
                <p:nvPr/>
              </p:nvPicPr>
              <p:blipFill>
                <a:blip r:embed="rId86"/>
                <a:stretch>
                  <a:fillRect/>
                </a:stretch>
              </p:blipFill>
              <p:spPr>
                <a:xfrm>
                  <a:off x="13407998" y="7788003"/>
                  <a:ext cx="1580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1" name="Ink 80">
                  <a:extLst>
                    <a:ext uri="{FF2B5EF4-FFF2-40B4-BE49-F238E27FC236}">
                      <a16:creationId xmlns:a16="http://schemas.microsoft.com/office/drawing/2014/main" id="{B9422952-C5C9-79F0-E305-3FEB753438D8}"/>
                    </a:ext>
                  </a:extLst>
                </p14:cNvPr>
                <p14:cNvContentPartPr/>
                <p14:nvPr/>
              </p14:nvContentPartPr>
              <p14:xfrm>
                <a:off x="13526438" y="7861443"/>
                <a:ext cx="27360" cy="85320"/>
              </p14:xfrm>
            </p:contentPart>
          </mc:Choice>
          <mc:Fallback xmlns="">
            <p:pic>
              <p:nvPicPr>
                <p:cNvPr id="81" name="Ink 80">
                  <a:extLst>
                    <a:ext uri="{FF2B5EF4-FFF2-40B4-BE49-F238E27FC236}">
                      <a16:creationId xmlns:a16="http://schemas.microsoft.com/office/drawing/2014/main" id="{B9422952-C5C9-79F0-E305-3FEB753438D8}"/>
                    </a:ext>
                  </a:extLst>
                </p:cNvPr>
                <p:cNvPicPr/>
                <p:nvPr/>
              </p:nvPicPr>
              <p:blipFill>
                <a:blip r:embed="rId88"/>
                <a:stretch>
                  <a:fillRect/>
                </a:stretch>
              </p:blipFill>
              <p:spPr>
                <a:xfrm>
                  <a:off x="13463798" y="7798803"/>
                  <a:ext cx="1530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2" name="Ink 81">
                  <a:extLst>
                    <a:ext uri="{FF2B5EF4-FFF2-40B4-BE49-F238E27FC236}">
                      <a16:creationId xmlns:a16="http://schemas.microsoft.com/office/drawing/2014/main" id="{A5C403A1-DBFD-E6CD-2964-FEF75A84EC1F}"/>
                    </a:ext>
                  </a:extLst>
                </p14:cNvPr>
                <p14:cNvContentPartPr/>
                <p14:nvPr/>
              </p14:nvContentPartPr>
              <p14:xfrm>
                <a:off x="13559558" y="7961883"/>
                <a:ext cx="2160" cy="4680"/>
              </p14:xfrm>
            </p:contentPart>
          </mc:Choice>
          <mc:Fallback xmlns="">
            <p:pic>
              <p:nvPicPr>
                <p:cNvPr id="82" name="Ink 81">
                  <a:extLst>
                    <a:ext uri="{FF2B5EF4-FFF2-40B4-BE49-F238E27FC236}">
                      <a16:creationId xmlns:a16="http://schemas.microsoft.com/office/drawing/2014/main" id="{A5C403A1-DBFD-E6CD-2964-FEF75A84EC1F}"/>
                    </a:ext>
                  </a:extLst>
                </p:cNvPr>
                <p:cNvPicPr/>
                <p:nvPr/>
              </p:nvPicPr>
              <p:blipFill>
                <a:blip r:embed="rId90"/>
                <a:stretch>
                  <a:fillRect/>
                </a:stretch>
              </p:blipFill>
              <p:spPr>
                <a:xfrm>
                  <a:off x="13496918" y="7898883"/>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3" name="Ink 82">
                  <a:extLst>
                    <a:ext uri="{FF2B5EF4-FFF2-40B4-BE49-F238E27FC236}">
                      <a16:creationId xmlns:a16="http://schemas.microsoft.com/office/drawing/2014/main" id="{265D3F37-7840-CB4B-8F00-59B7EC2F18F5}"/>
                    </a:ext>
                  </a:extLst>
                </p14:cNvPr>
                <p14:cNvContentPartPr/>
                <p14:nvPr/>
              </p14:nvContentPartPr>
              <p14:xfrm>
                <a:off x="13570718" y="7995363"/>
                <a:ext cx="60840" cy="59760"/>
              </p14:xfrm>
            </p:contentPart>
          </mc:Choice>
          <mc:Fallback xmlns="">
            <p:pic>
              <p:nvPicPr>
                <p:cNvPr id="83" name="Ink 82">
                  <a:extLst>
                    <a:ext uri="{FF2B5EF4-FFF2-40B4-BE49-F238E27FC236}">
                      <a16:creationId xmlns:a16="http://schemas.microsoft.com/office/drawing/2014/main" id="{265D3F37-7840-CB4B-8F00-59B7EC2F18F5}"/>
                    </a:ext>
                  </a:extLst>
                </p:cNvPr>
                <p:cNvPicPr/>
                <p:nvPr/>
              </p:nvPicPr>
              <p:blipFill>
                <a:blip r:embed="rId92"/>
                <a:stretch>
                  <a:fillRect/>
                </a:stretch>
              </p:blipFill>
              <p:spPr>
                <a:xfrm>
                  <a:off x="13508078" y="7932723"/>
                  <a:ext cx="1864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4" name="Ink 83">
                  <a:extLst>
                    <a:ext uri="{FF2B5EF4-FFF2-40B4-BE49-F238E27FC236}">
                      <a16:creationId xmlns:a16="http://schemas.microsoft.com/office/drawing/2014/main" id="{ED673B3E-A391-BE02-1F52-DB878E6A84B2}"/>
                    </a:ext>
                  </a:extLst>
                </p14:cNvPr>
                <p14:cNvContentPartPr/>
                <p14:nvPr/>
              </p14:nvContentPartPr>
              <p14:xfrm>
                <a:off x="13637678" y="8073483"/>
                <a:ext cx="6840" cy="360"/>
              </p14:xfrm>
            </p:contentPart>
          </mc:Choice>
          <mc:Fallback xmlns="">
            <p:pic>
              <p:nvPicPr>
                <p:cNvPr id="84" name="Ink 83">
                  <a:extLst>
                    <a:ext uri="{FF2B5EF4-FFF2-40B4-BE49-F238E27FC236}">
                      <a16:creationId xmlns:a16="http://schemas.microsoft.com/office/drawing/2014/main" id="{ED673B3E-A391-BE02-1F52-DB878E6A84B2}"/>
                    </a:ext>
                  </a:extLst>
                </p:cNvPr>
                <p:cNvPicPr/>
                <p:nvPr/>
              </p:nvPicPr>
              <p:blipFill>
                <a:blip r:embed="rId18"/>
                <a:stretch>
                  <a:fillRect/>
                </a:stretch>
              </p:blipFill>
              <p:spPr>
                <a:xfrm>
                  <a:off x="13574678" y="801048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5" name="Ink 84">
                  <a:extLst>
                    <a:ext uri="{FF2B5EF4-FFF2-40B4-BE49-F238E27FC236}">
                      <a16:creationId xmlns:a16="http://schemas.microsoft.com/office/drawing/2014/main" id="{16070623-61FF-6A77-24AF-96125E3D2541}"/>
                    </a:ext>
                  </a:extLst>
                </p14:cNvPr>
                <p14:cNvContentPartPr/>
                <p14:nvPr/>
              </p14:nvContentPartPr>
              <p14:xfrm>
                <a:off x="13660358" y="8039643"/>
                <a:ext cx="2160" cy="360"/>
              </p14:xfrm>
            </p:contentPart>
          </mc:Choice>
          <mc:Fallback xmlns="">
            <p:pic>
              <p:nvPicPr>
                <p:cNvPr id="85" name="Ink 84">
                  <a:extLst>
                    <a:ext uri="{FF2B5EF4-FFF2-40B4-BE49-F238E27FC236}">
                      <a16:creationId xmlns:a16="http://schemas.microsoft.com/office/drawing/2014/main" id="{16070623-61FF-6A77-24AF-96125E3D2541}"/>
                    </a:ext>
                  </a:extLst>
                </p:cNvPr>
                <p:cNvPicPr/>
                <p:nvPr/>
              </p:nvPicPr>
              <p:blipFill>
                <a:blip r:embed="rId36"/>
                <a:stretch>
                  <a:fillRect/>
                </a:stretch>
              </p:blipFill>
              <p:spPr>
                <a:xfrm>
                  <a:off x="13597358" y="79770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6" name="Ink 85">
                  <a:extLst>
                    <a:ext uri="{FF2B5EF4-FFF2-40B4-BE49-F238E27FC236}">
                      <a16:creationId xmlns:a16="http://schemas.microsoft.com/office/drawing/2014/main" id="{17DB7F5B-FD8B-8092-65BB-0F6CCF0AA19D}"/>
                    </a:ext>
                  </a:extLst>
                </p14:cNvPr>
                <p14:cNvContentPartPr/>
                <p14:nvPr/>
              </p14:nvContentPartPr>
              <p14:xfrm>
                <a:off x="13671518" y="8026683"/>
                <a:ext cx="360" cy="2160"/>
              </p14:xfrm>
            </p:contentPart>
          </mc:Choice>
          <mc:Fallback xmlns="">
            <p:pic>
              <p:nvPicPr>
                <p:cNvPr id="86" name="Ink 85">
                  <a:extLst>
                    <a:ext uri="{FF2B5EF4-FFF2-40B4-BE49-F238E27FC236}">
                      <a16:creationId xmlns:a16="http://schemas.microsoft.com/office/drawing/2014/main" id="{17DB7F5B-FD8B-8092-65BB-0F6CCF0AA19D}"/>
                    </a:ext>
                  </a:extLst>
                </p:cNvPr>
                <p:cNvPicPr/>
                <p:nvPr/>
              </p:nvPicPr>
              <p:blipFill>
                <a:blip r:embed="rId10"/>
                <a:stretch>
                  <a:fillRect/>
                </a:stretch>
              </p:blipFill>
              <p:spPr>
                <a:xfrm>
                  <a:off x="13608518" y="796404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7" name="Ink 86">
                  <a:extLst>
                    <a:ext uri="{FF2B5EF4-FFF2-40B4-BE49-F238E27FC236}">
                      <a16:creationId xmlns:a16="http://schemas.microsoft.com/office/drawing/2014/main" id="{33DC5EB0-4EB3-A453-CC0F-2AAC46AC522B}"/>
                    </a:ext>
                  </a:extLst>
                </p14:cNvPr>
                <p14:cNvContentPartPr/>
                <p14:nvPr/>
              </p14:nvContentPartPr>
              <p14:xfrm>
                <a:off x="13660358" y="7950723"/>
                <a:ext cx="360" cy="360"/>
              </p14:xfrm>
            </p:contentPart>
          </mc:Choice>
          <mc:Fallback xmlns="">
            <p:pic>
              <p:nvPicPr>
                <p:cNvPr id="87" name="Ink 86">
                  <a:extLst>
                    <a:ext uri="{FF2B5EF4-FFF2-40B4-BE49-F238E27FC236}">
                      <a16:creationId xmlns:a16="http://schemas.microsoft.com/office/drawing/2014/main" id="{33DC5EB0-4EB3-A453-CC0F-2AAC46AC522B}"/>
                    </a:ext>
                  </a:extLst>
                </p:cNvPr>
                <p:cNvPicPr/>
                <p:nvPr/>
              </p:nvPicPr>
              <p:blipFill>
                <a:blip r:embed="rId4"/>
                <a:stretch>
                  <a:fillRect/>
                </a:stretch>
              </p:blipFill>
              <p:spPr>
                <a:xfrm>
                  <a:off x="1359735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8" name="Ink 87">
                  <a:extLst>
                    <a:ext uri="{FF2B5EF4-FFF2-40B4-BE49-F238E27FC236}">
                      <a16:creationId xmlns:a16="http://schemas.microsoft.com/office/drawing/2014/main" id="{A1D971E5-A80A-2681-606C-5BAC17344540}"/>
                    </a:ext>
                  </a:extLst>
                </p14:cNvPr>
                <p14:cNvContentPartPr/>
                <p14:nvPr/>
              </p14:nvContentPartPr>
              <p14:xfrm>
                <a:off x="13660358" y="7915443"/>
                <a:ext cx="360" cy="2160"/>
              </p14:xfrm>
            </p:contentPart>
          </mc:Choice>
          <mc:Fallback xmlns="">
            <p:pic>
              <p:nvPicPr>
                <p:cNvPr id="88" name="Ink 87">
                  <a:extLst>
                    <a:ext uri="{FF2B5EF4-FFF2-40B4-BE49-F238E27FC236}">
                      <a16:creationId xmlns:a16="http://schemas.microsoft.com/office/drawing/2014/main" id="{A1D971E5-A80A-2681-606C-5BAC17344540}"/>
                    </a:ext>
                  </a:extLst>
                </p:cNvPr>
                <p:cNvPicPr/>
                <p:nvPr/>
              </p:nvPicPr>
              <p:blipFill>
                <a:blip r:embed="rId12"/>
                <a:stretch>
                  <a:fillRect/>
                </a:stretch>
              </p:blipFill>
              <p:spPr>
                <a:xfrm>
                  <a:off x="13597358" y="78528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9" name="Ink 88">
                  <a:extLst>
                    <a:ext uri="{FF2B5EF4-FFF2-40B4-BE49-F238E27FC236}">
                      <a16:creationId xmlns:a16="http://schemas.microsoft.com/office/drawing/2014/main" id="{58972E8C-08BE-4396-1789-1AD9CD0FFB2A}"/>
                    </a:ext>
                  </a:extLst>
                </p14:cNvPr>
                <p14:cNvContentPartPr/>
                <p14:nvPr/>
              </p14:nvContentPartPr>
              <p14:xfrm>
                <a:off x="13637678" y="7850643"/>
                <a:ext cx="360" cy="360"/>
              </p14:xfrm>
            </p:contentPart>
          </mc:Choice>
          <mc:Fallback xmlns="">
            <p:pic>
              <p:nvPicPr>
                <p:cNvPr id="89" name="Ink 88">
                  <a:extLst>
                    <a:ext uri="{FF2B5EF4-FFF2-40B4-BE49-F238E27FC236}">
                      <a16:creationId xmlns:a16="http://schemas.microsoft.com/office/drawing/2014/main" id="{58972E8C-08BE-4396-1789-1AD9CD0FFB2A}"/>
                    </a:ext>
                  </a:extLst>
                </p:cNvPr>
                <p:cNvPicPr/>
                <p:nvPr/>
              </p:nvPicPr>
              <p:blipFill>
                <a:blip r:embed="rId4"/>
                <a:stretch>
                  <a:fillRect/>
                </a:stretch>
              </p:blipFill>
              <p:spPr>
                <a:xfrm>
                  <a:off x="13574678" y="7787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90" name="Ink 89">
                  <a:extLst>
                    <a:ext uri="{FF2B5EF4-FFF2-40B4-BE49-F238E27FC236}">
                      <a16:creationId xmlns:a16="http://schemas.microsoft.com/office/drawing/2014/main" id="{978FBEDE-200B-2AEB-976C-3C252FBAE5F3}"/>
                    </a:ext>
                  </a:extLst>
                </p14:cNvPr>
                <p14:cNvContentPartPr/>
                <p14:nvPr/>
              </p14:nvContentPartPr>
              <p14:xfrm>
                <a:off x="13626518" y="7850643"/>
                <a:ext cx="360" cy="360"/>
              </p14:xfrm>
            </p:contentPart>
          </mc:Choice>
          <mc:Fallback xmlns="">
            <p:pic>
              <p:nvPicPr>
                <p:cNvPr id="90" name="Ink 89">
                  <a:extLst>
                    <a:ext uri="{FF2B5EF4-FFF2-40B4-BE49-F238E27FC236}">
                      <a16:creationId xmlns:a16="http://schemas.microsoft.com/office/drawing/2014/main" id="{978FBEDE-200B-2AEB-976C-3C252FBAE5F3}"/>
                    </a:ext>
                  </a:extLst>
                </p:cNvPr>
                <p:cNvPicPr/>
                <p:nvPr/>
              </p:nvPicPr>
              <p:blipFill>
                <a:blip r:embed="rId4"/>
                <a:stretch>
                  <a:fillRect/>
                </a:stretch>
              </p:blipFill>
              <p:spPr>
                <a:xfrm>
                  <a:off x="13563878" y="7787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1" name="Ink 90">
                  <a:extLst>
                    <a:ext uri="{FF2B5EF4-FFF2-40B4-BE49-F238E27FC236}">
                      <a16:creationId xmlns:a16="http://schemas.microsoft.com/office/drawing/2014/main" id="{C6421E1B-C69A-4118-592D-FBE3819CE73B}"/>
                    </a:ext>
                  </a:extLst>
                </p14:cNvPr>
                <p14:cNvContentPartPr/>
                <p14:nvPr/>
              </p14:nvContentPartPr>
              <p14:xfrm>
                <a:off x="13660358" y="7850643"/>
                <a:ext cx="11520" cy="2160"/>
              </p14:xfrm>
            </p:contentPart>
          </mc:Choice>
          <mc:Fallback xmlns="">
            <p:pic>
              <p:nvPicPr>
                <p:cNvPr id="91" name="Ink 90">
                  <a:extLst>
                    <a:ext uri="{FF2B5EF4-FFF2-40B4-BE49-F238E27FC236}">
                      <a16:creationId xmlns:a16="http://schemas.microsoft.com/office/drawing/2014/main" id="{C6421E1B-C69A-4118-592D-FBE3819CE73B}"/>
                    </a:ext>
                  </a:extLst>
                </p:cNvPr>
                <p:cNvPicPr/>
                <p:nvPr/>
              </p:nvPicPr>
              <p:blipFill>
                <a:blip r:embed="rId101"/>
                <a:stretch>
                  <a:fillRect/>
                </a:stretch>
              </p:blipFill>
              <p:spPr>
                <a:xfrm>
                  <a:off x="13597358" y="7787643"/>
                  <a:ext cx="1371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2" name="Ink 91">
                  <a:extLst>
                    <a:ext uri="{FF2B5EF4-FFF2-40B4-BE49-F238E27FC236}">
                      <a16:creationId xmlns:a16="http://schemas.microsoft.com/office/drawing/2014/main" id="{99B96DC5-AA63-07C2-E332-182D21F28EC0}"/>
                    </a:ext>
                  </a:extLst>
                </p14:cNvPr>
                <p14:cNvContentPartPr/>
                <p14:nvPr/>
              </p14:nvContentPartPr>
              <p14:xfrm>
                <a:off x="13682318" y="7861443"/>
                <a:ext cx="26640" cy="60120"/>
              </p14:xfrm>
            </p:contentPart>
          </mc:Choice>
          <mc:Fallback xmlns="">
            <p:pic>
              <p:nvPicPr>
                <p:cNvPr id="92" name="Ink 91">
                  <a:extLst>
                    <a:ext uri="{FF2B5EF4-FFF2-40B4-BE49-F238E27FC236}">
                      <a16:creationId xmlns:a16="http://schemas.microsoft.com/office/drawing/2014/main" id="{99B96DC5-AA63-07C2-E332-182D21F28EC0}"/>
                    </a:ext>
                  </a:extLst>
                </p:cNvPr>
                <p:cNvPicPr/>
                <p:nvPr/>
              </p:nvPicPr>
              <p:blipFill>
                <a:blip r:embed="rId103"/>
                <a:stretch>
                  <a:fillRect/>
                </a:stretch>
              </p:blipFill>
              <p:spPr>
                <a:xfrm>
                  <a:off x="13619678" y="7798803"/>
                  <a:ext cx="1522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3" name="Ink 92">
                  <a:extLst>
                    <a:ext uri="{FF2B5EF4-FFF2-40B4-BE49-F238E27FC236}">
                      <a16:creationId xmlns:a16="http://schemas.microsoft.com/office/drawing/2014/main" id="{5AAEDC35-8702-2E50-AE3F-D2E3F3E7572C}"/>
                    </a:ext>
                  </a:extLst>
                </p14:cNvPr>
                <p14:cNvContentPartPr/>
                <p14:nvPr/>
              </p14:nvContentPartPr>
              <p14:xfrm>
                <a:off x="13715798" y="7950723"/>
                <a:ext cx="21600" cy="32760"/>
              </p14:xfrm>
            </p:contentPart>
          </mc:Choice>
          <mc:Fallback xmlns="">
            <p:pic>
              <p:nvPicPr>
                <p:cNvPr id="93" name="Ink 92">
                  <a:extLst>
                    <a:ext uri="{FF2B5EF4-FFF2-40B4-BE49-F238E27FC236}">
                      <a16:creationId xmlns:a16="http://schemas.microsoft.com/office/drawing/2014/main" id="{5AAEDC35-8702-2E50-AE3F-D2E3F3E7572C}"/>
                    </a:ext>
                  </a:extLst>
                </p:cNvPr>
                <p:cNvPicPr/>
                <p:nvPr/>
              </p:nvPicPr>
              <p:blipFill>
                <a:blip r:embed="rId105"/>
                <a:stretch>
                  <a:fillRect/>
                </a:stretch>
              </p:blipFill>
              <p:spPr>
                <a:xfrm>
                  <a:off x="13652798" y="7887723"/>
                  <a:ext cx="1472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4" name="Ink 93">
                  <a:extLst>
                    <a:ext uri="{FF2B5EF4-FFF2-40B4-BE49-F238E27FC236}">
                      <a16:creationId xmlns:a16="http://schemas.microsoft.com/office/drawing/2014/main" id="{E597EFBA-4A12-0762-A1E9-F923952EEB0C}"/>
                    </a:ext>
                  </a:extLst>
                </p14:cNvPr>
                <p14:cNvContentPartPr/>
                <p14:nvPr/>
              </p14:nvContentPartPr>
              <p14:xfrm>
                <a:off x="13749278" y="7995363"/>
                <a:ext cx="9000" cy="23400"/>
              </p14:xfrm>
            </p:contentPart>
          </mc:Choice>
          <mc:Fallback xmlns="">
            <p:pic>
              <p:nvPicPr>
                <p:cNvPr id="94" name="Ink 93">
                  <a:extLst>
                    <a:ext uri="{FF2B5EF4-FFF2-40B4-BE49-F238E27FC236}">
                      <a16:creationId xmlns:a16="http://schemas.microsoft.com/office/drawing/2014/main" id="{E597EFBA-4A12-0762-A1E9-F923952EEB0C}"/>
                    </a:ext>
                  </a:extLst>
                </p:cNvPr>
                <p:cNvPicPr/>
                <p:nvPr/>
              </p:nvPicPr>
              <p:blipFill>
                <a:blip r:embed="rId107"/>
                <a:stretch>
                  <a:fillRect/>
                </a:stretch>
              </p:blipFill>
              <p:spPr>
                <a:xfrm>
                  <a:off x="13686638" y="7932723"/>
                  <a:ext cx="13464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5" name="Ink 94">
                  <a:extLst>
                    <a:ext uri="{FF2B5EF4-FFF2-40B4-BE49-F238E27FC236}">
                      <a16:creationId xmlns:a16="http://schemas.microsoft.com/office/drawing/2014/main" id="{6F395805-277B-15A0-F68E-BA69EE281CF0}"/>
                    </a:ext>
                  </a:extLst>
                </p14:cNvPr>
                <p14:cNvContentPartPr/>
                <p14:nvPr/>
              </p14:nvContentPartPr>
              <p14:xfrm>
                <a:off x="13771598" y="8028483"/>
                <a:ext cx="360" cy="360"/>
              </p14:xfrm>
            </p:contentPart>
          </mc:Choice>
          <mc:Fallback xmlns="">
            <p:pic>
              <p:nvPicPr>
                <p:cNvPr id="95" name="Ink 94">
                  <a:extLst>
                    <a:ext uri="{FF2B5EF4-FFF2-40B4-BE49-F238E27FC236}">
                      <a16:creationId xmlns:a16="http://schemas.microsoft.com/office/drawing/2014/main" id="{6F395805-277B-15A0-F68E-BA69EE281CF0}"/>
                    </a:ext>
                  </a:extLst>
                </p:cNvPr>
                <p:cNvPicPr/>
                <p:nvPr/>
              </p:nvPicPr>
              <p:blipFill>
                <a:blip r:embed="rId4"/>
                <a:stretch>
                  <a:fillRect/>
                </a:stretch>
              </p:blipFill>
              <p:spPr>
                <a:xfrm>
                  <a:off x="1370859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6" name="Ink 95">
                  <a:extLst>
                    <a:ext uri="{FF2B5EF4-FFF2-40B4-BE49-F238E27FC236}">
                      <a16:creationId xmlns:a16="http://schemas.microsoft.com/office/drawing/2014/main" id="{6D8BAD80-E790-F76A-DCFE-E0777F23C4B4}"/>
                    </a:ext>
                  </a:extLst>
                </p14:cNvPr>
                <p14:cNvContentPartPr/>
                <p14:nvPr/>
              </p14:nvContentPartPr>
              <p14:xfrm>
                <a:off x="13782398" y="8026683"/>
                <a:ext cx="360" cy="2160"/>
              </p14:xfrm>
            </p:contentPart>
          </mc:Choice>
          <mc:Fallback xmlns="">
            <p:pic>
              <p:nvPicPr>
                <p:cNvPr id="96" name="Ink 95">
                  <a:extLst>
                    <a:ext uri="{FF2B5EF4-FFF2-40B4-BE49-F238E27FC236}">
                      <a16:creationId xmlns:a16="http://schemas.microsoft.com/office/drawing/2014/main" id="{6D8BAD80-E790-F76A-DCFE-E0777F23C4B4}"/>
                    </a:ext>
                  </a:extLst>
                </p:cNvPr>
                <p:cNvPicPr/>
                <p:nvPr/>
              </p:nvPicPr>
              <p:blipFill>
                <a:blip r:embed="rId10"/>
                <a:stretch>
                  <a:fillRect/>
                </a:stretch>
              </p:blipFill>
              <p:spPr>
                <a:xfrm>
                  <a:off x="13719758" y="796404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7" name="Ink 96">
                  <a:extLst>
                    <a:ext uri="{FF2B5EF4-FFF2-40B4-BE49-F238E27FC236}">
                      <a16:creationId xmlns:a16="http://schemas.microsoft.com/office/drawing/2014/main" id="{F7842F86-1B9C-20F3-C222-10381E6D5363}"/>
                    </a:ext>
                  </a:extLst>
                </p14:cNvPr>
                <p14:cNvContentPartPr/>
                <p14:nvPr/>
              </p14:nvContentPartPr>
              <p14:xfrm>
                <a:off x="13782398" y="7970883"/>
                <a:ext cx="360" cy="2160"/>
              </p14:xfrm>
            </p:contentPart>
          </mc:Choice>
          <mc:Fallback xmlns="">
            <p:pic>
              <p:nvPicPr>
                <p:cNvPr id="97" name="Ink 96">
                  <a:extLst>
                    <a:ext uri="{FF2B5EF4-FFF2-40B4-BE49-F238E27FC236}">
                      <a16:creationId xmlns:a16="http://schemas.microsoft.com/office/drawing/2014/main" id="{F7842F86-1B9C-20F3-C222-10381E6D5363}"/>
                    </a:ext>
                  </a:extLst>
                </p:cNvPr>
                <p:cNvPicPr/>
                <p:nvPr/>
              </p:nvPicPr>
              <p:blipFill>
                <a:blip r:embed="rId10"/>
                <a:stretch>
                  <a:fillRect/>
                </a:stretch>
              </p:blipFill>
              <p:spPr>
                <a:xfrm>
                  <a:off x="13719758" y="790824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8" name="Ink 97">
                  <a:extLst>
                    <a:ext uri="{FF2B5EF4-FFF2-40B4-BE49-F238E27FC236}">
                      <a16:creationId xmlns:a16="http://schemas.microsoft.com/office/drawing/2014/main" id="{59F4A4B9-0209-4F5A-3051-5B9735B4E795}"/>
                    </a:ext>
                  </a:extLst>
                </p14:cNvPr>
                <p14:cNvContentPartPr/>
                <p14:nvPr/>
              </p14:nvContentPartPr>
              <p14:xfrm>
                <a:off x="13780598" y="7894923"/>
                <a:ext cx="2160" cy="360"/>
              </p14:xfrm>
            </p:contentPart>
          </mc:Choice>
          <mc:Fallback xmlns="">
            <p:pic>
              <p:nvPicPr>
                <p:cNvPr id="98" name="Ink 97">
                  <a:extLst>
                    <a:ext uri="{FF2B5EF4-FFF2-40B4-BE49-F238E27FC236}">
                      <a16:creationId xmlns:a16="http://schemas.microsoft.com/office/drawing/2014/main" id="{59F4A4B9-0209-4F5A-3051-5B9735B4E795}"/>
                    </a:ext>
                  </a:extLst>
                </p:cNvPr>
                <p:cNvPicPr/>
                <p:nvPr/>
              </p:nvPicPr>
              <p:blipFill>
                <a:blip r:embed="rId36"/>
                <a:stretch>
                  <a:fillRect/>
                </a:stretch>
              </p:blipFill>
              <p:spPr>
                <a:xfrm>
                  <a:off x="13717958" y="78319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9" name="Ink 98">
                  <a:extLst>
                    <a:ext uri="{FF2B5EF4-FFF2-40B4-BE49-F238E27FC236}">
                      <a16:creationId xmlns:a16="http://schemas.microsoft.com/office/drawing/2014/main" id="{1702A2D8-4789-5AC0-F60C-C9B8C9EF992B}"/>
                    </a:ext>
                  </a:extLst>
                </p14:cNvPr>
                <p14:cNvContentPartPr/>
                <p14:nvPr/>
              </p14:nvContentPartPr>
              <p14:xfrm>
                <a:off x="13760438" y="7872603"/>
                <a:ext cx="360" cy="360"/>
              </p14:xfrm>
            </p:contentPart>
          </mc:Choice>
          <mc:Fallback xmlns="">
            <p:pic>
              <p:nvPicPr>
                <p:cNvPr id="99" name="Ink 98">
                  <a:extLst>
                    <a:ext uri="{FF2B5EF4-FFF2-40B4-BE49-F238E27FC236}">
                      <a16:creationId xmlns:a16="http://schemas.microsoft.com/office/drawing/2014/main" id="{1702A2D8-4789-5AC0-F60C-C9B8C9EF992B}"/>
                    </a:ext>
                  </a:extLst>
                </p:cNvPr>
                <p:cNvPicPr/>
                <p:nvPr/>
              </p:nvPicPr>
              <p:blipFill>
                <a:blip r:embed="rId4"/>
                <a:stretch>
                  <a:fillRect/>
                </a:stretch>
              </p:blipFill>
              <p:spPr>
                <a:xfrm>
                  <a:off x="1369743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00" name="Ink 99">
                  <a:extLst>
                    <a:ext uri="{FF2B5EF4-FFF2-40B4-BE49-F238E27FC236}">
                      <a16:creationId xmlns:a16="http://schemas.microsoft.com/office/drawing/2014/main" id="{3B42D7A0-16AE-F0FC-3311-76FD43971AF4}"/>
                    </a:ext>
                  </a:extLst>
                </p14:cNvPr>
                <p14:cNvContentPartPr/>
                <p14:nvPr/>
              </p14:nvContentPartPr>
              <p14:xfrm>
                <a:off x="13794278" y="7861443"/>
                <a:ext cx="32040" cy="360"/>
              </p14:xfrm>
            </p:contentPart>
          </mc:Choice>
          <mc:Fallback xmlns="">
            <p:pic>
              <p:nvPicPr>
                <p:cNvPr id="100" name="Ink 99">
                  <a:extLst>
                    <a:ext uri="{FF2B5EF4-FFF2-40B4-BE49-F238E27FC236}">
                      <a16:creationId xmlns:a16="http://schemas.microsoft.com/office/drawing/2014/main" id="{3B42D7A0-16AE-F0FC-3311-76FD43971AF4}"/>
                    </a:ext>
                  </a:extLst>
                </p:cNvPr>
                <p:cNvPicPr/>
                <p:nvPr/>
              </p:nvPicPr>
              <p:blipFill>
                <a:blip r:embed="rId114"/>
                <a:stretch>
                  <a:fillRect/>
                </a:stretch>
              </p:blipFill>
              <p:spPr>
                <a:xfrm>
                  <a:off x="13731278" y="7798803"/>
                  <a:ext cx="157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01" name="Ink 100">
                  <a:extLst>
                    <a:ext uri="{FF2B5EF4-FFF2-40B4-BE49-F238E27FC236}">
                      <a16:creationId xmlns:a16="http://schemas.microsoft.com/office/drawing/2014/main" id="{626D7331-916E-F75D-3F54-D414DFEC4C3C}"/>
                    </a:ext>
                  </a:extLst>
                </p14:cNvPr>
                <p14:cNvContentPartPr/>
                <p14:nvPr/>
              </p14:nvContentPartPr>
              <p14:xfrm>
                <a:off x="13849358" y="7861443"/>
                <a:ext cx="360" cy="360"/>
              </p14:xfrm>
            </p:contentPart>
          </mc:Choice>
          <mc:Fallback xmlns="">
            <p:pic>
              <p:nvPicPr>
                <p:cNvPr id="101" name="Ink 100">
                  <a:extLst>
                    <a:ext uri="{FF2B5EF4-FFF2-40B4-BE49-F238E27FC236}">
                      <a16:creationId xmlns:a16="http://schemas.microsoft.com/office/drawing/2014/main" id="{626D7331-916E-F75D-3F54-D414DFEC4C3C}"/>
                    </a:ext>
                  </a:extLst>
                </p:cNvPr>
                <p:cNvPicPr/>
                <p:nvPr/>
              </p:nvPicPr>
              <p:blipFill>
                <a:blip r:embed="rId4"/>
                <a:stretch>
                  <a:fillRect/>
                </a:stretch>
              </p:blipFill>
              <p:spPr>
                <a:xfrm>
                  <a:off x="13786718" y="77988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2" name="Ink 101">
                  <a:extLst>
                    <a:ext uri="{FF2B5EF4-FFF2-40B4-BE49-F238E27FC236}">
                      <a16:creationId xmlns:a16="http://schemas.microsoft.com/office/drawing/2014/main" id="{F60FF319-9B21-5F4F-DF28-FF038C31F666}"/>
                    </a:ext>
                  </a:extLst>
                </p14:cNvPr>
                <p14:cNvContentPartPr/>
                <p14:nvPr/>
              </p14:nvContentPartPr>
              <p14:xfrm>
                <a:off x="13849358" y="7861443"/>
                <a:ext cx="24840" cy="51120"/>
              </p14:xfrm>
            </p:contentPart>
          </mc:Choice>
          <mc:Fallback xmlns="">
            <p:pic>
              <p:nvPicPr>
                <p:cNvPr id="102" name="Ink 101">
                  <a:extLst>
                    <a:ext uri="{FF2B5EF4-FFF2-40B4-BE49-F238E27FC236}">
                      <a16:creationId xmlns:a16="http://schemas.microsoft.com/office/drawing/2014/main" id="{F60FF319-9B21-5F4F-DF28-FF038C31F666}"/>
                    </a:ext>
                  </a:extLst>
                </p:cNvPr>
                <p:cNvPicPr/>
                <p:nvPr/>
              </p:nvPicPr>
              <p:blipFill>
                <a:blip r:embed="rId117"/>
                <a:stretch>
                  <a:fillRect/>
                </a:stretch>
              </p:blipFill>
              <p:spPr>
                <a:xfrm>
                  <a:off x="13786718" y="7798803"/>
                  <a:ext cx="15048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3" name="Ink 102">
                  <a:extLst>
                    <a:ext uri="{FF2B5EF4-FFF2-40B4-BE49-F238E27FC236}">
                      <a16:creationId xmlns:a16="http://schemas.microsoft.com/office/drawing/2014/main" id="{F4C5EA24-AD4C-B23C-E1E7-728C456B4CF1}"/>
                    </a:ext>
                  </a:extLst>
                </p14:cNvPr>
                <p14:cNvContentPartPr/>
                <p14:nvPr/>
              </p14:nvContentPartPr>
              <p14:xfrm>
                <a:off x="13883198" y="7928403"/>
                <a:ext cx="4680" cy="17640"/>
              </p14:xfrm>
            </p:contentPart>
          </mc:Choice>
          <mc:Fallback xmlns="">
            <p:pic>
              <p:nvPicPr>
                <p:cNvPr id="103" name="Ink 102">
                  <a:extLst>
                    <a:ext uri="{FF2B5EF4-FFF2-40B4-BE49-F238E27FC236}">
                      <a16:creationId xmlns:a16="http://schemas.microsoft.com/office/drawing/2014/main" id="{F4C5EA24-AD4C-B23C-E1E7-728C456B4CF1}"/>
                    </a:ext>
                  </a:extLst>
                </p:cNvPr>
                <p:cNvPicPr/>
                <p:nvPr/>
              </p:nvPicPr>
              <p:blipFill>
                <a:blip r:embed="rId119"/>
                <a:stretch>
                  <a:fillRect/>
                </a:stretch>
              </p:blipFill>
              <p:spPr>
                <a:xfrm>
                  <a:off x="13820198" y="7865763"/>
                  <a:ext cx="13032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4" name="Ink 103">
                  <a:extLst>
                    <a:ext uri="{FF2B5EF4-FFF2-40B4-BE49-F238E27FC236}">
                      <a16:creationId xmlns:a16="http://schemas.microsoft.com/office/drawing/2014/main" id="{7C3591E9-57DB-201C-4F4F-2B1C46E8E7B6}"/>
                    </a:ext>
                  </a:extLst>
                </p14:cNvPr>
                <p14:cNvContentPartPr/>
                <p14:nvPr/>
              </p14:nvContentPartPr>
              <p14:xfrm>
                <a:off x="13894358" y="7961883"/>
                <a:ext cx="2160" cy="11880"/>
              </p14:xfrm>
            </p:contentPart>
          </mc:Choice>
          <mc:Fallback xmlns="">
            <p:pic>
              <p:nvPicPr>
                <p:cNvPr id="104" name="Ink 103">
                  <a:extLst>
                    <a:ext uri="{FF2B5EF4-FFF2-40B4-BE49-F238E27FC236}">
                      <a16:creationId xmlns:a16="http://schemas.microsoft.com/office/drawing/2014/main" id="{7C3591E9-57DB-201C-4F4F-2B1C46E8E7B6}"/>
                    </a:ext>
                  </a:extLst>
                </p:cNvPr>
                <p:cNvPicPr/>
                <p:nvPr/>
              </p:nvPicPr>
              <p:blipFill>
                <a:blip r:embed="rId65"/>
                <a:stretch>
                  <a:fillRect/>
                </a:stretch>
              </p:blipFill>
              <p:spPr>
                <a:xfrm>
                  <a:off x="13831358" y="7898883"/>
                  <a:ext cx="1278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5" name="Ink 104">
                  <a:extLst>
                    <a:ext uri="{FF2B5EF4-FFF2-40B4-BE49-F238E27FC236}">
                      <a16:creationId xmlns:a16="http://schemas.microsoft.com/office/drawing/2014/main" id="{28911CAD-44F1-2511-B777-3659FE01E0B0}"/>
                    </a:ext>
                  </a:extLst>
                </p14:cNvPr>
                <p14:cNvContentPartPr/>
                <p14:nvPr/>
              </p14:nvContentPartPr>
              <p14:xfrm>
                <a:off x="13905158" y="7995363"/>
                <a:ext cx="23760" cy="19800"/>
              </p14:xfrm>
            </p:contentPart>
          </mc:Choice>
          <mc:Fallback xmlns="">
            <p:pic>
              <p:nvPicPr>
                <p:cNvPr id="105" name="Ink 104">
                  <a:extLst>
                    <a:ext uri="{FF2B5EF4-FFF2-40B4-BE49-F238E27FC236}">
                      <a16:creationId xmlns:a16="http://schemas.microsoft.com/office/drawing/2014/main" id="{28911CAD-44F1-2511-B777-3659FE01E0B0}"/>
                    </a:ext>
                  </a:extLst>
                </p:cNvPr>
                <p:cNvPicPr/>
                <p:nvPr/>
              </p:nvPicPr>
              <p:blipFill>
                <a:blip r:embed="rId122"/>
                <a:stretch>
                  <a:fillRect/>
                </a:stretch>
              </p:blipFill>
              <p:spPr>
                <a:xfrm>
                  <a:off x="13842518" y="7932723"/>
                  <a:ext cx="1494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6" name="Ink 105">
                  <a:extLst>
                    <a:ext uri="{FF2B5EF4-FFF2-40B4-BE49-F238E27FC236}">
                      <a16:creationId xmlns:a16="http://schemas.microsoft.com/office/drawing/2014/main" id="{BE82DF1F-AAE1-063A-9F8A-A344179B6601}"/>
                    </a:ext>
                  </a:extLst>
                </p14:cNvPr>
                <p14:cNvContentPartPr/>
                <p14:nvPr/>
              </p14:nvContentPartPr>
              <p14:xfrm>
                <a:off x="13938998" y="8028483"/>
                <a:ext cx="360" cy="360"/>
              </p14:xfrm>
            </p:contentPart>
          </mc:Choice>
          <mc:Fallback xmlns="">
            <p:pic>
              <p:nvPicPr>
                <p:cNvPr id="106" name="Ink 105">
                  <a:extLst>
                    <a:ext uri="{FF2B5EF4-FFF2-40B4-BE49-F238E27FC236}">
                      <a16:creationId xmlns:a16="http://schemas.microsoft.com/office/drawing/2014/main" id="{BE82DF1F-AAE1-063A-9F8A-A344179B6601}"/>
                    </a:ext>
                  </a:extLst>
                </p:cNvPr>
                <p:cNvPicPr/>
                <p:nvPr/>
              </p:nvPicPr>
              <p:blipFill>
                <a:blip r:embed="rId4"/>
                <a:stretch>
                  <a:fillRect/>
                </a:stretch>
              </p:blipFill>
              <p:spPr>
                <a:xfrm>
                  <a:off x="1387635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7" name="Ink 106">
                  <a:extLst>
                    <a:ext uri="{FF2B5EF4-FFF2-40B4-BE49-F238E27FC236}">
                      <a16:creationId xmlns:a16="http://schemas.microsoft.com/office/drawing/2014/main" id="{87B5710E-8DAF-B7AE-A39C-1FF4D299FBCA}"/>
                    </a:ext>
                  </a:extLst>
                </p14:cNvPr>
                <p14:cNvContentPartPr/>
                <p14:nvPr/>
              </p14:nvContentPartPr>
              <p14:xfrm>
                <a:off x="13838558" y="8028483"/>
                <a:ext cx="360" cy="360"/>
              </p14:xfrm>
            </p:contentPart>
          </mc:Choice>
          <mc:Fallback xmlns="">
            <p:pic>
              <p:nvPicPr>
                <p:cNvPr id="107" name="Ink 106">
                  <a:extLst>
                    <a:ext uri="{FF2B5EF4-FFF2-40B4-BE49-F238E27FC236}">
                      <a16:creationId xmlns:a16="http://schemas.microsoft.com/office/drawing/2014/main" id="{87B5710E-8DAF-B7AE-A39C-1FF4D299FBCA}"/>
                    </a:ext>
                  </a:extLst>
                </p:cNvPr>
                <p:cNvPicPr/>
                <p:nvPr/>
              </p:nvPicPr>
              <p:blipFill>
                <a:blip r:embed="rId4"/>
                <a:stretch>
                  <a:fillRect/>
                </a:stretch>
              </p:blipFill>
              <p:spPr>
                <a:xfrm>
                  <a:off x="1377555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8" name="Ink 107">
                  <a:extLst>
                    <a:ext uri="{FF2B5EF4-FFF2-40B4-BE49-F238E27FC236}">
                      <a16:creationId xmlns:a16="http://schemas.microsoft.com/office/drawing/2014/main" id="{C829D7F4-4E34-1BB5-3EE1-6A7915CF7E0A}"/>
                    </a:ext>
                  </a:extLst>
                </p14:cNvPr>
                <p14:cNvContentPartPr/>
                <p14:nvPr/>
              </p14:nvContentPartPr>
              <p14:xfrm>
                <a:off x="13872038" y="7984203"/>
                <a:ext cx="30240" cy="9000"/>
              </p14:xfrm>
            </p:contentPart>
          </mc:Choice>
          <mc:Fallback xmlns="">
            <p:pic>
              <p:nvPicPr>
                <p:cNvPr id="108" name="Ink 107">
                  <a:extLst>
                    <a:ext uri="{FF2B5EF4-FFF2-40B4-BE49-F238E27FC236}">
                      <a16:creationId xmlns:a16="http://schemas.microsoft.com/office/drawing/2014/main" id="{C829D7F4-4E34-1BB5-3EE1-6A7915CF7E0A}"/>
                    </a:ext>
                  </a:extLst>
                </p:cNvPr>
                <p:cNvPicPr/>
                <p:nvPr/>
              </p:nvPicPr>
              <p:blipFill>
                <a:blip r:embed="rId126"/>
                <a:stretch>
                  <a:fillRect/>
                </a:stretch>
              </p:blipFill>
              <p:spPr>
                <a:xfrm>
                  <a:off x="13809398" y="7921563"/>
                  <a:ext cx="15588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9" name="Ink 108">
                  <a:extLst>
                    <a:ext uri="{FF2B5EF4-FFF2-40B4-BE49-F238E27FC236}">
                      <a16:creationId xmlns:a16="http://schemas.microsoft.com/office/drawing/2014/main" id="{BCBE6785-1C94-0C91-8651-AAEF345555C9}"/>
                    </a:ext>
                  </a:extLst>
                </p14:cNvPr>
                <p14:cNvContentPartPr/>
                <p14:nvPr/>
              </p14:nvContentPartPr>
              <p14:xfrm>
                <a:off x="13916318" y="8006523"/>
                <a:ext cx="2160" cy="360"/>
              </p14:xfrm>
            </p:contentPart>
          </mc:Choice>
          <mc:Fallback xmlns="">
            <p:pic>
              <p:nvPicPr>
                <p:cNvPr id="109" name="Ink 108">
                  <a:extLst>
                    <a:ext uri="{FF2B5EF4-FFF2-40B4-BE49-F238E27FC236}">
                      <a16:creationId xmlns:a16="http://schemas.microsoft.com/office/drawing/2014/main" id="{BCBE6785-1C94-0C91-8651-AAEF345555C9}"/>
                    </a:ext>
                  </a:extLst>
                </p:cNvPr>
                <p:cNvPicPr/>
                <p:nvPr/>
              </p:nvPicPr>
              <p:blipFill>
                <a:blip r:embed="rId84"/>
                <a:stretch>
                  <a:fillRect/>
                </a:stretch>
              </p:blipFill>
              <p:spPr>
                <a:xfrm>
                  <a:off x="1385367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0" name="Ink 109">
                  <a:extLst>
                    <a:ext uri="{FF2B5EF4-FFF2-40B4-BE49-F238E27FC236}">
                      <a16:creationId xmlns:a16="http://schemas.microsoft.com/office/drawing/2014/main" id="{2F0F98C5-B776-12CA-81E1-A75444305D0E}"/>
                    </a:ext>
                  </a:extLst>
                </p14:cNvPr>
                <p14:cNvContentPartPr/>
                <p14:nvPr/>
              </p14:nvContentPartPr>
              <p14:xfrm>
                <a:off x="13927838" y="7955403"/>
                <a:ext cx="360" cy="6480"/>
              </p14:xfrm>
            </p:contentPart>
          </mc:Choice>
          <mc:Fallback xmlns="">
            <p:pic>
              <p:nvPicPr>
                <p:cNvPr id="110" name="Ink 109">
                  <a:extLst>
                    <a:ext uri="{FF2B5EF4-FFF2-40B4-BE49-F238E27FC236}">
                      <a16:creationId xmlns:a16="http://schemas.microsoft.com/office/drawing/2014/main" id="{2F0F98C5-B776-12CA-81E1-A75444305D0E}"/>
                    </a:ext>
                  </a:extLst>
                </p:cNvPr>
                <p:cNvPicPr/>
                <p:nvPr/>
              </p:nvPicPr>
              <p:blipFill>
                <a:blip r:embed="rId28"/>
                <a:stretch>
                  <a:fillRect/>
                </a:stretch>
              </p:blipFill>
              <p:spPr>
                <a:xfrm>
                  <a:off x="13865198" y="789276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1" name="Ink 110">
                  <a:extLst>
                    <a:ext uri="{FF2B5EF4-FFF2-40B4-BE49-F238E27FC236}">
                      <a16:creationId xmlns:a16="http://schemas.microsoft.com/office/drawing/2014/main" id="{7ACD3774-F0DC-9E2B-F22B-92C58C138E37}"/>
                    </a:ext>
                  </a:extLst>
                </p14:cNvPr>
                <p14:cNvContentPartPr/>
                <p14:nvPr/>
              </p14:nvContentPartPr>
              <p14:xfrm>
                <a:off x="13916318" y="7903923"/>
                <a:ext cx="360" cy="2160"/>
              </p14:xfrm>
            </p:contentPart>
          </mc:Choice>
          <mc:Fallback xmlns="">
            <p:pic>
              <p:nvPicPr>
                <p:cNvPr id="111" name="Ink 110">
                  <a:extLst>
                    <a:ext uri="{FF2B5EF4-FFF2-40B4-BE49-F238E27FC236}">
                      <a16:creationId xmlns:a16="http://schemas.microsoft.com/office/drawing/2014/main" id="{7ACD3774-F0DC-9E2B-F22B-92C58C138E37}"/>
                    </a:ext>
                  </a:extLst>
                </p:cNvPr>
                <p:cNvPicPr/>
                <p:nvPr/>
              </p:nvPicPr>
              <p:blipFill>
                <a:blip r:embed="rId10"/>
                <a:stretch>
                  <a:fillRect/>
                </a:stretch>
              </p:blipFill>
              <p:spPr>
                <a:xfrm>
                  <a:off x="13853678" y="78412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2" name="Ink 111">
                  <a:extLst>
                    <a:ext uri="{FF2B5EF4-FFF2-40B4-BE49-F238E27FC236}">
                      <a16:creationId xmlns:a16="http://schemas.microsoft.com/office/drawing/2014/main" id="{3ECC4AA2-2BF7-BAEF-EB5B-71CAC257C186}"/>
                    </a:ext>
                  </a:extLst>
                </p14:cNvPr>
                <p14:cNvContentPartPr/>
                <p14:nvPr/>
              </p14:nvContentPartPr>
              <p14:xfrm>
                <a:off x="13916318" y="7894923"/>
                <a:ext cx="360" cy="360"/>
              </p14:xfrm>
            </p:contentPart>
          </mc:Choice>
          <mc:Fallback xmlns="">
            <p:pic>
              <p:nvPicPr>
                <p:cNvPr id="112" name="Ink 111">
                  <a:extLst>
                    <a:ext uri="{FF2B5EF4-FFF2-40B4-BE49-F238E27FC236}">
                      <a16:creationId xmlns:a16="http://schemas.microsoft.com/office/drawing/2014/main" id="{3ECC4AA2-2BF7-BAEF-EB5B-71CAC257C186}"/>
                    </a:ext>
                  </a:extLst>
                </p:cNvPr>
                <p:cNvPicPr/>
                <p:nvPr/>
              </p:nvPicPr>
              <p:blipFill>
                <a:blip r:embed="rId4"/>
                <a:stretch>
                  <a:fillRect/>
                </a:stretch>
              </p:blipFill>
              <p:spPr>
                <a:xfrm>
                  <a:off x="13853678" y="7831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13" name="Ink 112">
                  <a:extLst>
                    <a:ext uri="{FF2B5EF4-FFF2-40B4-BE49-F238E27FC236}">
                      <a16:creationId xmlns:a16="http://schemas.microsoft.com/office/drawing/2014/main" id="{8908ACF9-AA28-0C07-24D3-1ABD39996543}"/>
                    </a:ext>
                  </a:extLst>
                </p14:cNvPr>
                <p14:cNvContentPartPr/>
                <p14:nvPr/>
              </p14:nvContentPartPr>
              <p14:xfrm>
                <a:off x="13983278" y="7883763"/>
                <a:ext cx="13680" cy="4680"/>
              </p14:xfrm>
            </p:contentPart>
          </mc:Choice>
          <mc:Fallback xmlns="">
            <p:pic>
              <p:nvPicPr>
                <p:cNvPr id="113" name="Ink 112">
                  <a:extLst>
                    <a:ext uri="{FF2B5EF4-FFF2-40B4-BE49-F238E27FC236}">
                      <a16:creationId xmlns:a16="http://schemas.microsoft.com/office/drawing/2014/main" id="{8908ACF9-AA28-0C07-24D3-1ABD39996543}"/>
                    </a:ext>
                  </a:extLst>
                </p:cNvPr>
                <p:cNvPicPr/>
                <p:nvPr/>
              </p:nvPicPr>
              <p:blipFill>
                <a:blip r:embed="rId132"/>
                <a:stretch>
                  <a:fillRect/>
                </a:stretch>
              </p:blipFill>
              <p:spPr>
                <a:xfrm>
                  <a:off x="13920278" y="7820763"/>
                  <a:ext cx="1393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14" name="Ink 113">
                  <a:extLst>
                    <a:ext uri="{FF2B5EF4-FFF2-40B4-BE49-F238E27FC236}">
                      <a16:creationId xmlns:a16="http://schemas.microsoft.com/office/drawing/2014/main" id="{2BB968C0-0FA2-74D7-D878-BB480D81E70B}"/>
                    </a:ext>
                  </a:extLst>
                </p14:cNvPr>
                <p14:cNvContentPartPr/>
                <p14:nvPr/>
              </p14:nvContentPartPr>
              <p14:xfrm>
                <a:off x="14017118" y="7894923"/>
                <a:ext cx="360" cy="360"/>
              </p14:xfrm>
            </p:contentPart>
          </mc:Choice>
          <mc:Fallback xmlns="">
            <p:pic>
              <p:nvPicPr>
                <p:cNvPr id="114" name="Ink 113">
                  <a:extLst>
                    <a:ext uri="{FF2B5EF4-FFF2-40B4-BE49-F238E27FC236}">
                      <a16:creationId xmlns:a16="http://schemas.microsoft.com/office/drawing/2014/main" id="{2BB968C0-0FA2-74D7-D878-BB480D81E70B}"/>
                    </a:ext>
                  </a:extLst>
                </p:cNvPr>
                <p:cNvPicPr/>
                <p:nvPr/>
              </p:nvPicPr>
              <p:blipFill>
                <a:blip r:embed="rId4"/>
                <a:stretch>
                  <a:fillRect/>
                </a:stretch>
              </p:blipFill>
              <p:spPr>
                <a:xfrm>
                  <a:off x="13954118" y="7831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5" name="Ink 114">
                  <a:extLst>
                    <a:ext uri="{FF2B5EF4-FFF2-40B4-BE49-F238E27FC236}">
                      <a16:creationId xmlns:a16="http://schemas.microsoft.com/office/drawing/2014/main" id="{1930BE9C-242B-23D5-4753-EE14B5FE9545}"/>
                    </a:ext>
                  </a:extLst>
                </p14:cNvPr>
                <p14:cNvContentPartPr/>
                <p14:nvPr/>
              </p14:nvContentPartPr>
              <p14:xfrm>
                <a:off x="14017118" y="7892763"/>
                <a:ext cx="360" cy="2160"/>
              </p14:xfrm>
            </p:contentPart>
          </mc:Choice>
          <mc:Fallback xmlns="">
            <p:pic>
              <p:nvPicPr>
                <p:cNvPr id="115" name="Ink 114">
                  <a:extLst>
                    <a:ext uri="{FF2B5EF4-FFF2-40B4-BE49-F238E27FC236}">
                      <a16:creationId xmlns:a16="http://schemas.microsoft.com/office/drawing/2014/main" id="{1930BE9C-242B-23D5-4753-EE14B5FE9545}"/>
                    </a:ext>
                  </a:extLst>
                </p:cNvPr>
                <p:cNvPicPr/>
                <p:nvPr/>
              </p:nvPicPr>
              <p:blipFill>
                <a:blip r:embed="rId12"/>
                <a:stretch>
                  <a:fillRect/>
                </a:stretch>
              </p:blipFill>
              <p:spPr>
                <a:xfrm>
                  <a:off x="13954118" y="78301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6" name="Ink 115">
                  <a:extLst>
                    <a:ext uri="{FF2B5EF4-FFF2-40B4-BE49-F238E27FC236}">
                      <a16:creationId xmlns:a16="http://schemas.microsoft.com/office/drawing/2014/main" id="{5DE24743-0600-7344-716A-16BB9DAAACDE}"/>
                    </a:ext>
                  </a:extLst>
                </p14:cNvPr>
                <p14:cNvContentPartPr/>
                <p14:nvPr/>
              </p14:nvContentPartPr>
              <p14:xfrm>
                <a:off x="14017118" y="7883763"/>
                <a:ext cx="6480" cy="360"/>
              </p14:xfrm>
            </p:contentPart>
          </mc:Choice>
          <mc:Fallback xmlns="">
            <p:pic>
              <p:nvPicPr>
                <p:cNvPr id="116" name="Ink 115">
                  <a:extLst>
                    <a:ext uri="{FF2B5EF4-FFF2-40B4-BE49-F238E27FC236}">
                      <a16:creationId xmlns:a16="http://schemas.microsoft.com/office/drawing/2014/main" id="{5DE24743-0600-7344-716A-16BB9DAAACDE}"/>
                    </a:ext>
                  </a:extLst>
                </p:cNvPr>
                <p:cNvPicPr/>
                <p:nvPr/>
              </p:nvPicPr>
              <p:blipFill>
                <a:blip r:embed="rId34"/>
                <a:stretch>
                  <a:fillRect/>
                </a:stretch>
              </p:blipFill>
              <p:spPr>
                <a:xfrm>
                  <a:off x="13954118" y="782076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7" name="Ink 116">
                  <a:extLst>
                    <a:ext uri="{FF2B5EF4-FFF2-40B4-BE49-F238E27FC236}">
                      <a16:creationId xmlns:a16="http://schemas.microsoft.com/office/drawing/2014/main" id="{18B8F362-DA9B-A2BC-6271-2703B64A5357}"/>
                    </a:ext>
                  </a:extLst>
                </p14:cNvPr>
                <p14:cNvContentPartPr/>
                <p14:nvPr/>
              </p14:nvContentPartPr>
              <p14:xfrm>
                <a:off x="14072918" y="7872603"/>
                <a:ext cx="6480" cy="360"/>
              </p14:xfrm>
            </p:contentPart>
          </mc:Choice>
          <mc:Fallback xmlns="">
            <p:pic>
              <p:nvPicPr>
                <p:cNvPr id="117" name="Ink 116">
                  <a:extLst>
                    <a:ext uri="{FF2B5EF4-FFF2-40B4-BE49-F238E27FC236}">
                      <a16:creationId xmlns:a16="http://schemas.microsoft.com/office/drawing/2014/main" id="{18B8F362-DA9B-A2BC-6271-2703B64A5357}"/>
                    </a:ext>
                  </a:extLst>
                </p:cNvPr>
                <p:cNvPicPr/>
                <p:nvPr/>
              </p:nvPicPr>
              <p:blipFill>
                <a:blip r:embed="rId34"/>
                <a:stretch>
                  <a:fillRect/>
                </a:stretch>
              </p:blipFill>
              <p:spPr>
                <a:xfrm>
                  <a:off x="14009918" y="780996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8" name="Ink 117">
                  <a:extLst>
                    <a:ext uri="{FF2B5EF4-FFF2-40B4-BE49-F238E27FC236}">
                      <a16:creationId xmlns:a16="http://schemas.microsoft.com/office/drawing/2014/main" id="{24272992-58D9-4BDB-2323-FF7C98BC038A}"/>
                    </a:ext>
                  </a:extLst>
                </p14:cNvPr>
                <p14:cNvContentPartPr/>
                <p14:nvPr/>
              </p14:nvContentPartPr>
              <p14:xfrm>
                <a:off x="14094878" y="7872603"/>
                <a:ext cx="360" cy="360"/>
              </p14:xfrm>
            </p:contentPart>
          </mc:Choice>
          <mc:Fallback xmlns="">
            <p:pic>
              <p:nvPicPr>
                <p:cNvPr id="118" name="Ink 117">
                  <a:extLst>
                    <a:ext uri="{FF2B5EF4-FFF2-40B4-BE49-F238E27FC236}">
                      <a16:creationId xmlns:a16="http://schemas.microsoft.com/office/drawing/2014/main" id="{24272992-58D9-4BDB-2323-FF7C98BC038A}"/>
                    </a:ext>
                  </a:extLst>
                </p:cNvPr>
                <p:cNvPicPr/>
                <p:nvPr/>
              </p:nvPicPr>
              <p:blipFill>
                <a:blip r:embed="rId4"/>
                <a:stretch>
                  <a:fillRect/>
                </a:stretch>
              </p:blipFill>
              <p:spPr>
                <a:xfrm>
                  <a:off x="1403223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9" name="Ink 118">
                  <a:extLst>
                    <a:ext uri="{FF2B5EF4-FFF2-40B4-BE49-F238E27FC236}">
                      <a16:creationId xmlns:a16="http://schemas.microsoft.com/office/drawing/2014/main" id="{B21E1EA3-2965-21B2-F4A8-5F66C7D0C6A9}"/>
                    </a:ext>
                  </a:extLst>
                </p14:cNvPr>
                <p14:cNvContentPartPr/>
                <p14:nvPr/>
              </p14:nvContentPartPr>
              <p14:xfrm>
                <a:off x="14139878" y="7872603"/>
                <a:ext cx="13320" cy="360"/>
              </p14:xfrm>
            </p:contentPart>
          </mc:Choice>
          <mc:Fallback xmlns="">
            <p:pic>
              <p:nvPicPr>
                <p:cNvPr id="119" name="Ink 118">
                  <a:extLst>
                    <a:ext uri="{FF2B5EF4-FFF2-40B4-BE49-F238E27FC236}">
                      <a16:creationId xmlns:a16="http://schemas.microsoft.com/office/drawing/2014/main" id="{B21E1EA3-2965-21B2-F4A8-5F66C7D0C6A9}"/>
                    </a:ext>
                  </a:extLst>
                </p:cNvPr>
                <p:cNvPicPr/>
                <p:nvPr/>
              </p:nvPicPr>
              <p:blipFill>
                <a:blip r:embed="rId139"/>
                <a:stretch>
                  <a:fillRect/>
                </a:stretch>
              </p:blipFill>
              <p:spPr>
                <a:xfrm>
                  <a:off x="14076878" y="780996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20" name="Ink 119">
                  <a:extLst>
                    <a:ext uri="{FF2B5EF4-FFF2-40B4-BE49-F238E27FC236}">
                      <a16:creationId xmlns:a16="http://schemas.microsoft.com/office/drawing/2014/main" id="{7692C6C7-F59C-0E5B-BB0E-25471BF6FE61}"/>
                    </a:ext>
                  </a:extLst>
                </p14:cNvPr>
                <p14:cNvContentPartPr/>
                <p14:nvPr/>
              </p14:nvContentPartPr>
              <p14:xfrm>
                <a:off x="14172998" y="7872603"/>
                <a:ext cx="13680" cy="360"/>
              </p14:xfrm>
            </p:contentPart>
          </mc:Choice>
          <mc:Fallback xmlns="">
            <p:pic>
              <p:nvPicPr>
                <p:cNvPr id="120" name="Ink 119">
                  <a:extLst>
                    <a:ext uri="{FF2B5EF4-FFF2-40B4-BE49-F238E27FC236}">
                      <a16:creationId xmlns:a16="http://schemas.microsoft.com/office/drawing/2014/main" id="{7692C6C7-F59C-0E5B-BB0E-25471BF6FE61}"/>
                    </a:ext>
                  </a:extLst>
                </p:cNvPr>
                <p:cNvPicPr/>
                <p:nvPr/>
              </p:nvPicPr>
              <p:blipFill>
                <a:blip r:embed="rId141"/>
                <a:stretch>
                  <a:fillRect/>
                </a:stretch>
              </p:blipFill>
              <p:spPr>
                <a:xfrm>
                  <a:off x="14109998" y="7809963"/>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21" name="Ink 120">
                  <a:extLst>
                    <a:ext uri="{FF2B5EF4-FFF2-40B4-BE49-F238E27FC236}">
                      <a16:creationId xmlns:a16="http://schemas.microsoft.com/office/drawing/2014/main" id="{CCBF96EC-B567-DC10-5716-4E18DD5AB822}"/>
                    </a:ext>
                  </a:extLst>
                </p14:cNvPr>
                <p14:cNvContentPartPr/>
                <p14:nvPr/>
              </p14:nvContentPartPr>
              <p14:xfrm>
                <a:off x="14217638" y="7872603"/>
                <a:ext cx="22320" cy="360"/>
              </p14:xfrm>
            </p:contentPart>
          </mc:Choice>
          <mc:Fallback xmlns="">
            <p:pic>
              <p:nvPicPr>
                <p:cNvPr id="121" name="Ink 120">
                  <a:extLst>
                    <a:ext uri="{FF2B5EF4-FFF2-40B4-BE49-F238E27FC236}">
                      <a16:creationId xmlns:a16="http://schemas.microsoft.com/office/drawing/2014/main" id="{CCBF96EC-B567-DC10-5716-4E18DD5AB822}"/>
                    </a:ext>
                  </a:extLst>
                </p:cNvPr>
                <p:cNvPicPr/>
                <p:nvPr/>
              </p:nvPicPr>
              <p:blipFill>
                <a:blip r:embed="rId48"/>
                <a:stretch>
                  <a:fillRect/>
                </a:stretch>
              </p:blipFill>
              <p:spPr>
                <a:xfrm>
                  <a:off x="14154998" y="780996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22" name="Ink 121">
                  <a:extLst>
                    <a:ext uri="{FF2B5EF4-FFF2-40B4-BE49-F238E27FC236}">
                      <a16:creationId xmlns:a16="http://schemas.microsoft.com/office/drawing/2014/main" id="{23027716-0A81-787F-EC50-D0E255DE798C}"/>
                    </a:ext>
                  </a:extLst>
                </p14:cNvPr>
                <p14:cNvContentPartPr/>
                <p14:nvPr/>
              </p14:nvContentPartPr>
              <p14:xfrm>
                <a:off x="14295758" y="7872603"/>
                <a:ext cx="22320" cy="360"/>
              </p14:xfrm>
            </p:contentPart>
          </mc:Choice>
          <mc:Fallback xmlns="">
            <p:pic>
              <p:nvPicPr>
                <p:cNvPr id="122" name="Ink 121">
                  <a:extLst>
                    <a:ext uri="{FF2B5EF4-FFF2-40B4-BE49-F238E27FC236}">
                      <a16:creationId xmlns:a16="http://schemas.microsoft.com/office/drawing/2014/main" id="{23027716-0A81-787F-EC50-D0E255DE798C}"/>
                    </a:ext>
                  </a:extLst>
                </p:cNvPr>
                <p:cNvPicPr/>
                <p:nvPr/>
              </p:nvPicPr>
              <p:blipFill>
                <a:blip r:embed="rId48"/>
                <a:stretch>
                  <a:fillRect/>
                </a:stretch>
              </p:blipFill>
              <p:spPr>
                <a:xfrm>
                  <a:off x="14232758" y="780996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3" name="Ink 122">
                  <a:extLst>
                    <a:ext uri="{FF2B5EF4-FFF2-40B4-BE49-F238E27FC236}">
                      <a16:creationId xmlns:a16="http://schemas.microsoft.com/office/drawing/2014/main" id="{7343B945-A449-FEE9-10A0-605CBDD9893F}"/>
                    </a:ext>
                  </a:extLst>
                </p14:cNvPr>
                <p14:cNvContentPartPr/>
                <p14:nvPr/>
              </p14:nvContentPartPr>
              <p14:xfrm>
                <a:off x="14373518" y="7872603"/>
                <a:ext cx="59760" cy="15840"/>
              </p14:xfrm>
            </p:contentPart>
          </mc:Choice>
          <mc:Fallback xmlns="">
            <p:pic>
              <p:nvPicPr>
                <p:cNvPr id="123" name="Ink 122">
                  <a:extLst>
                    <a:ext uri="{FF2B5EF4-FFF2-40B4-BE49-F238E27FC236}">
                      <a16:creationId xmlns:a16="http://schemas.microsoft.com/office/drawing/2014/main" id="{7343B945-A449-FEE9-10A0-605CBDD9893F}"/>
                    </a:ext>
                  </a:extLst>
                </p:cNvPr>
                <p:cNvPicPr/>
                <p:nvPr/>
              </p:nvPicPr>
              <p:blipFill>
                <a:blip r:embed="rId145"/>
                <a:stretch>
                  <a:fillRect/>
                </a:stretch>
              </p:blipFill>
              <p:spPr>
                <a:xfrm>
                  <a:off x="14310878" y="7809963"/>
                  <a:ext cx="18540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24" name="Ink 123">
                  <a:extLst>
                    <a:ext uri="{FF2B5EF4-FFF2-40B4-BE49-F238E27FC236}">
                      <a16:creationId xmlns:a16="http://schemas.microsoft.com/office/drawing/2014/main" id="{4D44E84C-A2DA-FDEC-0FC0-A9DC1E0A0FF2}"/>
                    </a:ext>
                  </a:extLst>
                </p14:cNvPr>
                <p14:cNvContentPartPr/>
                <p14:nvPr/>
              </p14:nvContentPartPr>
              <p14:xfrm>
                <a:off x="14451638" y="7894923"/>
                <a:ext cx="360" cy="66600"/>
              </p14:xfrm>
            </p:contentPart>
          </mc:Choice>
          <mc:Fallback xmlns="">
            <p:pic>
              <p:nvPicPr>
                <p:cNvPr id="124" name="Ink 123">
                  <a:extLst>
                    <a:ext uri="{FF2B5EF4-FFF2-40B4-BE49-F238E27FC236}">
                      <a16:creationId xmlns:a16="http://schemas.microsoft.com/office/drawing/2014/main" id="{4D44E84C-A2DA-FDEC-0FC0-A9DC1E0A0FF2}"/>
                    </a:ext>
                  </a:extLst>
                </p:cNvPr>
                <p:cNvPicPr/>
                <p:nvPr/>
              </p:nvPicPr>
              <p:blipFill>
                <a:blip r:embed="rId147"/>
                <a:stretch>
                  <a:fillRect/>
                </a:stretch>
              </p:blipFill>
              <p:spPr>
                <a:xfrm>
                  <a:off x="14388638" y="7831923"/>
                  <a:ext cx="1260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5" name="Ink 124">
                  <a:extLst>
                    <a:ext uri="{FF2B5EF4-FFF2-40B4-BE49-F238E27FC236}">
                      <a16:creationId xmlns:a16="http://schemas.microsoft.com/office/drawing/2014/main" id="{3623F902-4BC7-718B-C730-0FE2DD90ACB7}"/>
                    </a:ext>
                  </a:extLst>
                </p14:cNvPr>
                <p14:cNvContentPartPr/>
                <p14:nvPr/>
              </p14:nvContentPartPr>
              <p14:xfrm>
                <a:off x="14451638" y="7984203"/>
                <a:ext cx="360" cy="360"/>
              </p14:xfrm>
            </p:contentPart>
          </mc:Choice>
          <mc:Fallback xmlns="">
            <p:pic>
              <p:nvPicPr>
                <p:cNvPr id="125" name="Ink 124">
                  <a:extLst>
                    <a:ext uri="{FF2B5EF4-FFF2-40B4-BE49-F238E27FC236}">
                      <a16:creationId xmlns:a16="http://schemas.microsoft.com/office/drawing/2014/main" id="{3623F902-4BC7-718B-C730-0FE2DD90ACB7}"/>
                    </a:ext>
                  </a:extLst>
                </p:cNvPr>
                <p:cNvPicPr/>
                <p:nvPr/>
              </p:nvPicPr>
              <p:blipFill>
                <a:blip r:embed="rId4"/>
                <a:stretch>
                  <a:fillRect/>
                </a:stretch>
              </p:blipFill>
              <p:spPr>
                <a:xfrm>
                  <a:off x="1438863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6" name="Ink 125">
                  <a:extLst>
                    <a:ext uri="{FF2B5EF4-FFF2-40B4-BE49-F238E27FC236}">
                      <a16:creationId xmlns:a16="http://schemas.microsoft.com/office/drawing/2014/main" id="{D2A6DF06-8BE7-729E-B178-8B1E300F49AE}"/>
                    </a:ext>
                  </a:extLst>
                </p14:cNvPr>
                <p14:cNvContentPartPr/>
                <p14:nvPr/>
              </p14:nvContentPartPr>
              <p14:xfrm>
                <a:off x="14423198" y="7984203"/>
                <a:ext cx="17640" cy="4680"/>
              </p14:xfrm>
            </p:contentPart>
          </mc:Choice>
          <mc:Fallback xmlns="">
            <p:pic>
              <p:nvPicPr>
                <p:cNvPr id="126" name="Ink 125">
                  <a:extLst>
                    <a:ext uri="{FF2B5EF4-FFF2-40B4-BE49-F238E27FC236}">
                      <a16:creationId xmlns:a16="http://schemas.microsoft.com/office/drawing/2014/main" id="{D2A6DF06-8BE7-729E-B178-8B1E300F49AE}"/>
                    </a:ext>
                  </a:extLst>
                </p:cNvPr>
                <p:cNvPicPr/>
                <p:nvPr/>
              </p:nvPicPr>
              <p:blipFill>
                <a:blip r:embed="rId150"/>
                <a:stretch>
                  <a:fillRect/>
                </a:stretch>
              </p:blipFill>
              <p:spPr>
                <a:xfrm>
                  <a:off x="14360558" y="7921563"/>
                  <a:ext cx="1432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7" name="Ink 126">
                  <a:extLst>
                    <a:ext uri="{FF2B5EF4-FFF2-40B4-BE49-F238E27FC236}">
                      <a16:creationId xmlns:a16="http://schemas.microsoft.com/office/drawing/2014/main" id="{820FBC51-5F44-09EB-39EB-DDE083AEA3DD}"/>
                    </a:ext>
                  </a:extLst>
                </p14:cNvPr>
                <p14:cNvContentPartPr/>
                <p14:nvPr/>
              </p14:nvContentPartPr>
              <p14:xfrm>
                <a:off x="14295758" y="7984203"/>
                <a:ext cx="360" cy="360"/>
              </p14:xfrm>
            </p:contentPart>
          </mc:Choice>
          <mc:Fallback xmlns="">
            <p:pic>
              <p:nvPicPr>
                <p:cNvPr id="127" name="Ink 126">
                  <a:extLst>
                    <a:ext uri="{FF2B5EF4-FFF2-40B4-BE49-F238E27FC236}">
                      <a16:creationId xmlns:a16="http://schemas.microsoft.com/office/drawing/2014/main" id="{820FBC51-5F44-09EB-39EB-DDE083AEA3DD}"/>
                    </a:ext>
                  </a:extLst>
                </p:cNvPr>
                <p:cNvPicPr/>
                <p:nvPr/>
              </p:nvPicPr>
              <p:blipFill>
                <a:blip r:embed="rId4"/>
                <a:stretch>
                  <a:fillRect/>
                </a:stretch>
              </p:blipFill>
              <p:spPr>
                <a:xfrm>
                  <a:off x="1423275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8" name="Ink 127">
                  <a:extLst>
                    <a:ext uri="{FF2B5EF4-FFF2-40B4-BE49-F238E27FC236}">
                      <a16:creationId xmlns:a16="http://schemas.microsoft.com/office/drawing/2014/main" id="{AB9CFE7A-27D7-F1FF-1D11-935CC1AB1CF8}"/>
                    </a:ext>
                  </a:extLst>
                </p14:cNvPr>
                <p14:cNvContentPartPr/>
                <p14:nvPr/>
              </p14:nvContentPartPr>
              <p14:xfrm>
                <a:off x="14267318" y="7972683"/>
                <a:ext cx="6840" cy="360"/>
              </p14:xfrm>
            </p:contentPart>
          </mc:Choice>
          <mc:Fallback xmlns="">
            <p:pic>
              <p:nvPicPr>
                <p:cNvPr id="128" name="Ink 127">
                  <a:extLst>
                    <a:ext uri="{FF2B5EF4-FFF2-40B4-BE49-F238E27FC236}">
                      <a16:creationId xmlns:a16="http://schemas.microsoft.com/office/drawing/2014/main" id="{AB9CFE7A-27D7-F1FF-1D11-935CC1AB1CF8}"/>
                    </a:ext>
                  </a:extLst>
                </p:cNvPr>
                <p:cNvPicPr/>
                <p:nvPr/>
              </p:nvPicPr>
              <p:blipFill>
                <a:blip r:embed="rId34"/>
                <a:stretch>
                  <a:fillRect/>
                </a:stretch>
              </p:blipFill>
              <p:spPr>
                <a:xfrm>
                  <a:off x="14204318" y="791004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9" name="Ink 128">
                  <a:extLst>
                    <a:ext uri="{FF2B5EF4-FFF2-40B4-BE49-F238E27FC236}">
                      <a16:creationId xmlns:a16="http://schemas.microsoft.com/office/drawing/2014/main" id="{1E49A22F-03A9-859D-DACA-0FC1246651E3}"/>
                    </a:ext>
                  </a:extLst>
                </p14:cNvPr>
                <p14:cNvContentPartPr/>
                <p14:nvPr/>
              </p14:nvContentPartPr>
              <p14:xfrm>
                <a:off x="14204678" y="7961883"/>
                <a:ext cx="13320" cy="360"/>
              </p14:xfrm>
            </p:contentPart>
          </mc:Choice>
          <mc:Fallback xmlns="">
            <p:pic>
              <p:nvPicPr>
                <p:cNvPr id="129" name="Ink 128">
                  <a:extLst>
                    <a:ext uri="{FF2B5EF4-FFF2-40B4-BE49-F238E27FC236}">
                      <a16:creationId xmlns:a16="http://schemas.microsoft.com/office/drawing/2014/main" id="{1E49A22F-03A9-859D-DACA-0FC1246651E3}"/>
                    </a:ext>
                  </a:extLst>
                </p:cNvPr>
                <p:cNvPicPr/>
                <p:nvPr/>
              </p:nvPicPr>
              <p:blipFill>
                <a:blip r:embed="rId139"/>
                <a:stretch>
                  <a:fillRect/>
                </a:stretch>
              </p:blipFill>
              <p:spPr>
                <a:xfrm>
                  <a:off x="14141678" y="789888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30" name="Ink 129">
                  <a:extLst>
                    <a:ext uri="{FF2B5EF4-FFF2-40B4-BE49-F238E27FC236}">
                      <a16:creationId xmlns:a16="http://schemas.microsoft.com/office/drawing/2014/main" id="{97234498-426C-5A6D-960C-51A12A790DB8}"/>
                    </a:ext>
                  </a:extLst>
                </p14:cNvPr>
                <p14:cNvContentPartPr/>
                <p14:nvPr/>
              </p14:nvContentPartPr>
              <p14:xfrm>
                <a:off x="14106038" y="7950723"/>
                <a:ext cx="360" cy="360"/>
              </p14:xfrm>
            </p:contentPart>
          </mc:Choice>
          <mc:Fallback xmlns="">
            <p:pic>
              <p:nvPicPr>
                <p:cNvPr id="130" name="Ink 129">
                  <a:extLst>
                    <a:ext uri="{FF2B5EF4-FFF2-40B4-BE49-F238E27FC236}">
                      <a16:creationId xmlns:a16="http://schemas.microsoft.com/office/drawing/2014/main" id="{97234498-426C-5A6D-960C-51A12A790DB8}"/>
                    </a:ext>
                  </a:extLst>
                </p:cNvPr>
                <p:cNvPicPr/>
                <p:nvPr/>
              </p:nvPicPr>
              <p:blipFill>
                <a:blip r:embed="rId4"/>
                <a:stretch>
                  <a:fillRect/>
                </a:stretch>
              </p:blipFill>
              <p:spPr>
                <a:xfrm>
                  <a:off x="1404303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31" name="Ink 130">
                  <a:extLst>
                    <a:ext uri="{FF2B5EF4-FFF2-40B4-BE49-F238E27FC236}">
                      <a16:creationId xmlns:a16="http://schemas.microsoft.com/office/drawing/2014/main" id="{5B10D4DE-5D3E-E0FC-2F4E-3116D7DFE198}"/>
                    </a:ext>
                  </a:extLst>
                </p14:cNvPr>
                <p14:cNvContentPartPr/>
                <p14:nvPr/>
              </p14:nvContentPartPr>
              <p14:xfrm>
                <a:off x="14084078" y="7950723"/>
                <a:ext cx="360" cy="6480"/>
              </p14:xfrm>
            </p:contentPart>
          </mc:Choice>
          <mc:Fallback xmlns="">
            <p:pic>
              <p:nvPicPr>
                <p:cNvPr id="131" name="Ink 130">
                  <a:extLst>
                    <a:ext uri="{FF2B5EF4-FFF2-40B4-BE49-F238E27FC236}">
                      <a16:creationId xmlns:a16="http://schemas.microsoft.com/office/drawing/2014/main" id="{5B10D4DE-5D3E-E0FC-2F4E-3116D7DFE198}"/>
                    </a:ext>
                  </a:extLst>
                </p:cNvPr>
                <p:cNvPicPr/>
                <p:nvPr/>
              </p:nvPicPr>
              <p:blipFill>
                <a:blip r:embed="rId156"/>
                <a:stretch>
                  <a:fillRect/>
                </a:stretch>
              </p:blipFill>
              <p:spPr>
                <a:xfrm>
                  <a:off x="14021078" y="788772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32" name="Ink 131">
                  <a:extLst>
                    <a:ext uri="{FF2B5EF4-FFF2-40B4-BE49-F238E27FC236}">
                      <a16:creationId xmlns:a16="http://schemas.microsoft.com/office/drawing/2014/main" id="{C637C715-AA9C-27D7-E327-6FD080C9B367}"/>
                    </a:ext>
                  </a:extLst>
                </p14:cNvPr>
                <p14:cNvContentPartPr/>
                <p14:nvPr/>
              </p14:nvContentPartPr>
              <p14:xfrm>
                <a:off x="14084078" y="7972683"/>
                <a:ext cx="360" cy="360"/>
              </p14:xfrm>
            </p:contentPart>
          </mc:Choice>
          <mc:Fallback xmlns="">
            <p:pic>
              <p:nvPicPr>
                <p:cNvPr id="132" name="Ink 131">
                  <a:extLst>
                    <a:ext uri="{FF2B5EF4-FFF2-40B4-BE49-F238E27FC236}">
                      <a16:creationId xmlns:a16="http://schemas.microsoft.com/office/drawing/2014/main" id="{C637C715-AA9C-27D7-E327-6FD080C9B367}"/>
                    </a:ext>
                  </a:extLst>
                </p:cNvPr>
                <p:cNvPicPr/>
                <p:nvPr/>
              </p:nvPicPr>
              <p:blipFill>
                <a:blip r:embed="rId4"/>
                <a:stretch>
                  <a:fillRect/>
                </a:stretch>
              </p:blipFill>
              <p:spPr>
                <a:xfrm>
                  <a:off x="14021078" y="79100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33" name="Ink 132">
                  <a:extLst>
                    <a:ext uri="{FF2B5EF4-FFF2-40B4-BE49-F238E27FC236}">
                      <a16:creationId xmlns:a16="http://schemas.microsoft.com/office/drawing/2014/main" id="{24ECAECE-9B74-0A46-9A0B-598B31EEE3C2}"/>
                    </a:ext>
                  </a:extLst>
                </p14:cNvPr>
                <p14:cNvContentPartPr/>
                <p14:nvPr/>
              </p14:nvContentPartPr>
              <p14:xfrm>
                <a:off x="14106038" y="7972683"/>
                <a:ext cx="360" cy="360"/>
              </p14:xfrm>
            </p:contentPart>
          </mc:Choice>
          <mc:Fallback xmlns="">
            <p:pic>
              <p:nvPicPr>
                <p:cNvPr id="133" name="Ink 132">
                  <a:extLst>
                    <a:ext uri="{FF2B5EF4-FFF2-40B4-BE49-F238E27FC236}">
                      <a16:creationId xmlns:a16="http://schemas.microsoft.com/office/drawing/2014/main" id="{24ECAECE-9B74-0A46-9A0B-598B31EEE3C2}"/>
                    </a:ext>
                  </a:extLst>
                </p:cNvPr>
                <p:cNvPicPr/>
                <p:nvPr/>
              </p:nvPicPr>
              <p:blipFill>
                <a:blip r:embed="rId4"/>
                <a:stretch>
                  <a:fillRect/>
                </a:stretch>
              </p:blipFill>
              <p:spPr>
                <a:xfrm>
                  <a:off x="14043038" y="79100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4" name="Ink 133">
                  <a:extLst>
                    <a:ext uri="{FF2B5EF4-FFF2-40B4-BE49-F238E27FC236}">
                      <a16:creationId xmlns:a16="http://schemas.microsoft.com/office/drawing/2014/main" id="{D8477198-231C-28EE-165F-A0B4CC76AF92}"/>
                    </a:ext>
                  </a:extLst>
                </p14:cNvPr>
                <p14:cNvContentPartPr/>
                <p14:nvPr/>
              </p14:nvContentPartPr>
              <p14:xfrm>
                <a:off x="14117198" y="7972683"/>
                <a:ext cx="360" cy="360"/>
              </p14:xfrm>
            </p:contentPart>
          </mc:Choice>
          <mc:Fallback xmlns="">
            <p:pic>
              <p:nvPicPr>
                <p:cNvPr id="134" name="Ink 133">
                  <a:extLst>
                    <a:ext uri="{FF2B5EF4-FFF2-40B4-BE49-F238E27FC236}">
                      <a16:creationId xmlns:a16="http://schemas.microsoft.com/office/drawing/2014/main" id="{D8477198-231C-28EE-165F-A0B4CC76AF92}"/>
                    </a:ext>
                  </a:extLst>
                </p:cNvPr>
                <p:cNvPicPr/>
                <p:nvPr/>
              </p:nvPicPr>
              <p:blipFill>
                <a:blip r:embed="rId4"/>
                <a:stretch>
                  <a:fillRect/>
                </a:stretch>
              </p:blipFill>
              <p:spPr>
                <a:xfrm>
                  <a:off x="14054198" y="79100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5" name="Ink 134">
                  <a:extLst>
                    <a:ext uri="{FF2B5EF4-FFF2-40B4-BE49-F238E27FC236}">
                      <a16:creationId xmlns:a16="http://schemas.microsoft.com/office/drawing/2014/main" id="{3B88FF76-ABC8-69B0-B576-D42070A2DF4E}"/>
                    </a:ext>
                  </a:extLst>
                </p14:cNvPr>
                <p14:cNvContentPartPr/>
                <p14:nvPr/>
              </p14:nvContentPartPr>
              <p14:xfrm>
                <a:off x="14027918" y="7984203"/>
                <a:ext cx="360" cy="360"/>
              </p14:xfrm>
            </p:contentPart>
          </mc:Choice>
          <mc:Fallback xmlns="">
            <p:pic>
              <p:nvPicPr>
                <p:cNvPr id="135" name="Ink 134">
                  <a:extLst>
                    <a:ext uri="{FF2B5EF4-FFF2-40B4-BE49-F238E27FC236}">
                      <a16:creationId xmlns:a16="http://schemas.microsoft.com/office/drawing/2014/main" id="{3B88FF76-ABC8-69B0-B576-D42070A2DF4E}"/>
                    </a:ext>
                  </a:extLst>
                </p:cNvPr>
                <p:cNvPicPr/>
                <p:nvPr/>
              </p:nvPicPr>
              <p:blipFill>
                <a:blip r:embed="rId4"/>
                <a:stretch>
                  <a:fillRect/>
                </a:stretch>
              </p:blipFill>
              <p:spPr>
                <a:xfrm>
                  <a:off x="1396527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6" name="Ink 135">
                  <a:extLst>
                    <a:ext uri="{FF2B5EF4-FFF2-40B4-BE49-F238E27FC236}">
                      <a16:creationId xmlns:a16="http://schemas.microsoft.com/office/drawing/2014/main" id="{CA7D2A1C-D465-CE24-6916-73B233754A81}"/>
                    </a:ext>
                  </a:extLst>
                </p14:cNvPr>
                <p14:cNvContentPartPr/>
                <p14:nvPr/>
              </p14:nvContentPartPr>
              <p14:xfrm>
                <a:off x="14027918" y="7984203"/>
                <a:ext cx="13320" cy="360"/>
              </p14:xfrm>
            </p:contentPart>
          </mc:Choice>
          <mc:Fallback xmlns="">
            <p:pic>
              <p:nvPicPr>
                <p:cNvPr id="136" name="Ink 135">
                  <a:extLst>
                    <a:ext uri="{FF2B5EF4-FFF2-40B4-BE49-F238E27FC236}">
                      <a16:creationId xmlns:a16="http://schemas.microsoft.com/office/drawing/2014/main" id="{CA7D2A1C-D465-CE24-6916-73B233754A81}"/>
                    </a:ext>
                  </a:extLst>
                </p:cNvPr>
                <p:cNvPicPr/>
                <p:nvPr/>
              </p:nvPicPr>
              <p:blipFill>
                <a:blip r:embed="rId141"/>
                <a:stretch>
                  <a:fillRect/>
                </a:stretch>
              </p:blipFill>
              <p:spPr>
                <a:xfrm>
                  <a:off x="13965278" y="792156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37" name="Ink 136">
                  <a:extLst>
                    <a:ext uri="{FF2B5EF4-FFF2-40B4-BE49-F238E27FC236}">
                      <a16:creationId xmlns:a16="http://schemas.microsoft.com/office/drawing/2014/main" id="{899B5DE5-180D-8E99-5E61-F359D771AC8D}"/>
                    </a:ext>
                  </a:extLst>
                </p14:cNvPr>
                <p14:cNvContentPartPr/>
                <p14:nvPr/>
              </p14:nvContentPartPr>
              <p14:xfrm>
                <a:off x="14084078" y="7984203"/>
                <a:ext cx="22320" cy="360"/>
              </p14:xfrm>
            </p:contentPart>
          </mc:Choice>
          <mc:Fallback xmlns="">
            <p:pic>
              <p:nvPicPr>
                <p:cNvPr id="137" name="Ink 136">
                  <a:extLst>
                    <a:ext uri="{FF2B5EF4-FFF2-40B4-BE49-F238E27FC236}">
                      <a16:creationId xmlns:a16="http://schemas.microsoft.com/office/drawing/2014/main" id="{899B5DE5-180D-8E99-5E61-F359D771AC8D}"/>
                    </a:ext>
                  </a:extLst>
                </p:cNvPr>
                <p:cNvPicPr/>
                <p:nvPr/>
              </p:nvPicPr>
              <p:blipFill>
                <a:blip r:embed="rId48"/>
                <a:stretch>
                  <a:fillRect/>
                </a:stretch>
              </p:blipFill>
              <p:spPr>
                <a:xfrm>
                  <a:off x="14021078" y="792156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8" name="Ink 137">
                  <a:extLst>
                    <a:ext uri="{FF2B5EF4-FFF2-40B4-BE49-F238E27FC236}">
                      <a16:creationId xmlns:a16="http://schemas.microsoft.com/office/drawing/2014/main" id="{AF3F9831-D7F0-AB05-B03A-67035264BE53}"/>
                    </a:ext>
                  </a:extLst>
                </p14:cNvPr>
                <p14:cNvContentPartPr/>
                <p14:nvPr/>
              </p14:nvContentPartPr>
              <p14:xfrm>
                <a:off x="14184158" y="7939563"/>
                <a:ext cx="360" cy="360"/>
              </p14:xfrm>
            </p:contentPart>
          </mc:Choice>
          <mc:Fallback xmlns="">
            <p:pic>
              <p:nvPicPr>
                <p:cNvPr id="138" name="Ink 137">
                  <a:extLst>
                    <a:ext uri="{FF2B5EF4-FFF2-40B4-BE49-F238E27FC236}">
                      <a16:creationId xmlns:a16="http://schemas.microsoft.com/office/drawing/2014/main" id="{AF3F9831-D7F0-AB05-B03A-67035264BE53}"/>
                    </a:ext>
                  </a:extLst>
                </p:cNvPr>
                <p:cNvPicPr/>
                <p:nvPr/>
              </p:nvPicPr>
              <p:blipFill>
                <a:blip r:embed="rId4"/>
                <a:stretch>
                  <a:fillRect/>
                </a:stretch>
              </p:blipFill>
              <p:spPr>
                <a:xfrm>
                  <a:off x="14121158" y="7876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39" name="Ink 138">
                  <a:extLst>
                    <a:ext uri="{FF2B5EF4-FFF2-40B4-BE49-F238E27FC236}">
                      <a16:creationId xmlns:a16="http://schemas.microsoft.com/office/drawing/2014/main" id="{DB63D024-9453-9548-0BC8-B08F0B9DAF19}"/>
                    </a:ext>
                  </a:extLst>
                </p14:cNvPr>
                <p14:cNvContentPartPr/>
                <p14:nvPr/>
              </p14:nvContentPartPr>
              <p14:xfrm>
                <a:off x="14184158" y="7939563"/>
                <a:ext cx="360" cy="360"/>
              </p14:xfrm>
            </p:contentPart>
          </mc:Choice>
          <mc:Fallback xmlns="">
            <p:pic>
              <p:nvPicPr>
                <p:cNvPr id="139" name="Ink 138">
                  <a:extLst>
                    <a:ext uri="{FF2B5EF4-FFF2-40B4-BE49-F238E27FC236}">
                      <a16:creationId xmlns:a16="http://schemas.microsoft.com/office/drawing/2014/main" id="{DB63D024-9453-9548-0BC8-B08F0B9DAF19}"/>
                    </a:ext>
                  </a:extLst>
                </p:cNvPr>
                <p:cNvPicPr/>
                <p:nvPr/>
              </p:nvPicPr>
              <p:blipFill>
                <a:blip r:embed="rId4"/>
                <a:stretch>
                  <a:fillRect/>
                </a:stretch>
              </p:blipFill>
              <p:spPr>
                <a:xfrm>
                  <a:off x="14121158" y="7876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41" name="Ink 140">
                  <a:extLst>
                    <a:ext uri="{FF2B5EF4-FFF2-40B4-BE49-F238E27FC236}">
                      <a16:creationId xmlns:a16="http://schemas.microsoft.com/office/drawing/2014/main" id="{A28BA420-268B-D9F7-17CE-2B33F472C12C}"/>
                    </a:ext>
                  </a:extLst>
                </p14:cNvPr>
                <p14:cNvContentPartPr/>
                <p14:nvPr/>
              </p14:nvContentPartPr>
              <p14:xfrm>
                <a:off x="14351558" y="8060523"/>
                <a:ext cx="360" cy="2160"/>
              </p14:xfrm>
            </p:contentPart>
          </mc:Choice>
          <mc:Fallback xmlns="">
            <p:pic>
              <p:nvPicPr>
                <p:cNvPr id="141" name="Ink 140">
                  <a:extLst>
                    <a:ext uri="{FF2B5EF4-FFF2-40B4-BE49-F238E27FC236}">
                      <a16:creationId xmlns:a16="http://schemas.microsoft.com/office/drawing/2014/main" id="{A28BA420-268B-D9F7-17CE-2B33F472C12C}"/>
                    </a:ext>
                  </a:extLst>
                </p:cNvPr>
                <p:cNvPicPr/>
                <p:nvPr/>
              </p:nvPicPr>
              <p:blipFill>
                <a:blip r:embed="rId10"/>
                <a:stretch>
                  <a:fillRect/>
                </a:stretch>
              </p:blipFill>
              <p:spPr>
                <a:xfrm>
                  <a:off x="14288558" y="79975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42" name="Ink 141">
                  <a:extLst>
                    <a:ext uri="{FF2B5EF4-FFF2-40B4-BE49-F238E27FC236}">
                      <a16:creationId xmlns:a16="http://schemas.microsoft.com/office/drawing/2014/main" id="{7281AD29-201F-C8E9-A7C5-DB9095B52A66}"/>
                    </a:ext>
                  </a:extLst>
                </p14:cNvPr>
                <p14:cNvContentPartPr/>
                <p14:nvPr/>
              </p14:nvContentPartPr>
              <p14:xfrm>
                <a:off x="14351558" y="8051163"/>
                <a:ext cx="360" cy="360"/>
              </p14:xfrm>
            </p:contentPart>
          </mc:Choice>
          <mc:Fallback xmlns="">
            <p:pic>
              <p:nvPicPr>
                <p:cNvPr id="142" name="Ink 141">
                  <a:extLst>
                    <a:ext uri="{FF2B5EF4-FFF2-40B4-BE49-F238E27FC236}">
                      <a16:creationId xmlns:a16="http://schemas.microsoft.com/office/drawing/2014/main" id="{7281AD29-201F-C8E9-A7C5-DB9095B52A66}"/>
                    </a:ext>
                  </a:extLst>
                </p:cNvPr>
                <p:cNvPicPr/>
                <p:nvPr/>
              </p:nvPicPr>
              <p:blipFill>
                <a:blip r:embed="rId4"/>
                <a:stretch>
                  <a:fillRect/>
                </a:stretch>
              </p:blipFill>
              <p:spPr>
                <a:xfrm>
                  <a:off x="1428855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43" name="Ink 142">
                  <a:extLst>
                    <a:ext uri="{FF2B5EF4-FFF2-40B4-BE49-F238E27FC236}">
                      <a16:creationId xmlns:a16="http://schemas.microsoft.com/office/drawing/2014/main" id="{433E908E-A50C-3DCA-93A4-B964E50A022D}"/>
                    </a:ext>
                  </a:extLst>
                </p14:cNvPr>
                <p14:cNvContentPartPr/>
                <p14:nvPr/>
              </p14:nvContentPartPr>
              <p14:xfrm>
                <a:off x="14322758" y="8051163"/>
                <a:ext cx="6840" cy="360"/>
              </p14:xfrm>
            </p:contentPart>
          </mc:Choice>
          <mc:Fallback xmlns="">
            <p:pic>
              <p:nvPicPr>
                <p:cNvPr id="143" name="Ink 142">
                  <a:extLst>
                    <a:ext uri="{FF2B5EF4-FFF2-40B4-BE49-F238E27FC236}">
                      <a16:creationId xmlns:a16="http://schemas.microsoft.com/office/drawing/2014/main" id="{433E908E-A50C-3DCA-93A4-B964E50A022D}"/>
                    </a:ext>
                  </a:extLst>
                </p:cNvPr>
                <p:cNvPicPr/>
                <p:nvPr/>
              </p:nvPicPr>
              <p:blipFill>
                <a:blip r:embed="rId18"/>
                <a:stretch>
                  <a:fillRect/>
                </a:stretch>
              </p:blipFill>
              <p:spPr>
                <a:xfrm>
                  <a:off x="14260118" y="798852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44" name="Ink 143">
                  <a:extLst>
                    <a:ext uri="{FF2B5EF4-FFF2-40B4-BE49-F238E27FC236}">
                      <a16:creationId xmlns:a16="http://schemas.microsoft.com/office/drawing/2014/main" id="{09EB3B9F-4855-58B4-D05D-B72AE932D03D}"/>
                    </a:ext>
                  </a:extLst>
                </p14:cNvPr>
                <p14:cNvContentPartPr/>
                <p14:nvPr/>
              </p14:nvContentPartPr>
              <p14:xfrm>
                <a:off x="14248958" y="8051163"/>
                <a:ext cx="2160" cy="360"/>
              </p14:xfrm>
            </p:contentPart>
          </mc:Choice>
          <mc:Fallback xmlns="">
            <p:pic>
              <p:nvPicPr>
                <p:cNvPr id="144" name="Ink 143">
                  <a:extLst>
                    <a:ext uri="{FF2B5EF4-FFF2-40B4-BE49-F238E27FC236}">
                      <a16:creationId xmlns:a16="http://schemas.microsoft.com/office/drawing/2014/main" id="{09EB3B9F-4855-58B4-D05D-B72AE932D03D}"/>
                    </a:ext>
                  </a:extLst>
                </p:cNvPr>
                <p:cNvPicPr/>
                <p:nvPr/>
              </p:nvPicPr>
              <p:blipFill>
                <a:blip r:embed="rId36"/>
                <a:stretch>
                  <a:fillRect/>
                </a:stretch>
              </p:blipFill>
              <p:spPr>
                <a:xfrm>
                  <a:off x="14186318" y="7988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45" name="Ink 144">
                  <a:extLst>
                    <a:ext uri="{FF2B5EF4-FFF2-40B4-BE49-F238E27FC236}">
                      <a16:creationId xmlns:a16="http://schemas.microsoft.com/office/drawing/2014/main" id="{D3A8A406-9861-F667-A72B-799A90D2F06D}"/>
                    </a:ext>
                  </a:extLst>
                </p14:cNvPr>
                <p14:cNvContentPartPr/>
                <p14:nvPr/>
              </p14:nvContentPartPr>
              <p14:xfrm>
                <a:off x="14200358" y="8051163"/>
                <a:ext cx="6840" cy="360"/>
              </p14:xfrm>
            </p:contentPart>
          </mc:Choice>
          <mc:Fallback xmlns="">
            <p:pic>
              <p:nvPicPr>
                <p:cNvPr id="145" name="Ink 144">
                  <a:extLst>
                    <a:ext uri="{FF2B5EF4-FFF2-40B4-BE49-F238E27FC236}">
                      <a16:creationId xmlns:a16="http://schemas.microsoft.com/office/drawing/2014/main" id="{D3A8A406-9861-F667-A72B-799A90D2F06D}"/>
                    </a:ext>
                  </a:extLst>
                </p:cNvPr>
                <p:cNvPicPr/>
                <p:nvPr/>
              </p:nvPicPr>
              <p:blipFill>
                <a:blip r:embed="rId34"/>
                <a:stretch>
                  <a:fillRect/>
                </a:stretch>
              </p:blipFill>
              <p:spPr>
                <a:xfrm>
                  <a:off x="14137358" y="798852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46" name="Ink 145">
                  <a:extLst>
                    <a:ext uri="{FF2B5EF4-FFF2-40B4-BE49-F238E27FC236}">
                      <a16:creationId xmlns:a16="http://schemas.microsoft.com/office/drawing/2014/main" id="{3C06888B-7826-CF49-7F40-6C87F0BBE220}"/>
                    </a:ext>
                  </a:extLst>
                </p14:cNvPr>
                <p14:cNvContentPartPr/>
                <p14:nvPr/>
              </p14:nvContentPartPr>
              <p14:xfrm>
                <a:off x="14126558" y="8051163"/>
                <a:ext cx="2160" cy="360"/>
              </p14:xfrm>
            </p:contentPart>
          </mc:Choice>
          <mc:Fallback xmlns="">
            <p:pic>
              <p:nvPicPr>
                <p:cNvPr id="146" name="Ink 145">
                  <a:extLst>
                    <a:ext uri="{FF2B5EF4-FFF2-40B4-BE49-F238E27FC236}">
                      <a16:creationId xmlns:a16="http://schemas.microsoft.com/office/drawing/2014/main" id="{3C06888B-7826-CF49-7F40-6C87F0BBE220}"/>
                    </a:ext>
                  </a:extLst>
                </p:cNvPr>
                <p:cNvPicPr/>
                <p:nvPr/>
              </p:nvPicPr>
              <p:blipFill>
                <a:blip r:embed="rId84"/>
                <a:stretch>
                  <a:fillRect/>
                </a:stretch>
              </p:blipFill>
              <p:spPr>
                <a:xfrm>
                  <a:off x="14063918" y="7988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47" name="Ink 146">
                  <a:extLst>
                    <a:ext uri="{FF2B5EF4-FFF2-40B4-BE49-F238E27FC236}">
                      <a16:creationId xmlns:a16="http://schemas.microsoft.com/office/drawing/2014/main" id="{7319CE26-DB05-DBCF-0F44-D8CA020E81DC}"/>
                    </a:ext>
                  </a:extLst>
                </p14:cNvPr>
                <p14:cNvContentPartPr/>
                <p14:nvPr/>
              </p14:nvContentPartPr>
              <p14:xfrm>
                <a:off x="14068598" y="8049363"/>
                <a:ext cx="4680" cy="2160"/>
              </p14:xfrm>
            </p:contentPart>
          </mc:Choice>
          <mc:Fallback xmlns="">
            <p:pic>
              <p:nvPicPr>
                <p:cNvPr id="147" name="Ink 146">
                  <a:extLst>
                    <a:ext uri="{FF2B5EF4-FFF2-40B4-BE49-F238E27FC236}">
                      <a16:creationId xmlns:a16="http://schemas.microsoft.com/office/drawing/2014/main" id="{7319CE26-DB05-DBCF-0F44-D8CA020E81DC}"/>
                    </a:ext>
                  </a:extLst>
                </p:cNvPr>
                <p:cNvPicPr/>
                <p:nvPr/>
              </p:nvPicPr>
              <p:blipFill>
                <a:blip r:embed="rId172"/>
                <a:stretch>
                  <a:fillRect/>
                </a:stretch>
              </p:blipFill>
              <p:spPr>
                <a:xfrm>
                  <a:off x="14005598" y="7986363"/>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48" name="Ink 147">
                  <a:extLst>
                    <a:ext uri="{FF2B5EF4-FFF2-40B4-BE49-F238E27FC236}">
                      <a16:creationId xmlns:a16="http://schemas.microsoft.com/office/drawing/2014/main" id="{180A66CB-6CE1-33CB-FD36-F7B160651F72}"/>
                    </a:ext>
                  </a:extLst>
                </p14:cNvPr>
                <p14:cNvContentPartPr/>
                <p14:nvPr/>
              </p14:nvContentPartPr>
              <p14:xfrm>
                <a:off x="14026118" y="8039643"/>
                <a:ext cx="2160" cy="360"/>
              </p14:xfrm>
            </p:contentPart>
          </mc:Choice>
          <mc:Fallback xmlns="">
            <p:pic>
              <p:nvPicPr>
                <p:cNvPr id="148" name="Ink 147">
                  <a:extLst>
                    <a:ext uri="{FF2B5EF4-FFF2-40B4-BE49-F238E27FC236}">
                      <a16:creationId xmlns:a16="http://schemas.microsoft.com/office/drawing/2014/main" id="{180A66CB-6CE1-33CB-FD36-F7B160651F72}"/>
                    </a:ext>
                  </a:extLst>
                </p:cNvPr>
                <p:cNvPicPr/>
                <p:nvPr/>
              </p:nvPicPr>
              <p:blipFill>
                <a:blip r:embed="rId36"/>
                <a:stretch>
                  <a:fillRect/>
                </a:stretch>
              </p:blipFill>
              <p:spPr>
                <a:xfrm>
                  <a:off x="13963478" y="7977003"/>
                  <a:ext cx="127800" cy="12600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9025" y="664845"/>
            <a:ext cx="5493425" cy="686633"/>
          </a:xfrm>
          <a:prstGeom prst="rect">
            <a:avLst/>
          </a:prstGeom>
          <a:noFill/>
          <a:ln/>
        </p:spPr>
        <p:txBody>
          <a:bodyPr wrap="none" lIns="0" tIns="0" rIns="0" bIns="0" rtlCol="0" anchor="t"/>
          <a:lstStyle/>
          <a:p>
            <a:pPr marL="0" indent="0" algn="l">
              <a:lnSpc>
                <a:spcPts val="5400"/>
              </a:lnSpc>
              <a:buNone/>
            </a:pPr>
            <a:r>
              <a:rPr lang="en-US" sz="4300" dirty="0">
                <a:solidFill>
                  <a:srgbClr val="74767D"/>
                </a:solidFill>
                <a:latin typeface="Montserrat Medium" pitchFamily="34" charset="0"/>
                <a:ea typeface="Montserrat Medium" pitchFamily="34" charset="-122"/>
                <a:cs typeface="Montserrat Medium" pitchFamily="34" charset="-120"/>
              </a:rPr>
              <a:t>Key Features</a:t>
            </a:r>
            <a:endParaRPr lang="en-US" sz="43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1416" y="1783913"/>
            <a:ext cx="329565" cy="329565"/>
          </a:xfrm>
          <a:prstGeom prst="rect">
            <a:avLst/>
          </a:prstGeom>
        </p:spPr>
      </p:pic>
      <p:sp>
        <p:nvSpPr>
          <p:cNvPr id="4" name="Text 1"/>
          <p:cNvSpPr/>
          <p:nvPr/>
        </p:nvSpPr>
        <p:spPr>
          <a:xfrm>
            <a:off x="1483043" y="1777127"/>
            <a:ext cx="3961924" cy="343257"/>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Create, Update, Delete Tasks</a:t>
            </a:r>
            <a:endParaRPr lang="en-US" sz="2150" dirty="0"/>
          </a:p>
        </p:txBody>
      </p:sp>
      <p:sp>
        <p:nvSpPr>
          <p:cNvPr id="5" name="Text 2"/>
          <p:cNvSpPr/>
          <p:nvPr/>
        </p:nvSpPr>
        <p:spPr>
          <a:xfrm>
            <a:off x="1483043" y="2248019"/>
            <a:ext cx="12378333" cy="346115"/>
          </a:xfrm>
          <a:prstGeom prst="rect">
            <a:avLst/>
          </a:prstGeom>
          <a:noFill/>
          <a:ln/>
        </p:spPr>
        <p:txBody>
          <a:bodyPr wrap="non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Full CRUD operations for managing daily tasks</a:t>
            </a:r>
            <a:endParaRPr lang="en-US" sz="17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1416" y="3026569"/>
            <a:ext cx="329565" cy="329565"/>
          </a:xfrm>
          <a:prstGeom prst="rect">
            <a:avLst/>
          </a:prstGeom>
        </p:spPr>
      </p:pic>
      <p:sp>
        <p:nvSpPr>
          <p:cNvPr id="7" name="Text 3"/>
          <p:cNvSpPr/>
          <p:nvPr/>
        </p:nvSpPr>
        <p:spPr>
          <a:xfrm>
            <a:off x="1483043" y="3019782"/>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Email Reminders</a:t>
            </a:r>
            <a:endParaRPr lang="en-US" sz="2150" dirty="0"/>
          </a:p>
        </p:txBody>
      </p:sp>
      <p:sp>
        <p:nvSpPr>
          <p:cNvPr id="8" name="Text 4"/>
          <p:cNvSpPr/>
          <p:nvPr/>
        </p:nvSpPr>
        <p:spPr>
          <a:xfrm>
            <a:off x="1483043" y="3490674"/>
            <a:ext cx="12378333" cy="346115"/>
          </a:xfrm>
          <a:prstGeom prst="rect">
            <a:avLst/>
          </a:prstGeom>
          <a:noFill/>
          <a:ln/>
        </p:spPr>
        <p:txBody>
          <a:bodyPr wrap="non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Automated alerts sent before task deadlines</a:t>
            </a:r>
            <a:endParaRPr lang="en-US" sz="17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1416" y="4269224"/>
            <a:ext cx="329565" cy="329565"/>
          </a:xfrm>
          <a:prstGeom prst="rect">
            <a:avLst/>
          </a:prstGeom>
        </p:spPr>
      </p:pic>
      <p:sp>
        <p:nvSpPr>
          <p:cNvPr id="10" name="Text 5"/>
          <p:cNvSpPr/>
          <p:nvPr/>
        </p:nvSpPr>
        <p:spPr>
          <a:xfrm>
            <a:off x="1483043" y="4262438"/>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Status Tracking</a:t>
            </a:r>
            <a:endParaRPr lang="en-US" sz="2150" dirty="0"/>
          </a:p>
        </p:txBody>
      </p:sp>
      <p:sp>
        <p:nvSpPr>
          <p:cNvPr id="11" name="Text 6"/>
          <p:cNvSpPr/>
          <p:nvPr/>
        </p:nvSpPr>
        <p:spPr>
          <a:xfrm>
            <a:off x="1483043" y="4733330"/>
            <a:ext cx="12378333" cy="346115"/>
          </a:xfrm>
          <a:prstGeom prst="rect">
            <a:avLst/>
          </a:prstGeom>
          <a:noFill/>
          <a:ln/>
        </p:spPr>
        <p:txBody>
          <a:bodyPr wrap="non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Mark tasks as Pending or Completed</a:t>
            </a:r>
            <a:endParaRPr lang="en-US" sz="17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1416" y="5511879"/>
            <a:ext cx="329565" cy="329565"/>
          </a:xfrm>
          <a:prstGeom prst="rect">
            <a:avLst/>
          </a:prstGeom>
        </p:spPr>
      </p:pic>
      <p:sp>
        <p:nvSpPr>
          <p:cNvPr id="13" name="Text 7"/>
          <p:cNvSpPr/>
          <p:nvPr/>
        </p:nvSpPr>
        <p:spPr>
          <a:xfrm>
            <a:off x="1483043" y="5505093"/>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Secure Login</a:t>
            </a:r>
            <a:endParaRPr lang="en-US" sz="2150" dirty="0"/>
          </a:p>
        </p:txBody>
      </p:sp>
      <p:sp>
        <p:nvSpPr>
          <p:cNvPr id="14" name="Text 8"/>
          <p:cNvSpPr/>
          <p:nvPr/>
        </p:nvSpPr>
        <p:spPr>
          <a:xfrm>
            <a:off x="1483043" y="5975985"/>
            <a:ext cx="12378333" cy="346115"/>
          </a:xfrm>
          <a:prstGeom prst="rect">
            <a:avLst/>
          </a:prstGeom>
          <a:noFill/>
          <a:ln/>
        </p:spPr>
        <p:txBody>
          <a:bodyPr wrap="non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Authentication system protects user data</a:t>
            </a:r>
            <a:endParaRPr lang="en-US" sz="17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1416" y="6754535"/>
            <a:ext cx="329565" cy="329565"/>
          </a:xfrm>
          <a:prstGeom prst="rect">
            <a:avLst/>
          </a:prstGeom>
        </p:spPr>
      </p:pic>
      <p:sp>
        <p:nvSpPr>
          <p:cNvPr id="16" name="Text 9"/>
          <p:cNvSpPr/>
          <p:nvPr/>
        </p:nvSpPr>
        <p:spPr>
          <a:xfrm>
            <a:off x="1483043" y="6747748"/>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3D3E44"/>
                </a:solidFill>
                <a:latin typeface="Montserrat Medium" pitchFamily="34" charset="0"/>
                <a:ea typeface="Montserrat Medium" pitchFamily="34" charset="-122"/>
                <a:cs typeface="Montserrat Medium" pitchFamily="34" charset="-120"/>
              </a:rPr>
              <a:t>Simple Dashboard</a:t>
            </a:r>
            <a:endParaRPr lang="en-US" sz="2150" dirty="0"/>
          </a:p>
        </p:txBody>
      </p:sp>
      <p:sp>
        <p:nvSpPr>
          <p:cNvPr id="17" name="Text 10"/>
          <p:cNvSpPr/>
          <p:nvPr/>
        </p:nvSpPr>
        <p:spPr>
          <a:xfrm>
            <a:off x="1483043" y="7218640"/>
            <a:ext cx="12378333" cy="346115"/>
          </a:xfrm>
          <a:prstGeom prst="rect">
            <a:avLst/>
          </a:prstGeom>
          <a:noFill/>
          <a:ln/>
        </p:spPr>
        <p:txBody>
          <a:bodyPr wrap="none" lIns="0" tIns="0" rIns="0" bIns="0" rtlCol="0" anchor="t"/>
          <a:lstStyle/>
          <a:p>
            <a:pPr marL="0" indent="0" algn="l">
              <a:lnSpc>
                <a:spcPts val="2700"/>
              </a:lnSpc>
              <a:buNone/>
            </a:pPr>
            <a:r>
              <a:rPr lang="en-US" sz="1700" dirty="0">
                <a:solidFill>
                  <a:srgbClr val="3D3E44"/>
                </a:solidFill>
                <a:latin typeface="Inter Light" pitchFamily="34" charset="0"/>
                <a:ea typeface="Inter Light" pitchFamily="34" charset="-122"/>
                <a:cs typeface="Inter Light" pitchFamily="34" charset="-120"/>
              </a:rPr>
              <a:t>Clear view of all tasks at a glance</a:t>
            </a:r>
            <a:endParaRPr lang="en-US" sz="1700" dirty="0"/>
          </a:p>
        </p:txBody>
      </p:sp>
      <p:grpSp>
        <p:nvGrpSpPr>
          <p:cNvPr id="112" name="Group 111">
            <a:extLst>
              <a:ext uri="{FF2B5EF4-FFF2-40B4-BE49-F238E27FC236}">
                <a16:creationId xmlns:a16="http://schemas.microsoft.com/office/drawing/2014/main" id="{5A5FDDC7-FD9A-EB4C-FB42-87C3E1382BA5}"/>
              </a:ext>
            </a:extLst>
          </p:cNvPr>
          <p:cNvGrpSpPr/>
          <p:nvPr/>
        </p:nvGrpSpPr>
        <p:grpSpPr>
          <a:xfrm>
            <a:off x="12944678" y="7816803"/>
            <a:ext cx="1507320" cy="312840"/>
            <a:chOff x="12944678" y="7816803"/>
            <a:chExt cx="1507320" cy="312840"/>
          </a:xfrm>
        </p:grpSpPr>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204C9D39-AB18-BF91-E094-C6AF8984E0B3}"/>
                    </a:ext>
                  </a:extLst>
                </p14:cNvPr>
                <p14:cNvContentPartPr/>
                <p14:nvPr/>
              </p14:nvContentPartPr>
              <p14:xfrm>
                <a:off x="13024598" y="7984203"/>
                <a:ext cx="360" cy="360"/>
              </p14:xfrm>
            </p:contentPart>
          </mc:Choice>
          <mc:Fallback xmlns="">
            <p:pic>
              <p:nvPicPr>
                <p:cNvPr id="18" name="Ink 17">
                  <a:extLst>
                    <a:ext uri="{FF2B5EF4-FFF2-40B4-BE49-F238E27FC236}">
                      <a16:creationId xmlns:a16="http://schemas.microsoft.com/office/drawing/2014/main" id="{204C9D39-AB18-BF91-E094-C6AF8984E0B3}"/>
                    </a:ext>
                  </a:extLst>
                </p:cNvPr>
                <p:cNvPicPr/>
                <p:nvPr/>
              </p:nvPicPr>
              <p:blipFill>
                <a:blip r:embed="rId5"/>
                <a:stretch>
                  <a:fillRect/>
                </a:stretch>
              </p:blipFill>
              <p:spPr>
                <a:xfrm>
                  <a:off x="1296159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41C7C0C4-15D4-17E7-3174-335967070537}"/>
                    </a:ext>
                  </a:extLst>
                </p14:cNvPr>
                <p14:cNvContentPartPr/>
                <p14:nvPr/>
              </p14:nvContentPartPr>
              <p14:xfrm>
                <a:off x="13024598" y="7984203"/>
                <a:ext cx="360" cy="360"/>
              </p14:xfrm>
            </p:contentPart>
          </mc:Choice>
          <mc:Fallback xmlns="">
            <p:pic>
              <p:nvPicPr>
                <p:cNvPr id="19" name="Ink 18">
                  <a:extLst>
                    <a:ext uri="{FF2B5EF4-FFF2-40B4-BE49-F238E27FC236}">
                      <a16:creationId xmlns:a16="http://schemas.microsoft.com/office/drawing/2014/main" id="{41C7C0C4-15D4-17E7-3174-335967070537}"/>
                    </a:ext>
                  </a:extLst>
                </p:cNvPr>
                <p:cNvPicPr/>
                <p:nvPr/>
              </p:nvPicPr>
              <p:blipFill>
                <a:blip r:embed="rId5"/>
                <a:stretch>
                  <a:fillRect/>
                </a:stretch>
              </p:blipFill>
              <p:spPr>
                <a:xfrm>
                  <a:off x="1296159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a:extLst>
                    <a:ext uri="{FF2B5EF4-FFF2-40B4-BE49-F238E27FC236}">
                      <a16:creationId xmlns:a16="http://schemas.microsoft.com/office/drawing/2014/main" id="{1FB4A085-457A-A10E-C526-48ABDD0328CD}"/>
                    </a:ext>
                  </a:extLst>
                </p14:cNvPr>
                <p14:cNvContentPartPr/>
                <p14:nvPr/>
              </p14:nvContentPartPr>
              <p14:xfrm>
                <a:off x="13024598" y="7984203"/>
                <a:ext cx="360" cy="360"/>
              </p14:xfrm>
            </p:contentPart>
          </mc:Choice>
          <mc:Fallback xmlns="">
            <p:pic>
              <p:nvPicPr>
                <p:cNvPr id="20" name="Ink 19">
                  <a:extLst>
                    <a:ext uri="{FF2B5EF4-FFF2-40B4-BE49-F238E27FC236}">
                      <a16:creationId xmlns:a16="http://schemas.microsoft.com/office/drawing/2014/main" id="{1FB4A085-457A-A10E-C526-48ABDD0328CD}"/>
                    </a:ext>
                  </a:extLst>
                </p:cNvPr>
                <p:cNvPicPr/>
                <p:nvPr/>
              </p:nvPicPr>
              <p:blipFill>
                <a:blip r:embed="rId5"/>
                <a:stretch>
                  <a:fillRect/>
                </a:stretch>
              </p:blipFill>
              <p:spPr>
                <a:xfrm>
                  <a:off x="1296159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64D72A15-0F9A-2787-C16F-77DB44E3169C}"/>
                    </a:ext>
                  </a:extLst>
                </p14:cNvPr>
                <p14:cNvContentPartPr/>
                <p14:nvPr/>
              </p14:nvContentPartPr>
              <p14:xfrm>
                <a:off x="12944678" y="7972683"/>
                <a:ext cx="2160" cy="360"/>
              </p14:xfrm>
            </p:contentPart>
          </mc:Choice>
          <mc:Fallback xmlns="">
            <p:pic>
              <p:nvPicPr>
                <p:cNvPr id="21" name="Ink 20">
                  <a:extLst>
                    <a:ext uri="{FF2B5EF4-FFF2-40B4-BE49-F238E27FC236}">
                      <a16:creationId xmlns:a16="http://schemas.microsoft.com/office/drawing/2014/main" id="{64D72A15-0F9A-2787-C16F-77DB44E3169C}"/>
                    </a:ext>
                  </a:extLst>
                </p:cNvPr>
                <p:cNvPicPr/>
                <p:nvPr/>
              </p:nvPicPr>
              <p:blipFill>
                <a:blip r:embed="rId9"/>
                <a:stretch>
                  <a:fillRect/>
                </a:stretch>
              </p:blipFill>
              <p:spPr>
                <a:xfrm>
                  <a:off x="12881678" y="79100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01BFCD15-6116-D64C-4359-C1CD8A2F0A06}"/>
                    </a:ext>
                  </a:extLst>
                </p14:cNvPr>
                <p14:cNvContentPartPr/>
                <p14:nvPr/>
              </p14:nvContentPartPr>
              <p14:xfrm>
                <a:off x="13203158" y="7816803"/>
                <a:ext cx="2160" cy="360"/>
              </p14:xfrm>
            </p:contentPart>
          </mc:Choice>
          <mc:Fallback xmlns="">
            <p:pic>
              <p:nvPicPr>
                <p:cNvPr id="22" name="Ink 21">
                  <a:extLst>
                    <a:ext uri="{FF2B5EF4-FFF2-40B4-BE49-F238E27FC236}">
                      <a16:creationId xmlns:a16="http://schemas.microsoft.com/office/drawing/2014/main" id="{01BFCD15-6116-D64C-4359-C1CD8A2F0A06}"/>
                    </a:ext>
                  </a:extLst>
                </p:cNvPr>
                <p:cNvPicPr/>
                <p:nvPr/>
              </p:nvPicPr>
              <p:blipFill>
                <a:blip r:embed="rId9"/>
                <a:stretch>
                  <a:fillRect/>
                </a:stretch>
              </p:blipFill>
              <p:spPr>
                <a:xfrm>
                  <a:off x="13140158" y="775416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0B7CD057-8DA8-4934-DA83-21FC489FAA97}"/>
                    </a:ext>
                  </a:extLst>
                </p14:cNvPr>
                <p14:cNvContentPartPr/>
                <p14:nvPr/>
              </p14:nvContentPartPr>
              <p14:xfrm>
                <a:off x="13113518" y="7816803"/>
                <a:ext cx="78840" cy="63720"/>
              </p14:xfrm>
            </p:contentPart>
          </mc:Choice>
          <mc:Fallback xmlns="">
            <p:pic>
              <p:nvPicPr>
                <p:cNvPr id="23" name="Ink 22">
                  <a:extLst>
                    <a:ext uri="{FF2B5EF4-FFF2-40B4-BE49-F238E27FC236}">
                      <a16:creationId xmlns:a16="http://schemas.microsoft.com/office/drawing/2014/main" id="{0B7CD057-8DA8-4934-DA83-21FC489FAA97}"/>
                    </a:ext>
                  </a:extLst>
                </p:cNvPr>
                <p:cNvPicPr/>
                <p:nvPr/>
              </p:nvPicPr>
              <p:blipFill>
                <a:blip r:embed="rId12"/>
                <a:stretch>
                  <a:fillRect/>
                </a:stretch>
              </p:blipFill>
              <p:spPr>
                <a:xfrm>
                  <a:off x="13050518" y="7754163"/>
                  <a:ext cx="2044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3A889FBD-E210-1133-081E-F9E723276E98}"/>
                    </a:ext>
                  </a:extLst>
                </p14:cNvPr>
                <p14:cNvContentPartPr/>
                <p14:nvPr/>
              </p14:nvContentPartPr>
              <p14:xfrm>
                <a:off x="13046558" y="7905723"/>
                <a:ext cx="11880" cy="2160"/>
              </p14:xfrm>
            </p:contentPart>
          </mc:Choice>
          <mc:Fallback xmlns="">
            <p:pic>
              <p:nvPicPr>
                <p:cNvPr id="24" name="Ink 23">
                  <a:extLst>
                    <a:ext uri="{FF2B5EF4-FFF2-40B4-BE49-F238E27FC236}">
                      <a16:creationId xmlns:a16="http://schemas.microsoft.com/office/drawing/2014/main" id="{3A889FBD-E210-1133-081E-F9E723276E98}"/>
                    </a:ext>
                  </a:extLst>
                </p:cNvPr>
                <p:cNvPicPr/>
                <p:nvPr/>
              </p:nvPicPr>
              <p:blipFill>
                <a:blip r:embed="rId14"/>
                <a:stretch>
                  <a:fillRect/>
                </a:stretch>
              </p:blipFill>
              <p:spPr>
                <a:xfrm>
                  <a:off x="12983918" y="7843083"/>
                  <a:ext cx="137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15606DB5-AED0-3B5A-F9F9-56D0FDB93AC3}"/>
                    </a:ext>
                  </a:extLst>
                </p14:cNvPr>
                <p14:cNvContentPartPr/>
                <p14:nvPr/>
              </p14:nvContentPartPr>
              <p14:xfrm>
                <a:off x="13013438" y="7917603"/>
                <a:ext cx="360" cy="360"/>
              </p14:xfrm>
            </p:contentPart>
          </mc:Choice>
          <mc:Fallback xmlns="">
            <p:pic>
              <p:nvPicPr>
                <p:cNvPr id="25" name="Ink 24">
                  <a:extLst>
                    <a:ext uri="{FF2B5EF4-FFF2-40B4-BE49-F238E27FC236}">
                      <a16:creationId xmlns:a16="http://schemas.microsoft.com/office/drawing/2014/main" id="{15606DB5-AED0-3B5A-F9F9-56D0FDB93AC3}"/>
                    </a:ext>
                  </a:extLst>
                </p:cNvPr>
                <p:cNvPicPr/>
                <p:nvPr/>
              </p:nvPicPr>
              <p:blipFill>
                <a:blip r:embed="rId5"/>
                <a:stretch>
                  <a:fillRect/>
                </a:stretch>
              </p:blipFill>
              <p:spPr>
                <a:xfrm>
                  <a:off x="12950438" y="7854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335943B1-A915-59A5-5F55-70D3084BB556}"/>
                    </a:ext>
                  </a:extLst>
                </p14:cNvPr>
                <p14:cNvContentPartPr/>
                <p14:nvPr/>
              </p14:nvContentPartPr>
              <p14:xfrm>
                <a:off x="13013438" y="7903923"/>
                <a:ext cx="360" cy="2160"/>
              </p14:xfrm>
            </p:contentPart>
          </mc:Choice>
          <mc:Fallback xmlns="">
            <p:pic>
              <p:nvPicPr>
                <p:cNvPr id="26" name="Ink 25">
                  <a:extLst>
                    <a:ext uri="{FF2B5EF4-FFF2-40B4-BE49-F238E27FC236}">
                      <a16:creationId xmlns:a16="http://schemas.microsoft.com/office/drawing/2014/main" id="{335943B1-A915-59A5-5F55-70D3084BB556}"/>
                    </a:ext>
                  </a:extLst>
                </p:cNvPr>
                <p:cNvPicPr/>
                <p:nvPr/>
              </p:nvPicPr>
              <p:blipFill>
                <a:blip r:embed="rId17"/>
                <a:stretch>
                  <a:fillRect/>
                </a:stretch>
              </p:blipFill>
              <p:spPr>
                <a:xfrm>
                  <a:off x="12950438" y="78412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415D7275-BF73-7C51-D914-EB0E09EF8BC6}"/>
                    </a:ext>
                  </a:extLst>
                </p14:cNvPr>
                <p14:cNvContentPartPr/>
                <p14:nvPr/>
              </p14:nvContentPartPr>
              <p14:xfrm>
                <a:off x="13013438" y="7883763"/>
                <a:ext cx="360" cy="360"/>
              </p14:xfrm>
            </p:contentPart>
          </mc:Choice>
          <mc:Fallback xmlns="">
            <p:pic>
              <p:nvPicPr>
                <p:cNvPr id="27" name="Ink 26">
                  <a:extLst>
                    <a:ext uri="{FF2B5EF4-FFF2-40B4-BE49-F238E27FC236}">
                      <a16:creationId xmlns:a16="http://schemas.microsoft.com/office/drawing/2014/main" id="{415D7275-BF73-7C51-D914-EB0E09EF8BC6}"/>
                    </a:ext>
                  </a:extLst>
                </p:cNvPr>
                <p:cNvPicPr/>
                <p:nvPr/>
              </p:nvPicPr>
              <p:blipFill>
                <a:blip r:embed="rId5"/>
                <a:stretch>
                  <a:fillRect/>
                </a:stretch>
              </p:blipFill>
              <p:spPr>
                <a:xfrm>
                  <a:off x="12950438" y="7820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A257ECE4-852D-EFEA-08BB-3853DE484914}"/>
                    </a:ext>
                  </a:extLst>
                </p14:cNvPr>
                <p14:cNvContentPartPr/>
                <p14:nvPr/>
              </p14:nvContentPartPr>
              <p14:xfrm>
                <a:off x="13006958" y="7883763"/>
                <a:ext cx="6480" cy="9000"/>
              </p14:xfrm>
            </p:contentPart>
          </mc:Choice>
          <mc:Fallback xmlns="">
            <p:pic>
              <p:nvPicPr>
                <p:cNvPr id="28" name="Ink 27">
                  <a:extLst>
                    <a:ext uri="{FF2B5EF4-FFF2-40B4-BE49-F238E27FC236}">
                      <a16:creationId xmlns:a16="http://schemas.microsoft.com/office/drawing/2014/main" id="{A257ECE4-852D-EFEA-08BB-3853DE484914}"/>
                    </a:ext>
                  </a:extLst>
                </p:cNvPr>
                <p:cNvPicPr/>
                <p:nvPr/>
              </p:nvPicPr>
              <p:blipFill>
                <a:blip r:embed="rId20"/>
                <a:stretch>
                  <a:fillRect/>
                </a:stretch>
              </p:blipFill>
              <p:spPr>
                <a:xfrm>
                  <a:off x="12944318" y="7820763"/>
                  <a:ext cx="1321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9" name="Ink 28">
                  <a:extLst>
                    <a:ext uri="{FF2B5EF4-FFF2-40B4-BE49-F238E27FC236}">
                      <a16:creationId xmlns:a16="http://schemas.microsoft.com/office/drawing/2014/main" id="{1F18ABD2-7CDF-41C5-347F-7C9A31ACAC5F}"/>
                    </a:ext>
                  </a:extLst>
                </p14:cNvPr>
                <p14:cNvContentPartPr/>
                <p14:nvPr/>
              </p14:nvContentPartPr>
              <p14:xfrm>
                <a:off x="12991118" y="7917603"/>
                <a:ext cx="360" cy="2160"/>
              </p14:xfrm>
            </p:contentPart>
          </mc:Choice>
          <mc:Fallback xmlns="">
            <p:pic>
              <p:nvPicPr>
                <p:cNvPr id="29" name="Ink 28">
                  <a:extLst>
                    <a:ext uri="{FF2B5EF4-FFF2-40B4-BE49-F238E27FC236}">
                      <a16:creationId xmlns:a16="http://schemas.microsoft.com/office/drawing/2014/main" id="{1F18ABD2-7CDF-41C5-347F-7C9A31ACAC5F}"/>
                    </a:ext>
                  </a:extLst>
                </p:cNvPr>
                <p:cNvPicPr/>
                <p:nvPr/>
              </p:nvPicPr>
              <p:blipFill>
                <a:blip r:embed="rId17"/>
                <a:stretch>
                  <a:fillRect/>
                </a:stretch>
              </p:blipFill>
              <p:spPr>
                <a:xfrm>
                  <a:off x="12928478" y="78546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0" name="Ink 29">
                  <a:extLst>
                    <a:ext uri="{FF2B5EF4-FFF2-40B4-BE49-F238E27FC236}">
                      <a16:creationId xmlns:a16="http://schemas.microsoft.com/office/drawing/2014/main" id="{8400361D-F081-0132-F864-8B24011CDC7E}"/>
                    </a:ext>
                  </a:extLst>
                </p14:cNvPr>
                <p14:cNvContentPartPr/>
                <p14:nvPr/>
              </p14:nvContentPartPr>
              <p14:xfrm>
                <a:off x="12991118" y="7928403"/>
                <a:ext cx="360" cy="66240"/>
              </p14:xfrm>
            </p:contentPart>
          </mc:Choice>
          <mc:Fallback xmlns="">
            <p:pic>
              <p:nvPicPr>
                <p:cNvPr id="30" name="Ink 29">
                  <a:extLst>
                    <a:ext uri="{FF2B5EF4-FFF2-40B4-BE49-F238E27FC236}">
                      <a16:creationId xmlns:a16="http://schemas.microsoft.com/office/drawing/2014/main" id="{8400361D-F081-0132-F864-8B24011CDC7E}"/>
                    </a:ext>
                  </a:extLst>
                </p:cNvPr>
                <p:cNvPicPr/>
                <p:nvPr/>
              </p:nvPicPr>
              <p:blipFill>
                <a:blip r:embed="rId23"/>
                <a:stretch>
                  <a:fillRect/>
                </a:stretch>
              </p:blipFill>
              <p:spPr>
                <a:xfrm>
                  <a:off x="12928478" y="7865763"/>
                  <a:ext cx="12600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1" name="Ink 30">
                  <a:extLst>
                    <a:ext uri="{FF2B5EF4-FFF2-40B4-BE49-F238E27FC236}">
                      <a16:creationId xmlns:a16="http://schemas.microsoft.com/office/drawing/2014/main" id="{5A970D61-41CB-441B-B2B0-DA044C650DC5}"/>
                    </a:ext>
                  </a:extLst>
                </p14:cNvPr>
                <p14:cNvContentPartPr/>
                <p14:nvPr/>
              </p14:nvContentPartPr>
              <p14:xfrm>
                <a:off x="12991118" y="8028483"/>
                <a:ext cx="2160" cy="360"/>
              </p14:xfrm>
            </p:contentPart>
          </mc:Choice>
          <mc:Fallback xmlns="">
            <p:pic>
              <p:nvPicPr>
                <p:cNvPr id="31" name="Ink 30">
                  <a:extLst>
                    <a:ext uri="{FF2B5EF4-FFF2-40B4-BE49-F238E27FC236}">
                      <a16:creationId xmlns:a16="http://schemas.microsoft.com/office/drawing/2014/main" id="{5A970D61-41CB-441B-B2B0-DA044C650DC5}"/>
                    </a:ext>
                  </a:extLst>
                </p:cNvPr>
                <p:cNvPicPr/>
                <p:nvPr/>
              </p:nvPicPr>
              <p:blipFill>
                <a:blip r:embed="rId25"/>
                <a:stretch>
                  <a:fillRect/>
                </a:stretch>
              </p:blipFill>
              <p:spPr>
                <a:xfrm>
                  <a:off x="12928478" y="79658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Ink 31">
                  <a:extLst>
                    <a:ext uri="{FF2B5EF4-FFF2-40B4-BE49-F238E27FC236}">
                      <a16:creationId xmlns:a16="http://schemas.microsoft.com/office/drawing/2014/main" id="{25A2B4C1-F2A7-2129-444C-5E148620E852}"/>
                    </a:ext>
                  </a:extLst>
                </p14:cNvPr>
                <p14:cNvContentPartPr/>
                <p14:nvPr/>
              </p14:nvContentPartPr>
              <p14:xfrm>
                <a:off x="13058078" y="8017683"/>
                <a:ext cx="43200" cy="360"/>
              </p14:xfrm>
            </p:contentPart>
          </mc:Choice>
          <mc:Fallback xmlns="">
            <p:pic>
              <p:nvPicPr>
                <p:cNvPr id="32" name="Ink 31">
                  <a:extLst>
                    <a:ext uri="{FF2B5EF4-FFF2-40B4-BE49-F238E27FC236}">
                      <a16:creationId xmlns:a16="http://schemas.microsoft.com/office/drawing/2014/main" id="{25A2B4C1-F2A7-2129-444C-5E148620E852}"/>
                    </a:ext>
                  </a:extLst>
                </p:cNvPr>
                <p:cNvPicPr/>
                <p:nvPr/>
              </p:nvPicPr>
              <p:blipFill>
                <a:blip r:embed="rId27"/>
                <a:stretch>
                  <a:fillRect/>
                </a:stretch>
              </p:blipFill>
              <p:spPr>
                <a:xfrm>
                  <a:off x="12995438" y="7954683"/>
                  <a:ext cx="168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Ink 32">
                  <a:extLst>
                    <a:ext uri="{FF2B5EF4-FFF2-40B4-BE49-F238E27FC236}">
                      <a16:creationId xmlns:a16="http://schemas.microsoft.com/office/drawing/2014/main" id="{B6F18AAC-DCF6-45F0-EF95-7BA04F92E5D8}"/>
                    </a:ext>
                  </a:extLst>
                </p14:cNvPr>
                <p14:cNvContentPartPr/>
                <p14:nvPr/>
              </p14:nvContentPartPr>
              <p14:xfrm>
                <a:off x="13136198" y="8006523"/>
                <a:ext cx="2160" cy="360"/>
              </p14:xfrm>
            </p:contentPart>
          </mc:Choice>
          <mc:Fallback xmlns="">
            <p:pic>
              <p:nvPicPr>
                <p:cNvPr id="33" name="Ink 32">
                  <a:extLst>
                    <a:ext uri="{FF2B5EF4-FFF2-40B4-BE49-F238E27FC236}">
                      <a16:creationId xmlns:a16="http://schemas.microsoft.com/office/drawing/2014/main" id="{B6F18AAC-DCF6-45F0-EF95-7BA04F92E5D8}"/>
                    </a:ext>
                  </a:extLst>
                </p:cNvPr>
                <p:cNvPicPr/>
                <p:nvPr/>
              </p:nvPicPr>
              <p:blipFill>
                <a:blip r:embed="rId9"/>
                <a:stretch>
                  <a:fillRect/>
                </a:stretch>
              </p:blipFill>
              <p:spPr>
                <a:xfrm>
                  <a:off x="1307319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4" name="Ink 33">
                  <a:extLst>
                    <a:ext uri="{FF2B5EF4-FFF2-40B4-BE49-F238E27FC236}">
                      <a16:creationId xmlns:a16="http://schemas.microsoft.com/office/drawing/2014/main" id="{BE239AB6-5AF4-D1BF-0BF2-E35FEA1B9343}"/>
                    </a:ext>
                  </a:extLst>
                </p14:cNvPr>
                <p14:cNvContentPartPr/>
                <p14:nvPr/>
              </p14:nvContentPartPr>
              <p14:xfrm>
                <a:off x="13147358" y="7979883"/>
                <a:ext cx="9000" cy="5040"/>
              </p14:xfrm>
            </p:contentPart>
          </mc:Choice>
          <mc:Fallback xmlns="">
            <p:pic>
              <p:nvPicPr>
                <p:cNvPr id="34" name="Ink 33">
                  <a:extLst>
                    <a:ext uri="{FF2B5EF4-FFF2-40B4-BE49-F238E27FC236}">
                      <a16:creationId xmlns:a16="http://schemas.microsoft.com/office/drawing/2014/main" id="{BE239AB6-5AF4-D1BF-0BF2-E35FEA1B9343}"/>
                    </a:ext>
                  </a:extLst>
                </p:cNvPr>
                <p:cNvPicPr/>
                <p:nvPr/>
              </p:nvPicPr>
              <p:blipFill>
                <a:blip r:embed="rId30"/>
                <a:stretch>
                  <a:fillRect/>
                </a:stretch>
              </p:blipFill>
              <p:spPr>
                <a:xfrm>
                  <a:off x="13084358" y="7916883"/>
                  <a:ext cx="13464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5" name="Ink 34">
                  <a:extLst>
                    <a:ext uri="{FF2B5EF4-FFF2-40B4-BE49-F238E27FC236}">
                      <a16:creationId xmlns:a16="http://schemas.microsoft.com/office/drawing/2014/main" id="{BFE0B7EE-7855-14F3-1724-EAFC178E4115}"/>
                    </a:ext>
                  </a:extLst>
                </p14:cNvPr>
                <p14:cNvContentPartPr/>
                <p14:nvPr/>
              </p14:nvContentPartPr>
              <p14:xfrm>
                <a:off x="13169318" y="7961883"/>
                <a:ext cx="360" cy="360"/>
              </p14:xfrm>
            </p:contentPart>
          </mc:Choice>
          <mc:Fallback xmlns="">
            <p:pic>
              <p:nvPicPr>
                <p:cNvPr id="35" name="Ink 34">
                  <a:extLst>
                    <a:ext uri="{FF2B5EF4-FFF2-40B4-BE49-F238E27FC236}">
                      <a16:creationId xmlns:a16="http://schemas.microsoft.com/office/drawing/2014/main" id="{BFE0B7EE-7855-14F3-1724-EAFC178E4115}"/>
                    </a:ext>
                  </a:extLst>
                </p:cNvPr>
                <p:cNvPicPr/>
                <p:nvPr/>
              </p:nvPicPr>
              <p:blipFill>
                <a:blip r:embed="rId5"/>
                <a:stretch>
                  <a:fillRect/>
                </a:stretch>
              </p:blipFill>
              <p:spPr>
                <a:xfrm>
                  <a:off x="13106678" y="78988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6" name="Ink 35">
                  <a:extLst>
                    <a:ext uri="{FF2B5EF4-FFF2-40B4-BE49-F238E27FC236}">
                      <a16:creationId xmlns:a16="http://schemas.microsoft.com/office/drawing/2014/main" id="{D542729E-2DED-A27F-DFB0-819398C9CF2F}"/>
                    </a:ext>
                  </a:extLst>
                </p14:cNvPr>
                <p14:cNvContentPartPr/>
                <p14:nvPr/>
              </p14:nvContentPartPr>
              <p14:xfrm>
                <a:off x="13258958" y="7879443"/>
                <a:ext cx="9000" cy="4680"/>
              </p14:xfrm>
            </p:contentPart>
          </mc:Choice>
          <mc:Fallback xmlns="">
            <p:pic>
              <p:nvPicPr>
                <p:cNvPr id="36" name="Ink 35">
                  <a:extLst>
                    <a:ext uri="{FF2B5EF4-FFF2-40B4-BE49-F238E27FC236}">
                      <a16:creationId xmlns:a16="http://schemas.microsoft.com/office/drawing/2014/main" id="{D542729E-2DED-A27F-DFB0-819398C9CF2F}"/>
                    </a:ext>
                  </a:extLst>
                </p:cNvPr>
                <p:cNvPicPr/>
                <p:nvPr/>
              </p:nvPicPr>
              <p:blipFill>
                <a:blip r:embed="rId30"/>
                <a:stretch>
                  <a:fillRect/>
                </a:stretch>
              </p:blipFill>
              <p:spPr>
                <a:xfrm>
                  <a:off x="13195958" y="7816443"/>
                  <a:ext cx="1346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7" name="Ink 36">
                  <a:extLst>
                    <a:ext uri="{FF2B5EF4-FFF2-40B4-BE49-F238E27FC236}">
                      <a16:creationId xmlns:a16="http://schemas.microsoft.com/office/drawing/2014/main" id="{90C6E69D-530F-DE80-F408-AEB0E518D379}"/>
                    </a:ext>
                  </a:extLst>
                </p14:cNvPr>
                <p14:cNvContentPartPr/>
                <p14:nvPr/>
              </p14:nvContentPartPr>
              <p14:xfrm>
                <a:off x="13325918" y="7850643"/>
                <a:ext cx="2160" cy="360"/>
              </p14:xfrm>
            </p:contentPart>
          </mc:Choice>
          <mc:Fallback xmlns="">
            <p:pic>
              <p:nvPicPr>
                <p:cNvPr id="37" name="Ink 36">
                  <a:extLst>
                    <a:ext uri="{FF2B5EF4-FFF2-40B4-BE49-F238E27FC236}">
                      <a16:creationId xmlns:a16="http://schemas.microsoft.com/office/drawing/2014/main" id="{90C6E69D-530F-DE80-F408-AEB0E518D379}"/>
                    </a:ext>
                  </a:extLst>
                </p:cNvPr>
                <p:cNvPicPr/>
                <p:nvPr/>
              </p:nvPicPr>
              <p:blipFill>
                <a:blip r:embed="rId9"/>
                <a:stretch>
                  <a:fillRect/>
                </a:stretch>
              </p:blipFill>
              <p:spPr>
                <a:xfrm>
                  <a:off x="13262918" y="77876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8" name="Ink 37">
                  <a:extLst>
                    <a:ext uri="{FF2B5EF4-FFF2-40B4-BE49-F238E27FC236}">
                      <a16:creationId xmlns:a16="http://schemas.microsoft.com/office/drawing/2014/main" id="{97A5D61E-2DB9-51D7-73E1-038013CA4C3F}"/>
                    </a:ext>
                  </a:extLst>
                </p14:cNvPr>
                <p14:cNvContentPartPr/>
                <p14:nvPr/>
              </p14:nvContentPartPr>
              <p14:xfrm>
                <a:off x="13347878" y="7850643"/>
                <a:ext cx="15480" cy="38520"/>
              </p14:xfrm>
            </p:contentPart>
          </mc:Choice>
          <mc:Fallback xmlns="">
            <p:pic>
              <p:nvPicPr>
                <p:cNvPr id="38" name="Ink 37">
                  <a:extLst>
                    <a:ext uri="{FF2B5EF4-FFF2-40B4-BE49-F238E27FC236}">
                      <a16:creationId xmlns:a16="http://schemas.microsoft.com/office/drawing/2014/main" id="{97A5D61E-2DB9-51D7-73E1-038013CA4C3F}"/>
                    </a:ext>
                  </a:extLst>
                </p:cNvPr>
                <p:cNvPicPr/>
                <p:nvPr/>
              </p:nvPicPr>
              <p:blipFill>
                <a:blip r:embed="rId35"/>
                <a:stretch>
                  <a:fillRect/>
                </a:stretch>
              </p:blipFill>
              <p:spPr>
                <a:xfrm>
                  <a:off x="13285238" y="7787643"/>
                  <a:ext cx="1411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9" name="Ink 38">
                  <a:extLst>
                    <a:ext uri="{FF2B5EF4-FFF2-40B4-BE49-F238E27FC236}">
                      <a16:creationId xmlns:a16="http://schemas.microsoft.com/office/drawing/2014/main" id="{862D52B4-71B1-254A-9370-3ACFCD16A7F1}"/>
                    </a:ext>
                  </a:extLst>
                </p14:cNvPr>
                <p14:cNvContentPartPr/>
                <p14:nvPr/>
              </p14:nvContentPartPr>
              <p14:xfrm>
                <a:off x="13370198" y="7917603"/>
                <a:ext cx="360" cy="13320"/>
              </p14:xfrm>
            </p:contentPart>
          </mc:Choice>
          <mc:Fallback xmlns="">
            <p:pic>
              <p:nvPicPr>
                <p:cNvPr id="39" name="Ink 38">
                  <a:extLst>
                    <a:ext uri="{FF2B5EF4-FFF2-40B4-BE49-F238E27FC236}">
                      <a16:creationId xmlns:a16="http://schemas.microsoft.com/office/drawing/2014/main" id="{862D52B4-71B1-254A-9370-3ACFCD16A7F1}"/>
                    </a:ext>
                  </a:extLst>
                </p:cNvPr>
                <p:cNvPicPr/>
                <p:nvPr/>
              </p:nvPicPr>
              <p:blipFill>
                <a:blip r:embed="rId37"/>
                <a:stretch>
                  <a:fillRect/>
                </a:stretch>
              </p:blipFill>
              <p:spPr>
                <a:xfrm>
                  <a:off x="13307198" y="7854603"/>
                  <a:ext cx="126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0" name="Ink 39">
                  <a:extLst>
                    <a:ext uri="{FF2B5EF4-FFF2-40B4-BE49-F238E27FC236}">
                      <a16:creationId xmlns:a16="http://schemas.microsoft.com/office/drawing/2014/main" id="{0C449A89-EC5F-823D-B3D7-5421CD394D31}"/>
                    </a:ext>
                  </a:extLst>
                </p14:cNvPr>
                <p14:cNvContentPartPr/>
                <p14:nvPr/>
              </p14:nvContentPartPr>
              <p14:xfrm>
                <a:off x="13339238" y="7950723"/>
                <a:ext cx="9000" cy="23760"/>
              </p14:xfrm>
            </p:contentPart>
          </mc:Choice>
          <mc:Fallback xmlns="">
            <p:pic>
              <p:nvPicPr>
                <p:cNvPr id="40" name="Ink 39">
                  <a:extLst>
                    <a:ext uri="{FF2B5EF4-FFF2-40B4-BE49-F238E27FC236}">
                      <a16:creationId xmlns:a16="http://schemas.microsoft.com/office/drawing/2014/main" id="{0C449A89-EC5F-823D-B3D7-5421CD394D31}"/>
                    </a:ext>
                  </a:extLst>
                </p:cNvPr>
                <p:cNvPicPr/>
                <p:nvPr/>
              </p:nvPicPr>
              <p:blipFill>
                <a:blip r:embed="rId39"/>
                <a:stretch>
                  <a:fillRect/>
                </a:stretch>
              </p:blipFill>
              <p:spPr>
                <a:xfrm>
                  <a:off x="13276598" y="7887723"/>
                  <a:ext cx="1346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1" name="Ink 40">
                  <a:extLst>
                    <a:ext uri="{FF2B5EF4-FFF2-40B4-BE49-F238E27FC236}">
                      <a16:creationId xmlns:a16="http://schemas.microsoft.com/office/drawing/2014/main" id="{5E99FE7D-1431-A23F-E005-7C4400B974F9}"/>
                    </a:ext>
                  </a:extLst>
                </p14:cNvPr>
                <p14:cNvContentPartPr/>
                <p14:nvPr/>
              </p14:nvContentPartPr>
              <p14:xfrm>
                <a:off x="13297118" y="7984203"/>
                <a:ext cx="29160" cy="14760"/>
              </p14:xfrm>
            </p:contentPart>
          </mc:Choice>
          <mc:Fallback xmlns="">
            <p:pic>
              <p:nvPicPr>
                <p:cNvPr id="41" name="Ink 40">
                  <a:extLst>
                    <a:ext uri="{FF2B5EF4-FFF2-40B4-BE49-F238E27FC236}">
                      <a16:creationId xmlns:a16="http://schemas.microsoft.com/office/drawing/2014/main" id="{5E99FE7D-1431-A23F-E005-7C4400B974F9}"/>
                    </a:ext>
                  </a:extLst>
                </p:cNvPr>
                <p:cNvPicPr/>
                <p:nvPr/>
              </p:nvPicPr>
              <p:blipFill>
                <a:blip r:embed="rId41"/>
                <a:stretch>
                  <a:fillRect/>
                </a:stretch>
              </p:blipFill>
              <p:spPr>
                <a:xfrm>
                  <a:off x="13234118" y="7921563"/>
                  <a:ext cx="1548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2" name="Ink 41">
                  <a:extLst>
                    <a:ext uri="{FF2B5EF4-FFF2-40B4-BE49-F238E27FC236}">
                      <a16:creationId xmlns:a16="http://schemas.microsoft.com/office/drawing/2014/main" id="{ABE0C36C-1A26-9528-6852-FB79EF77739A}"/>
                    </a:ext>
                  </a:extLst>
                </p14:cNvPr>
                <p14:cNvContentPartPr/>
                <p14:nvPr/>
              </p14:nvContentPartPr>
              <p14:xfrm>
                <a:off x="13270118" y="8017683"/>
                <a:ext cx="360" cy="6480"/>
              </p14:xfrm>
            </p:contentPart>
          </mc:Choice>
          <mc:Fallback xmlns="">
            <p:pic>
              <p:nvPicPr>
                <p:cNvPr id="42" name="Ink 41">
                  <a:extLst>
                    <a:ext uri="{FF2B5EF4-FFF2-40B4-BE49-F238E27FC236}">
                      <a16:creationId xmlns:a16="http://schemas.microsoft.com/office/drawing/2014/main" id="{ABE0C36C-1A26-9528-6852-FB79EF77739A}"/>
                    </a:ext>
                  </a:extLst>
                </p:cNvPr>
                <p:cNvPicPr/>
                <p:nvPr/>
              </p:nvPicPr>
              <p:blipFill>
                <a:blip r:embed="rId43"/>
                <a:stretch>
                  <a:fillRect/>
                </a:stretch>
              </p:blipFill>
              <p:spPr>
                <a:xfrm>
                  <a:off x="13207118" y="795468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3" name="Ink 42">
                  <a:extLst>
                    <a:ext uri="{FF2B5EF4-FFF2-40B4-BE49-F238E27FC236}">
                      <a16:creationId xmlns:a16="http://schemas.microsoft.com/office/drawing/2014/main" id="{9D6CE5A9-FBAE-8346-C4A4-19E4DEDB36D0}"/>
                    </a:ext>
                  </a:extLst>
                </p14:cNvPr>
                <p14:cNvContentPartPr/>
                <p14:nvPr/>
              </p14:nvContentPartPr>
              <p14:xfrm>
                <a:off x="13218998" y="8039643"/>
                <a:ext cx="6480" cy="7560"/>
              </p14:xfrm>
            </p:contentPart>
          </mc:Choice>
          <mc:Fallback xmlns="">
            <p:pic>
              <p:nvPicPr>
                <p:cNvPr id="43" name="Ink 42">
                  <a:extLst>
                    <a:ext uri="{FF2B5EF4-FFF2-40B4-BE49-F238E27FC236}">
                      <a16:creationId xmlns:a16="http://schemas.microsoft.com/office/drawing/2014/main" id="{9D6CE5A9-FBAE-8346-C4A4-19E4DEDB36D0}"/>
                    </a:ext>
                  </a:extLst>
                </p:cNvPr>
                <p:cNvPicPr/>
                <p:nvPr/>
              </p:nvPicPr>
              <p:blipFill>
                <a:blip r:embed="rId45"/>
                <a:stretch>
                  <a:fillRect/>
                </a:stretch>
              </p:blipFill>
              <p:spPr>
                <a:xfrm>
                  <a:off x="13155998" y="7977003"/>
                  <a:ext cx="1321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4" name="Ink 43">
                  <a:extLst>
                    <a:ext uri="{FF2B5EF4-FFF2-40B4-BE49-F238E27FC236}">
                      <a16:creationId xmlns:a16="http://schemas.microsoft.com/office/drawing/2014/main" id="{8CCC55E4-C20C-D245-6CDC-7B950A827CD0}"/>
                    </a:ext>
                  </a:extLst>
                </p14:cNvPr>
                <p14:cNvContentPartPr/>
                <p14:nvPr/>
              </p14:nvContentPartPr>
              <p14:xfrm>
                <a:off x="13203158" y="8051163"/>
                <a:ext cx="360" cy="360"/>
              </p14:xfrm>
            </p:contentPart>
          </mc:Choice>
          <mc:Fallback xmlns="">
            <p:pic>
              <p:nvPicPr>
                <p:cNvPr id="44" name="Ink 43">
                  <a:extLst>
                    <a:ext uri="{FF2B5EF4-FFF2-40B4-BE49-F238E27FC236}">
                      <a16:creationId xmlns:a16="http://schemas.microsoft.com/office/drawing/2014/main" id="{8CCC55E4-C20C-D245-6CDC-7B950A827CD0}"/>
                    </a:ext>
                  </a:extLst>
                </p:cNvPr>
                <p:cNvPicPr/>
                <p:nvPr/>
              </p:nvPicPr>
              <p:blipFill>
                <a:blip r:embed="rId5"/>
                <a:stretch>
                  <a:fillRect/>
                </a:stretch>
              </p:blipFill>
              <p:spPr>
                <a:xfrm>
                  <a:off x="1314015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5" name="Ink 44">
                  <a:extLst>
                    <a:ext uri="{FF2B5EF4-FFF2-40B4-BE49-F238E27FC236}">
                      <a16:creationId xmlns:a16="http://schemas.microsoft.com/office/drawing/2014/main" id="{8B86ABB0-2ED8-7FC1-BEF8-3500063E752D}"/>
                    </a:ext>
                  </a:extLst>
                </p14:cNvPr>
                <p14:cNvContentPartPr/>
                <p14:nvPr/>
              </p14:nvContentPartPr>
              <p14:xfrm>
                <a:off x="13273358" y="8017683"/>
                <a:ext cx="30240" cy="2160"/>
              </p14:xfrm>
            </p:contentPart>
          </mc:Choice>
          <mc:Fallback xmlns="">
            <p:pic>
              <p:nvPicPr>
                <p:cNvPr id="45" name="Ink 44">
                  <a:extLst>
                    <a:ext uri="{FF2B5EF4-FFF2-40B4-BE49-F238E27FC236}">
                      <a16:creationId xmlns:a16="http://schemas.microsoft.com/office/drawing/2014/main" id="{8B86ABB0-2ED8-7FC1-BEF8-3500063E752D}"/>
                    </a:ext>
                  </a:extLst>
                </p:cNvPr>
                <p:cNvPicPr/>
                <p:nvPr/>
              </p:nvPicPr>
              <p:blipFill>
                <a:blip r:embed="rId48"/>
                <a:stretch>
                  <a:fillRect/>
                </a:stretch>
              </p:blipFill>
              <p:spPr>
                <a:xfrm>
                  <a:off x="13210358" y="7954683"/>
                  <a:ext cx="1558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6" name="Ink 45">
                  <a:extLst>
                    <a:ext uri="{FF2B5EF4-FFF2-40B4-BE49-F238E27FC236}">
                      <a16:creationId xmlns:a16="http://schemas.microsoft.com/office/drawing/2014/main" id="{E5FFFC27-B382-3D17-3BD7-E44571010F27}"/>
                    </a:ext>
                  </a:extLst>
                </p14:cNvPr>
                <p14:cNvContentPartPr/>
                <p14:nvPr/>
              </p14:nvContentPartPr>
              <p14:xfrm>
                <a:off x="13256798" y="8028483"/>
                <a:ext cx="2160" cy="360"/>
              </p14:xfrm>
            </p:contentPart>
          </mc:Choice>
          <mc:Fallback xmlns="">
            <p:pic>
              <p:nvPicPr>
                <p:cNvPr id="46" name="Ink 45">
                  <a:extLst>
                    <a:ext uri="{FF2B5EF4-FFF2-40B4-BE49-F238E27FC236}">
                      <a16:creationId xmlns:a16="http://schemas.microsoft.com/office/drawing/2014/main" id="{E5FFFC27-B382-3D17-3BD7-E44571010F27}"/>
                    </a:ext>
                  </a:extLst>
                </p:cNvPr>
                <p:cNvPicPr/>
                <p:nvPr/>
              </p:nvPicPr>
              <p:blipFill>
                <a:blip r:embed="rId25"/>
                <a:stretch>
                  <a:fillRect/>
                </a:stretch>
              </p:blipFill>
              <p:spPr>
                <a:xfrm>
                  <a:off x="13194158" y="79658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7" name="Ink 46">
                  <a:extLst>
                    <a:ext uri="{FF2B5EF4-FFF2-40B4-BE49-F238E27FC236}">
                      <a16:creationId xmlns:a16="http://schemas.microsoft.com/office/drawing/2014/main" id="{F862149B-16A5-BFCE-DDD1-3E7153FE6110}"/>
                    </a:ext>
                  </a:extLst>
                </p14:cNvPr>
                <p14:cNvContentPartPr/>
                <p14:nvPr/>
              </p14:nvContentPartPr>
              <p14:xfrm>
                <a:off x="13247438" y="8028483"/>
                <a:ext cx="360" cy="360"/>
              </p14:xfrm>
            </p:contentPart>
          </mc:Choice>
          <mc:Fallback xmlns="">
            <p:pic>
              <p:nvPicPr>
                <p:cNvPr id="47" name="Ink 46">
                  <a:extLst>
                    <a:ext uri="{FF2B5EF4-FFF2-40B4-BE49-F238E27FC236}">
                      <a16:creationId xmlns:a16="http://schemas.microsoft.com/office/drawing/2014/main" id="{F862149B-16A5-BFCE-DDD1-3E7153FE6110}"/>
                    </a:ext>
                  </a:extLst>
                </p:cNvPr>
                <p:cNvPicPr/>
                <p:nvPr/>
              </p:nvPicPr>
              <p:blipFill>
                <a:blip r:embed="rId5"/>
                <a:stretch>
                  <a:fillRect/>
                </a:stretch>
              </p:blipFill>
              <p:spPr>
                <a:xfrm>
                  <a:off x="1318443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8" name="Ink 47">
                  <a:extLst>
                    <a:ext uri="{FF2B5EF4-FFF2-40B4-BE49-F238E27FC236}">
                      <a16:creationId xmlns:a16="http://schemas.microsoft.com/office/drawing/2014/main" id="{6BE93D46-5777-A344-0EC7-6B144A31DE53}"/>
                    </a:ext>
                  </a:extLst>
                </p14:cNvPr>
                <p14:cNvContentPartPr/>
                <p14:nvPr/>
              </p14:nvContentPartPr>
              <p14:xfrm>
                <a:off x="13481798" y="7939563"/>
                <a:ext cx="6480" cy="360"/>
              </p14:xfrm>
            </p:contentPart>
          </mc:Choice>
          <mc:Fallback xmlns="">
            <p:pic>
              <p:nvPicPr>
                <p:cNvPr id="48" name="Ink 47">
                  <a:extLst>
                    <a:ext uri="{FF2B5EF4-FFF2-40B4-BE49-F238E27FC236}">
                      <a16:creationId xmlns:a16="http://schemas.microsoft.com/office/drawing/2014/main" id="{6BE93D46-5777-A344-0EC7-6B144A31DE53}"/>
                    </a:ext>
                  </a:extLst>
                </p:cNvPr>
                <p:cNvPicPr/>
                <p:nvPr/>
              </p:nvPicPr>
              <p:blipFill>
                <a:blip r:embed="rId52"/>
                <a:stretch>
                  <a:fillRect/>
                </a:stretch>
              </p:blipFill>
              <p:spPr>
                <a:xfrm>
                  <a:off x="13418798" y="78769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9" name="Ink 48">
                  <a:extLst>
                    <a:ext uri="{FF2B5EF4-FFF2-40B4-BE49-F238E27FC236}">
                      <a16:creationId xmlns:a16="http://schemas.microsoft.com/office/drawing/2014/main" id="{492A1F3C-511E-DA55-2B82-9F57D0BAC4D5}"/>
                    </a:ext>
                  </a:extLst>
                </p14:cNvPr>
                <p14:cNvContentPartPr/>
                <p14:nvPr/>
              </p14:nvContentPartPr>
              <p14:xfrm>
                <a:off x="13503758" y="7939563"/>
                <a:ext cx="360" cy="360"/>
              </p14:xfrm>
            </p:contentPart>
          </mc:Choice>
          <mc:Fallback xmlns="">
            <p:pic>
              <p:nvPicPr>
                <p:cNvPr id="49" name="Ink 48">
                  <a:extLst>
                    <a:ext uri="{FF2B5EF4-FFF2-40B4-BE49-F238E27FC236}">
                      <a16:creationId xmlns:a16="http://schemas.microsoft.com/office/drawing/2014/main" id="{492A1F3C-511E-DA55-2B82-9F57D0BAC4D5}"/>
                    </a:ext>
                  </a:extLst>
                </p:cNvPr>
                <p:cNvPicPr/>
                <p:nvPr/>
              </p:nvPicPr>
              <p:blipFill>
                <a:blip r:embed="rId5"/>
                <a:stretch>
                  <a:fillRect/>
                </a:stretch>
              </p:blipFill>
              <p:spPr>
                <a:xfrm>
                  <a:off x="13441118" y="7876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0" name="Ink 49">
                  <a:extLst>
                    <a:ext uri="{FF2B5EF4-FFF2-40B4-BE49-F238E27FC236}">
                      <a16:creationId xmlns:a16="http://schemas.microsoft.com/office/drawing/2014/main" id="{23D15CB5-2060-6FDB-A116-5862B1CB094C}"/>
                    </a:ext>
                  </a:extLst>
                </p14:cNvPr>
                <p14:cNvContentPartPr/>
                <p14:nvPr/>
              </p14:nvContentPartPr>
              <p14:xfrm>
                <a:off x="13503758" y="7939563"/>
                <a:ext cx="360" cy="360"/>
              </p14:xfrm>
            </p:contentPart>
          </mc:Choice>
          <mc:Fallback xmlns="">
            <p:pic>
              <p:nvPicPr>
                <p:cNvPr id="50" name="Ink 49">
                  <a:extLst>
                    <a:ext uri="{FF2B5EF4-FFF2-40B4-BE49-F238E27FC236}">
                      <a16:creationId xmlns:a16="http://schemas.microsoft.com/office/drawing/2014/main" id="{23D15CB5-2060-6FDB-A116-5862B1CB094C}"/>
                    </a:ext>
                  </a:extLst>
                </p:cNvPr>
                <p:cNvPicPr/>
                <p:nvPr/>
              </p:nvPicPr>
              <p:blipFill>
                <a:blip r:embed="rId5"/>
                <a:stretch>
                  <a:fillRect/>
                </a:stretch>
              </p:blipFill>
              <p:spPr>
                <a:xfrm>
                  <a:off x="13441118" y="7876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1" name="Ink 50">
                  <a:extLst>
                    <a:ext uri="{FF2B5EF4-FFF2-40B4-BE49-F238E27FC236}">
                      <a16:creationId xmlns:a16="http://schemas.microsoft.com/office/drawing/2014/main" id="{A503C0AB-3387-CF26-72A5-8C7030DCE06E}"/>
                    </a:ext>
                  </a:extLst>
                </p14:cNvPr>
                <p14:cNvContentPartPr/>
                <p14:nvPr/>
              </p14:nvContentPartPr>
              <p14:xfrm>
                <a:off x="13470638" y="7915443"/>
                <a:ext cx="360" cy="2160"/>
              </p14:xfrm>
            </p:contentPart>
          </mc:Choice>
          <mc:Fallback xmlns="">
            <p:pic>
              <p:nvPicPr>
                <p:cNvPr id="51" name="Ink 50">
                  <a:extLst>
                    <a:ext uri="{FF2B5EF4-FFF2-40B4-BE49-F238E27FC236}">
                      <a16:creationId xmlns:a16="http://schemas.microsoft.com/office/drawing/2014/main" id="{A503C0AB-3387-CF26-72A5-8C7030DCE06E}"/>
                    </a:ext>
                  </a:extLst>
                </p:cNvPr>
                <p:cNvPicPr/>
                <p:nvPr/>
              </p:nvPicPr>
              <p:blipFill>
                <a:blip r:embed="rId56"/>
                <a:stretch>
                  <a:fillRect/>
                </a:stretch>
              </p:blipFill>
              <p:spPr>
                <a:xfrm>
                  <a:off x="13407998" y="78528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2" name="Ink 51">
                  <a:extLst>
                    <a:ext uri="{FF2B5EF4-FFF2-40B4-BE49-F238E27FC236}">
                      <a16:creationId xmlns:a16="http://schemas.microsoft.com/office/drawing/2014/main" id="{17705468-A5CF-C253-DF2F-6883BE389F52}"/>
                    </a:ext>
                  </a:extLst>
                </p14:cNvPr>
                <p14:cNvContentPartPr/>
                <p14:nvPr/>
              </p14:nvContentPartPr>
              <p14:xfrm>
                <a:off x="13436798" y="7872603"/>
                <a:ext cx="360" cy="360"/>
              </p14:xfrm>
            </p:contentPart>
          </mc:Choice>
          <mc:Fallback xmlns="">
            <p:pic>
              <p:nvPicPr>
                <p:cNvPr id="52" name="Ink 51">
                  <a:extLst>
                    <a:ext uri="{FF2B5EF4-FFF2-40B4-BE49-F238E27FC236}">
                      <a16:creationId xmlns:a16="http://schemas.microsoft.com/office/drawing/2014/main" id="{17705468-A5CF-C253-DF2F-6883BE389F52}"/>
                    </a:ext>
                  </a:extLst>
                </p:cNvPr>
                <p:cNvPicPr/>
                <p:nvPr/>
              </p:nvPicPr>
              <p:blipFill>
                <a:blip r:embed="rId5"/>
                <a:stretch>
                  <a:fillRect/>
                </a:stretch>
              </p:blipFill>
              <p:spPr>
                <a:xfrm>
                  <a:off x="1337415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3" name="Ink 52">
                  <a:extLst>
                    <a:ext uri="{FF2B5EF4-FFF2-40B4-BE49-F238E27FC236}">
                      <a16:creationId xmlns:a16="http://schemas.microsoft.com/office/drawing/2014/main" id="{2AC481B1-0C65-9622-FFED-98F7642307C9}"/>
                    </a:ext>
                  </a:extLst>
                </p14:cNvPr>
                <p14:cNvContentPartPr/>
                <p14:nvPr/>
              </p14:nvContentPartPr>
              <p14:xfrm>
                <a:off x="13436798" y="7872603"/>
                <a:ext cx="360" cy="360"/>
              </p14:xfrm>
            </p:contentPart>
          </mc:Choice>
          <mc:Fallback xmlns="">
            <p:pic>
              <p:nvPicPr>
                <p:cNvPr id="53" name="Ink 52">
                  <a:extLst>
                    <a:ext uri="{FF2B5EF4-FFF2-40B4-BE49-F238E27FC236}">
                      <a16:creationId xmlns:a16="http://schemas.microsoft.com/office/drawing/2014/main" id="{2AC481B1-0C65-9622-FFED-98F7642307C9}"/>
                    </a:ext>
                  </a:extLst>
                </p:cNvPr>
                <p:cNvPicPr/>
                <p:nvPr/>
              </p:nvPicPr>
              <p:blipFill>
                <a:blip r:embed="rId5"/>
                <a:stretch>
                  <a:fillRect/>
                </a:stretch>
              </p:blipFill>
              <p:spPr>
                <a:xfrm>
                  <a:off x="1337415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4" name="Ink 53">
                  <a:extLst>
                    <a:ext uri="{FF2B5EF4-FFF2-40B4-BE49-F238E27FC236}">
                      <a16:creationId xmlns:a16="http://schemas.microsoft.com/office/drawing/2014/main" id="{44318332-464E-9AEE-86C7-CDF2506DCB58}"/>
                    </a:ext>
                  </a:extLst>
                </p14:cNvPr>
                <p14:cNvContentPartPr/>
                <p14:nvPr/>
              </p14:nvContentPartPr>
              <p14:xfrm>
                <a:off x="13447958" y="7872603"/>
                <a:ext cx="32760" cy="360"/>
              </p14:xfrm>
            </p:contentPart>
          </mc:Choice>
          <mc:Fallback xmlns="">
            <p:pic>
              <p:nvPicPr>
                <p:cNvPr id="54" name="Ink 53">
                  <a:extLst>
                    <a:ext uri="{FF2B5EF4-FFF2-40B4-BE49-F238E27FC236}">
                      <a16:creationId xmlns:a16="http://schemas.microsoft.com/office/drawing/2014/main" id="{44318332-464E-9AEE-86C7-CDF2506DCB58}"/>
                    </a:ext>
                  </a:extLst>
                </p:cNvPr>
                <p:cNvPicPr/>
                <p:nvPr/>
              </p:nvPicPr>
              <p:blipFill>
                <a:blip r:embed="rId60"/>
                <a:stretch>
                  <a:fillRect/>
                </a:stretch>
              </p:blipFill>
              <p:spPr>
                <a:xfrm>
                  <a:off x="13385318" y="7809963"/>
                  <a:ext cx="158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5" name="Ink 54">
                  <a:extLst>
                    <a:ext uri="{FF2B5EF4-FFF2-40B4-BE49-F238E27FC236}">
                      <a16:creationId xmlns:a16="http://schemas.microsoft.com/office/drawing/2014/main" id="{44EE4BB2-1720-75EA-0B42-181B79E12CF6}"/>
                    </a:ext>
                  </a:extLst>
                </p14:cNvPr>
                <p14:cNvContentPartPr/>
                <p14:nvPr/>
              </p14:nvContentPartPr>
              <p14:xfrm>
                <a:off x="13548758" y="7872603"/>
                <a:ext cx="13320" cy="360"/>
              </p14:xfrm>
            </p:contentPart>
          </mc:Choice>
          <mc:Fallback xmlns="">
            <p:pic>
              <p:nvPicPr>
                <p:cNvPr id="55" name="Ink 54">
                  <a:extLst>
                    <a:ext uri="{FF2B5EF4-FFF2-40B4-BE49-F238E27FC236}">
                      <a16:creationId xmlns:a16="http://schemas.microsoft.com/office/drawing/2014/main" id="{44EE4BB2-1720-75EA-0B42-181B79E12CF6}"/>
                    </a:ext>
                  </a:extLst>
                </p:cNvPr>
                <p:cNvPicPr/>
                <p:nvPr/>
              </p:nvPicPr>
              <p:blipFill>
                <a:blip r:embed="rId62"/>
                <a:stretch>
                  <a:fillRect/>
                </a:stretch>
              </p:blipFill>
              <p:spPr>
                <a:xfrm>
                  <a:off x="13485758" y="780996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6" name="Ink 55">
                  <a:extLst>
                    <a:ext uri="{FF2B5EF4-FFF2-40B4-BE49-F238E27FC236}">
                      <a16:creationId xmlns:a16="http://schemas.microsoft.com/office/drawing/2014/main" id="{181C21BF-55C7-5730-DF9A-2DD0E07B3CCC}"/>
                    </a:ext>
                  </a:extLst>
                </p14:cNvPr>
                <p14:cNvContentPartPr/>
                <p14:nvPr/>
              </p14:nvContentPartPr>
              <p14:xfrm>
                <a:off x="13581878" y="7872603"/>
                <a:ext cx="360" cy="360"/>
              </p14:xfrm>
            </p:contentPart>
          </mc:Choice>
          <mc:Fallback xmlns="">
            <p:pic>
              <p:nvPicPr>
                <p:cNvPr id="56" name="Ink 55">
                  <a:extLst>
                    <a:ext uri="{FF2B5EF4-FFF2-40B4-BE49-F238E27FC236}">
                      <a16:creationId xmlns:a16="http://schemas.microsoft.com/office/drawing/2014/main" id="{181C21BF-55C7-5730-DF9A-2DD0E07B3CCC}"/>
                    </a:ext>
                  </a:extLst>
                </p:cNvPr>
                <p:cNvPicPr/>
                <p:nvPr/>
              </p:nvPicPr>
              <p:blipFill>
                <a:blip r:embed="rId5"/>
                <a:stretch>
                  <a:fillRect/>
                </a:stretch>
              </p:blipFill>
              <p:spPr>
                <a:xfrm>
                  <a:off x="1351887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7" name="Ink 56">
                  <a:extLst>
                    <a:ext uri="{FF2B5EF4-FFF2-40B4-BE49-F238E27FC236}">
                      <a16:creationId xmlns:a16="http://schemas.microsoft.com/office/drawing/2014/main" id="{BFC7A28B-8FEC-B5A0-5733-B9970B3F0734}"/>
                    </a:ext>
                  </a:extLst>
                </p14:cNvPr>
                <p14:cNvContentPartPr/>
                <p14:nvPr/>
              </p14:nvContentPartPr>
              <p14:xfrm>
                <a:off x="13581878" y="7872603"/>
                <a:ext cx="360" cy="360"/>
              </p14:xfrm>
            </p:contentPart>
          </mc:Choice>
          <mc:Fallback xmlns="">
            <p:pic>
              <p:nvPicPr>
                <p:cNvPr id="57" name="Ink 56">
                  <a:extLst>
                    <a:ext uri="{FF2B5EF4-FFF2-40B4-BE49-F238E27FC236}">
                      <a16:creationId xmlns:a16="http://schemas.microsoft.com/office/drawing/2014/main" id="{BFC7A28B-8FEC-B5A0-5733-B9970B3F0734}"/>
                    </a:ext>
                  </a:extLst>
                </p:cNvPr>
                <p:cNvPicPr/>
                <p:nvPr/>
              </p:nvPicPr>
              <p:blipFill>
                <a:blip r:embed="rId5"/>
                <a:stretch>
                  <a:fillRect/>
                </a:stretch>
              </p:blipFill>
              <p:spPr>
                <a:xfrm>
                  <a:off x="1351887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8" name="Ink 57">
                  <a:extLst>
                    <a:ext uri="{FF2B5EF4-FFF2-40B4-BE49-F238E27FC236}">
                      <a16:creationId xmlns:a16="http://schemas.microsoft.com/office/drawing/2014/main" id="{17D94CDB-A6DB-FCCD-7190-7ED2B1F00008}"/>
                    </a:ext>
                  </a:extLst>
                </p14:cNvPr>
                <p14:cNvContentPartPr/>
                <p14:nvPr/>
              </p14:nvContentPartPr>
              <p14:xfrm>
                <a:off x="13604558" y="7872603"/>
                <a:ext cx="74880" cy="360"/>
              </p14:xfrm>
            </p:contentPart>
          </mc:Choice>
          <mc:Fallback xmlns="">
            <p:pic>
              <p:nvPicPr>
                <p:cNvPr id="58" name="Ink 57">
                  <a:extLst>
                    <a:ext uri="{FF2B5EF4-FFF2-40B4-BE49-F238E27FC236}">
                      <a16:creationId xmlns:a16="http://schemas.microsoft.com/office/drawing/2014/main" id="{17D94CDB-A6DB-FCCD-7190-7ED2B1F00008}"/>
                    </a:ext>
                  </a:extLst>
                </p:cNvPr>
                <p:cNvPicPr/>
                <p:nvPr/>
              </p:nvPicPr>
              <p:blipFill>
                <a:blip r:embed="rId66"/>
                <a:stretch>
                  <a:fillRect/>
                </a:stretch>
              </p:blipFill>
              <p:spPr>
                <a:xfrm>
                  <a:off x="13541558" y="7809963"/>
                  <a:ext cx="2005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9" name="Ink 58">
                  <a:extLst>
                    <a:ext uri="{FF2B5EF4-FFF2-40B4-BE49-F238E27FC236}">
                      <a16:creationId xmlns:a16="http://schemas.microsoft.com/office/drawing/2014/main" id="{CEC06DB9-E161-2665-92C9-E5CC44283F56}"/>
                    </a:ext>
                  </a:extLst>
                </p14:cNvPr>
                <p14:cNvContentPartPr/>
                <p14:nvPr/>
              </p14:nvContentPartPr>
              <p14:xfrm>
                <a:off x="13727318" y="7872603"/>
                <a:ext cx="360" cy="360"/>
              </p14:xfrm>
            </p:contentPart>
          </mc:Choice>
          <mc:Fallback xmlns="">
            <p:pic>
              <p:nvPicPr>
                <p:cNvPr id="59" name="Ink 58">
                  <a:extLst>
                    <a:ext uri="{FF2B5EF4-FFF2-40B4-BE49-F238E27FC236}">
                      <a16:creationId xmlns:a16="http://schemas.microsoft.com/office/drawing/2014/main" id="{CEC06DB9-E161-2665-92C9-E5CC44283F56}"/>
                    </a:ext>
                  </a:extLst>
                </p:cNvPr>
                <p:cNvPicPr/>
                <p:nvPr/>
              </p:nvPicPr>
              <p:blipFill>
                <a:blip r:embed="rId5"/>
                <a:stretch>
                  <a:fillRect/>
                </a:stretch>
              </p:blipFill>
              <p:spPr>
                <a:xfrm>
                  <a:off x="1366431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0" name="Ink 59">
                  <a:extLst>
                    <a:ext uri="{FF2B5EF4-FFF2-40B4-BE49-F238E27FC236}">
                      <a16:creationId xmlns:a16="http://schemas.microsoft.com/office/drawing/2014/main" id="{83E9DA88-9E56-9395-8DA2-62E6CBA7EB08}"/>
                    </a:ext>
                  </a:extLst>
                </p14:cNvPr>
                <p14:cNvContentPartPr/>
                <p14:nvPr/>
              </p14:nvContentPartPr>
              <p14:xfrm>
                <a:off x="13727318" y="7872603"/>
                <a:ext cx="360" cy="360"/>
              </p14:xfrm>
            </p:contentPart>
          </mc:Choice>
          <mc:Fallback xmlns="">
            <p:pic>
              <p:nvPicPr>
                <p:cNvPr id="60" name="Ink 59">
                  <a:extLst>
                    <a:ext uri="{FF2B5EF4-FFF2-40B4-BE49-F238E27FC236}">
                      <a16:creationId xmlns:a16="http://schemas.microsoft.com/office/drawing/2014/main" id="{83E9DA88-9E56-9395-8DA2-62E6CBA7EB08}"/>
                    </a:ext>
                  </a:extLst>
                </p:cNvPr>
                <p:cNvPicPr/>
                <p:nvPr/>
              </p:nvPicPr>
              <p:blipFill>
                <a:blip r:embed="rId5"/>
                <a:stretch>
                  <a:fillRect/>
                </a:stretch>
              </p:blipFill>
              <p:spPr>
                <a:xfrm>
                  <a:off x="1366431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1" name="Ink 60">
                  <a:extLst>
                    <a:ext uri="{FF2B5EF4-FFF2-40B4-BE49-F238E27FC236}">
                      <a16:creationId xmlns:a16="http://schemas.microsoft.com/office/drawing/2014/main" id="{D2ABB85C-D52E-AEFE-E69F-D80364A728A3}"/>
                    </a:ext>
                  </a:extLst>
                </p14:cNvPr>
                <p14:cNvContentPartPr/>
                <p14:nvPr/>
              </p14:nvContentPartPr>
              <p14:xfrm>
                <a:off x="13727318" y="7872603"/>
                <a:ext cx="360" cy="360"/>
              </p14:xfrm>
            </p:contentPart>
          </mc:Choice>
          <mc:Fallback xmlns="">
            <p:pic>
              <p:nvPicPr>
                <p:cNvPr id="61" name="Ink 60">
                  <a:extLst>
                    <a:ext uri="{FF2B5EF4-FFF2-40B4-BE49-F238E27FC236}">
                      <a16:creationId xmlns:a16="http://schemas.microsoft.com/office/drawing/2014/main" id="{D2ABB85C-D52E-AEFE-E69F-D80364A728A3}"/>
                    </a:ext>
                  </a:extLst>
                </p:cNvPr>
                <p:cNvPicPr/>
                <p:nvPr/>
              </p:nvPicPr>
              <p:blipFill>
                <a:blip r:embed="rId5"/>
                <a:stretch>
                  <a:fillRect/>
                </a:stretch>
              </p:blipFill>
              <p:spPr>
                <a:xfrm>
                  <a:off x="1366431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2" name="Ink 61">
                  <a:extLst>
                    <a:ext uri="{FF2B5EF4-FFF2-40B4-BE49-F238E27FC236}">
                      <a16:creationId xmlns:a16="http://schemas.microsoft.com/office/drawing/2014/main" id="{FF3C77C6-1F8C-A3E6-3551-8C89BDA6057A}"/>
                    </a:ext>
                  </a:extLst>
                </p14:cNvPr>
                <p14:cNvContentPartPr/>
                <p14:nvPr/>
              </p14:nvContentPartPr>
              <p14:xfrm>
                <a:off x="13749278" y="7872603"/>
                <a:ext cx="34200" cy="360"/>
              </p14:xfrm>
            </p:contentPart>
          </mc:Choice>
          <mc:Fallback xmlns="">
            <p:pic>
              <p:nvPicPr>
                <p:cNvPr id="62" name="Ink 61">
                  <a:extLst>
                    <a:ext uri="{FF2B5EF4-FFF2-40B4-BE49-F238E27FC236}">
                      <a16:creationId xmlns:a16="http://schemas.microsoft.com/office/drawing/2014/main" id="{FF3C77C6-1F8C-A3E6-3551-8C89BDA6057A}"/>
                    </a:ext>
                  </a:extLst>
                </p:cNvPr>
                <p:cNvPicPr/>
                <p:nvPr/>
              </p:nvPicPr>
              <p:blipFill>
                <a:blip r:embed="rId71"/>
                <a:stretch>
                  <a:fillRect/>
                </a:stretch>
              </p:blipFill>
              <p:spPr>
                <a:xfrm>
                  <a:off x="13686638" y="7809963"/>
                  <a:ext cx="159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3" name="Ink 62">
                  <a:extLst>
                    <a:ext uri="{FF2B5EF4-FFF2-40B4-BE49-F238E27FC236}">
                      <a16:creationId xmlns:a16="http://schemas.microsoft.com/office/drawing/2014/main" id="{A533D17E-E378-23CB-E92C-15E1E0C31706}"/>
                    </a:ext>
                  </a:extLst>
                </p14:cNvPr>
                <p14:cNvContentPartPr/>
                <p14:nvPr/>
              </p14:nvContentPartPr>
              <p14:xfrm>
                <a:off x="13894358" y="7872603"/>
                <a:ext cx="43560" cy="360"/>
              </p14:xfrm>
            </p:contentPart>
          </mc:Choice>
          <mc:Fallback xmlns="">
            <p:pic>
              <p:nvPicPr>
                <p:cNvPr id="63" name="Ink 62">
                  <a:extLst>
                    <a:ext uri="{FF2B5EF4-FFF2-40B4-BE49-F238E27FC236}">
                      <a16:creationId xmlns:a16="http://schemas.microsoft.com/office/drawing/2014/main" id="{A533D17E-E378-23CB-E92C-15E1E0C31706}"/>
                    </a:ext>
                  </a:extLst>
                </p:cNvPr>
                <p:cNvPicPr/>
                <p:nvPr/>
              </p:nvPicPr>
              <p:blipFill>
                <a:blip r:embed="rId27"/>
                <a:stretch>
                  <a:fillRect/>
                </a:stretch>
              </p:blipFill>
              <p:spPr>
                <a:xfrm>
                  <a:off x="13831358" y="7809963"/>
                  <a:ext cx="1692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4" name="Ink 63">
                  <a:extLst>
                    <a:ext uri="{FF2B5EF4-FFF2-40B4-BE49-F238E27FC236}">
                      <a16:creationId xmlns:a16="http://schemas.microsoft.com/office/drawing/2014/main" id="{508C797A-D09C-95B7-1353-CA4339758113}"/>
                    </a:ext>
                  </a:extLst>
                </p14:cNvPr>
                <p14:cNvContentPartPr/>
                <p14:nvPr/>
              </p14:nvContentPartPr>
              <p14:xfrm>
                <a:off x="13972118" y="7872603"/>
                <a:ext cx="360" cy="360"/>
              </p14:xfrm>
            </p:contentPart>
          </mc:Choice>
          <mc:Fallback xmlns="">
            <p:pic>
              <p:nvPicPr>
                <p:cNvPr id="64" name="Ink 63">
                  <a:extLst>
                    <a:ext uri="{FF2B5EF4-FFF2-40B4-BE49-F238E27FC236}">
                      <a16:creationId xmlns:a16="http://schemas.microsoft.com/office/drawing/2014/main" id="{508C797A-D09C-95B7-1353-CA4339758113}"/>
                    </a:ext>
                  </a:extLst>
                </p:cNvPr>
                <p:cNvPicPr/>
                <p:nvPr/>
              </p:nvPicPr>
              <p:blipFill>
                <a:blip r:embed="rId5"/>
                <a:stretch>
                  <a:fillRect/>
                </a:stretch>
              </p:blipFill>
              <p:spPr>
                <a:xfrm>
                  <a:off x="1390947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5" name="Ink 64">
                  <a:extLst>
                    <a:ext uri="{FF2B5EF4-FFF2-40B4-BE49-F238E27FC236}">
                      <a16:creationId xmlns:a16="http://schemas.microsoft.com/office/drawing/2014/main" id="{183F72C2-618F-23CF-C316-1B28E0E167CC}"/>
                    </a:ext>
                  </a:extLst>
                </p14:cNvPr>
                <p14:cNvContentPartPr/>
                <p14:nvPr/>
              </p14:nvContentPartPr>
              <p14:xfrm>
                <a:off x="14027918" y="7865763"/>
                <a:ext cx="15480" cy="7200"/>
              </p14:xfrm>
            </p:contentPart>
          </mc:Choice>
          <mc:Fallback xmlns="">
            <p:pic>
              <p:nvPicPr>
                <p:cNvPr id="65" name="Ink 64">
                  <a:extLst>
                    <a:ext uri="{FF2B5EF4-FFF2-40B4-BE49-F238E27FC236}">
                      <a16:creationId xmlns:a16="http://schemas.microsoft.com/office/drawing/2014/main" id="{183F72C2-618F-23CF-C316-1B28E0E167CC}"/>
                    </a:ext>
                  </a:extLst>
                </p:cNvPr>
                <p:cNvPicPr/>
                <p:nvPr/>
              </p:nvPicPr>
              <p:blipFill>
                <a:blip r:embed="rId75"/>
                <a:stretch>
                  <a:fillRect/>
                </a:stretch>
              </p:blipFill>
              <p:spPr>
                <a:xfrm>
                  <a:off x="13965278" y="7803123"/>
                  <a:ext cx="1411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6" name="Ink 65">
                  <a:extLst>
                    <a:ext uri="{FF2B5EF4-FFF2-40B4-BE49-F238E27FC236}">
                      <a16:creationId xmlns:a16="http://schemas.microsoft.com/office/drawing/2014/main" id="{EF13908C-0705-BC66-EC05-8DDAEADA4220}"/>
                    </a:ext>
                  </a:extLst>
                </p14:cNvPr>
                <p14:cNvContentPartPr/>
                <p14:nvPr/>
              </p14:nvContentPartPr>
              <p14:xfrm>
                <a:off x="14117198" y="7861443"/>
                <a:ext cx="18000" cy="6480"/>
              </p14:xfrm>
            </p:contentPart>
          </mc:Choice>
          <mc:Fallback xmlns="">
            <p:pic>
              <p:nvPicPr>
                <p:cNvPr id="66" name="Ink 65">
                  <a:extLst>
                    <a:ext uri="{FF2B5EF4-FFF2-40B4-BE49-F238E27FC236}">
                      <a16:creationId xmlns:a16="http://schemas.microsoft.com/office/drawing/2014/main" id="{EF13908C-0705-BC66-EC05-8DDAEADA4220}"/>
                    </a:ext>
                  </a:extLst>
                </p:cNvPr>
                <p:cNvPicPr/>
                <p:nvPr/>
              </p:nvPicPr>
              <p:blipFill>
                <a:blip r:embed="rId77"/>
                <a:stretch>
                  <a:fillRect/>
                </a:stretch>
              </p:blipFill>
              <p:spPr>
                <a:xfrm>
                  <a:off x="14054198" y="7798803"/>
                  <a:ext cx="1436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7" name="Ink 66">
                  <a:extLst>
                    <a:ext uri="{FF2B5EF4-FFF2-40B4-BE49-F238E27FC236}">
                      <a16:creationId xmlns:a16="http://schemas.microsoft.com/office/drawing/2014/main" id="{49962BC7-B452-3B21-B9AF-8065FF0E5FA4}"/>
                    </a:ext>
                  </a:extLst>
                </p14:cNvPr>
                <p14:cNvContentPartPr/>
                <p14:nvPr/>
              </p14:nvContentPartPr>
              <p14:xfrm>
                <a:off x="14150678" y="7883763"/>
                <a:ext cx="6480" cy="360"/>
              </p14:xfrm>
            </p:contentPart>
          </mc:Choice>
          <mc:Fallback xmlns="">
            <p:pic>
              <p:nvPicPr>
                <p:cNvPr id="67" name="Ink 66">
                  <a:extLst>
                    <a:ext uri="{FF2B5EF4-FFF2-40B4-BE49-F238E27FC236}">
                      <a16:creationId xmlns:a16="http://schemas.microsoft.com/office/drawing/2014/main" id="{49962BC7-B452-3B21-B9AF-8065FF0E5FA4}"/>
                    </a:ext>
                  </a:extLst>
                </p:cNvPr>
                <p:cNvPicPr/>
                <p:nvPr/>
              </p:nvPicPr>
              <p:blipFill>
                <a:blip r:embed="rId79"/>
                <a:stretch>
                  <a:fillRect/>
                </a:stretch>
              </p:blipFill>
              <p:spPr>
                <a:xfrm>
                  <a:off x="14088038" y="782076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8" name="Ink 67">
                  <a:extLst>
                    <a:ext uri="{FF2B5EF4-FFF2-40B4-BE49-F238E27FC236}">
                      <a16:creationId xmlns:a16="http://schemas.microsoft.com/office/drawing/2014/main" id="{F1D3D74F-7F87-993A-BB44-4230631522D9}"/>
                    </a:ext>
                  </a:extLst>
                </p14:cNvPr>
                <p14:cNvContentPartPr/>
                <p14:nvPr/>
              </p14:nvContentPartPr>
              <p14:xfrm>
                <a:off x="14172998" y="7883763"/>
                <a:ext cx="32400" cy="360"/>
              </p14:xfrm>
            </p:contentPart>
          </mc:Choice>
          <mc:Fallback xmlns="">
            <p:pic>
              <p:nvPicPr>
                <p:cNvPr id="68" name="Ink 67">
                  <a:extLst>
                    <a:ext uri="{FF2B5EF4-FFF2-40B4-BE49-F238E27FC236}">
                      <a16:creationId xmlns:a16="http://schemas.microsoft.com/office/drawing/2014/main" id="{F1D3D74F-7F87-993A-BB44-4230631522D9}"/>
                    </a:ext>
                  </a:extLst>
                </p:cNvPr>
                <p:cNvPicPr/>
                <p:nvPr/>
              </p:nvPicPr>
              <p:blipFill>
                <a:blip r:embed="rId81"/>
                <a:stretch>
                  <a:fillRect/>
                </a:stretch>
              </p:blipFill>
              <p:spPr>
                <a:xfrm>
                  <a:off x="14109998" y="782076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9" name="Ink 68">
                  <a:extLst>
                    <a:ext uri="{FF2B5EF4-FFF2-40B4-BE49-F238E27FC236}">
                      <a16:creationId xmlns:a16="http://schemas.microsoft.com/office/drawing/2014/main" id="{CB976E18-0520-2CE8-8C59-3B6AC4F228D2}"/>
                    </a:ext>
                  </a:extLst>
                </p14:cNvPr>
                <p14:cNvContentPartPr/>
                <p14:nvPr/>
              </p14:nvContentPartPr>
              <p14:xfrm>
                <a:off x="14262638" y="7872603"/>
                <a:ext cx="13320" cy="360"/>
              </p14:xfrm>
            </p:contentPart>
          </mc:Choice>
          <mc:Fallback xmlns="">
            <p:pic>
              <p:nvPicPr>
                <p:cNvPr id="69" name="Ink 68">
                  <a:extLst>
                    <a:ext uri="{FF2B5EF4-FFF2-40B4-BE49-F238E27FC236}">
                      <a16:creationId xmlns:a16="http://schemas.microsoft.com/office/drawing/2014/main" id="{CB976E18-0520-2CE8-8C59-3B6AC4F228D2}"/>
                    </a:ext>
                  </a:extLst>
                </p:cNvPr>
                <p:cNvPicPr/>
                <p:nvPr/>
              </p:nvPicPr>
              <p:blipFill>
                <a:blip r:embed="rId62"/>
                <a:stretch>
                  <a:fillRect/>
                </a:stretch>
              </p:blipFill>
              <p:spPr>
                <a:xfrm>
                  <a:off x="14199638" y="780996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0" name="Ink 69">
                  <a:extLst>
                    <a:ext uri="{FF2B5EF4-FFF2-40B4-BE49-F238E27FC236}">
                      <a16:creationId xmlns:a16="http://schemas.microsoft.com/office/drawing/2014/main" id="{5D74BF4B-A6B9-5ADD-60DC-572DD2151A51}"/>
                    </a:ext>
                  </a:extLst>
                </p14:cNvPr>
                <p14:cNvContentPartPr/>
                <p14:nvPr/>
              </p14:nvContentPartPr>
              <p14:xfrm>
                <a:off x="14295758" y="7872603"/>
                <a:ext cx="13320" cy="360"/>
              </p14:xfrm>
            </p:contentPart>
          </mc:Choice>
          <mc:Fallback xmlns="">
            <p:pic>
              <p:nvPicPr>
                <p:cNvPr id="70" name="Ink 69">
                  <a:extLst>
                    <a:ext uri="{FF2B5EF4-FFF2-40B4-BE49-F238E27FC236}">
                      <a16:creationId xmlns:a16="http://schemas.microsoft.com/office/drawing/2014/main" id="{5D74BF4B-A6B9-5ADD-60DC-572DD2151A51}"/>
                    </a:ext>
                  </a:extLst>
                </p:cNvPr>
                <p:cNvPicPr/>
                <p:nvPr/>
              </p:nvPicPr>
              <p:blipFill>
                <a:blip r:embed="rId62"/>
                <a:stretch>
                  <a:fillRect/>
                </a:stretch>
              </p:blipFill>
              <p:spPr>
                <a:xfrm>
                  <a:off x="14232758" y="780996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1" name="Ink 70">
                  <a:extLst>
                    <a:ext uri="{FF2B5EF4-FFF2-40B4-BE49-F238E27FC236}">
                      <a16:creationId xmlns:a16="http://schemas.microsoft.com/office/drawing/2014/main" id="{A2C59BAB-8A71-576E-389B-B7C31F5214E9}"/>
                    </a:ext>
                  </a:extLst>
                </p14:cNvPr>
                <p14:cNvContentPartPr/>
                <p14:nvPr/>
              </p14:nvContentPartPr>
              <p14:xfrm>
                <a:off x="14351558" y="7883763"/>
                <a:ext cx="6480" cy="360"/>
              </p14:xfrm>
            </p:contentPart>
          </mc:Choice>
          <mc:Fallback xmlns="">
            <p:pic>
              <p:nvPicPr>
                <p:cNvPr id="71" name="Ink 70">
                  <a:extLst>
                    <a:ext uri="{FF2B5EF4-FFF2-40B4-BE49-F238E27FC236}">
                      <a16:creationId xmlns:a16="http://schemas.microsoft.com/office/drawing/2014/main" id="{A2C59BAB-8A71-576E-389B-B7C31F5214E9}"/>
                    </a:ext>
                  </a:extLst>
                </p:cNvPr>
                <p:cNvPicPr/>
                <p:nvPr/>
              </p:nvPicPr>
              <p:blipFill>
                <a:blip r:embed="rId52"/>
                <a:stretch>
                  <a:fillRect/>
                </a:stretch>
              </p:blipFill>
              <p:spPr>
                <a:xfrm>
                  <a:off x="14288558" y="782076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2" name="Ink 71">
                  <a:extLst>
                    <a:ext uri="{FF2B5EF4-FFF2-40B4-BE49-F238E27FC236}">
                      <a16:creationId xmlns:a16="http://schemas.microsoft.com/office/drawing/2014/main" id="{F2898060-2652-73FA-CDF9-33655EB93BE6}"/>
                    </a:ext>
                  </a:extLst>
                </p14:cNvPr>
                <p14:cNvContentPartPr/>
                <p14:nvPr/>
              </p14:nvContentPartPr>
              <p14:xfrm>
                <a:off x="14373518" y="7883763"/>
                <a:ext cx="43920" cy="22680"/>
              </p14:xfrm>
            </p:contentPart>
          </mc:Choice>
          <mc:Fallback xmlns="">
            <p:pic>
              <p:nvPicPr>
                <p:cNvPr id="72" name="Ink 71">
                  <a:extLst>
                    <a:ext uri="{FF2B5EF4-FFF2-40B4-BE49-F238E27FC236}">
                      <a16:creationId xmlns:a16="http://schemas.microsoft.com/office/drawing/2014/main" id="{F2898060-2652-73FA-CDF9-33655EB93BE6}"/>
                    </a:ext>
                  </a:extLst>
                </p:cNvPr>
                <p:cNvPicPr/>
                <p:nvPr/>
              </p:nvPicPr>
              <p:blipFill>
                <a:blip r:embed="rId86"/>
                <a:stretch>
                  <a:fillRect/>
                </a:stretch>
              </p:blipFill>
              <p:spPr>
                <a:xfrm>
                  <a:off x="14310878" y="7820763"/>
                  <a:ext cx="1695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3" name="Ink 72">
                  <a:extLst>
                    <a:ext uri="{FF2B5EF4-FFF2-40B4-BE49-F238E27FC236}">
                      <a16:creationId xmlns:a16="http://schemas.microsoft.com/office/drawing/2014/main" id="{27DC776A-E2BE-A2B4-6354-165495A123F9}"/>
                    </a:ext>
                  </a:extLst>
                </p14:cNvPr>
                <p14:cNvContentPartPr/>
                <p14:nvPr/>
              </p14:nvContentPartPr>
              <p14:xfrm>
                <a:off x="14440478" y="7917603"/>
                <a:ext cx="9000" cy="23400"/>
              </p14:xfrm>
            </p:contentPart>
          </mc:Choice>
          <mc:Fallback xmlns="">
            <p:pic>
              <p:nvPicPr>
                <p:cNvPr id="73" name="Ink 72">
                  <a:extLst>
                    <a:ext uri="{FF2B5EF4-FFF2-40B4-BE49-F238E27FC236}">
                      <a16:creationId xmlns:a16="http://schemas.microsoft.com/office/drawing/2014/main" id="{27DC776A-E2BE-A2B4-6354-165495A123F9}"/>
                    </a:ext>
                  </a:extLst>
                </p:cNvPr>
                <p:cNvPicPr/>
                <p:nvPr/>
              </p:nvPicPr>
              <p:blipFill>
                <a:blip r:embed="rId88"/>
                <a:stretch>
                  <a:fillRect/>
                </a:stretch>
              </p:blipFill>
              <p:spPr>
                <a:xfrm>
                  <a:off x="14377838" y="7854603"/>
                  <a:ext cx="13464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4" name="Ink 73">
                  <a:extLst>
                    <a:ext uri="{FF2B5EF4-FFF2-40B4-BE49-F238E27FC236}">
                      <a16:creationId xmlns:a16="http://schemas.microsoft.com/office/drawing/2014/main" id="{7F16A03F-5964-BE3C-3AC2-F4D9BCCF2E50}"/>
                    </a:ext>
                  </a:extLst>
                </p14:cNvPr>
                <p14:cNvContentPartPr/>
                <p14:nvPr/>
              </p14:nvContentPartPr>
              <p14:xfrm>
                <a:off x="14444798" y="7972683"/>
                <a:ext cx="7200" cy="6840"/>
              </p14:xfrm>
            </p:contentPart>
          </mc:Choice>
          <mc:Fallback xmlns="">
            <p:pic>
              <p:nvPicPr>
                <p:cNvPr id="74" name="Ink 73">
                  <a:extLst>
                    <a:ext uri="{FF2B5EF4-FFF2-40B4-BE49-F238E27FC236}">
                      <a16:creationId xmlns:a16="http://schemas.microsoft.com/office/drawing/2014/main" id="{7F16A03F-5964-BE3C-3AC2-F4D9BCCF2E50}"/>
                    </a:ext>
                  </a:extLst>
                </p:cNvPr>
                <p:cNvPicPr/>
                <p:nvPr/>
              </p:nvPicPr>
              <p:blipFill>
                <a:blip r:embed="rId90"/>
                <a:stretch>
                  <a:fillRect/>
                </a:stretch>
              </p:blipFill>
              <p:spPr>
                <a:xfrm>
                  <a:off x="14382158" y="7910043"/>
                  <a:ext cx="1328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5" name="Ink 74">
                  <a:extLst>
                    <a:ext uri="{FF2B5EF4-FFF2-40B4-BE49-F238E27FC236}">
                      <a16:creationId xmlns:a16="http://schemas.microsoft.com/office/drawing/2014/main" id="{669C622D-4EA5-22E4-F036-4048833277FA}"/>
                    </a:ext>
                  </a:extLst>
                </p14:cNvPr>
                <p14:cNvContentPartPr/>
                <p14:nvPr/>
              </p14:nvContentPartPr>
              <p14:xfrm>
                <a:off x="14429678" y="7995363"/>
                <a:ext cx="360" cy="360"/>
              </p14:xfrm>
            </p:contentPart>
          </mc:Choice>
          <mc:Fallback xmlns="">
            <p:pic>
              <p:nvPicPr>
                <p:cNvPr id="75" name="Ink 74">
                  <a:extLst>
                    <a:ext uri="{FF2B5EF4-FFF2-40B4-BE49-F238E27FC236}">
                      <a16:creationId xmlns:a16="http://schemas.microsoft.com/office/drawing/2014/main" id="{669C622D-4EA5-22E4-F036-4048833277FA}"/>
                    </a:ext>
                  </a:extLst>
                </p:cNvPr>
                <p:cNvPicPr/>
                <p:nvPr/>
              </p:nvPicPr>
              <p:blipFill>
                <a:blip r:embed="rId5"/>
                <a:stretch>
                  <a:fillRect/>
                </a:stretch>
              </p:blipFill>
              <p:spPr>
                <a:xfrm>
                  <a:off x="14366678" y="7932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6" name="Ink 75">
                  <a:extLst>
                    <a:ext uri="{FF2B5EF4-FFF2-40B4-BE49-F238E27FC236}">
                      <a16:creationId xmlns:a16="http://schemas.microsoft.com/office/drawing/2014/main" id="{6F9D2511-7883-054D-2BC5-FFF179F4D010}"/>
                    </a:ext>
                  </a:extLst>
                </p14:cNvPr>
                <p14:cNvContentPartPr/>
                <p14:nvPr/>
              </p14:nvContentPartPr>
              <p14:xfrm>
                <a:off x="14382878" y="8006523"/>
                <a:ext cx="2160" cy="360"/>
              </p14:xfrm>
            </p:contentPart>
          </mc:Choice>
          <mc:Fallback xmlns="">
            <p:pic>
              <p:nvPicPr>
                <p:cNvPr id="76" name="Ink 75">
                  <a:extLst>
                    <a:ext uri="{FF2B5EF4-FFF2-40B4-BE49-F238E27FC236}">
                      <a16:creationId xmlns:a16="http://schemas.microsoft.com/office/drawing/2014/main" id="{6F9D2511-7883-054D-2BC5-FFF179F4D010}"/>
                    </a:ext>
                  </a:extLst>
                </p:cNvPr>
                <p:cNvPicPr/>
                <p:nvPr/>
              </p:nvPicPr>
              <p:blipFill>
                <a:blip r:embed="rId9"/>
                <a:stretch>
                  <a:fillRect/>
                </a:stretch>
              </p:blipFill>
              <p:spPr>
                <a:xfrm>
                  <a:off x="1431987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7" name="Ink 76">
                  <a:extLst>
                    <a:ext uri="{FF2B5EF4-FFF2-40B4-BE49-F238E27FC236}">
                      <a16:creationId xmlns:a16="http://schemas.microsoft.com/office/drawing/2014/main" id="{77A84A0B-F8D2-DBC7-D0CF-FCF17408E32E}"/>
                    </a:ext>
                  </a:extLst>
                </p14:cNvPr>
                <p14:cNvContentPartPr/>
                <p14:nvPr/>
              </p14:nvContentPartPr>
              <p14:xfrm>
                <a:off x="14327438" y="8017683"/>
                <a:ext cx="2160" cy="4680"/>
              </p14:xfrm>
            </p:contentPart>
          </mc:Choice>
          <mc:Fallback xmlns="">
            <p:pic>
              <p:nvPicPr>
                <p:cNvPr id="77" name="Ink 76">
                  <a:extLst>
                    <a:ext uri="{FF2B5EF4-FFF2-40B4-BE49-F238E27FC236}">
                      <a16:creationId xmlns:a16="http://schemas.microsoft.com/office/drawing/2014/main" id="{77A84A0B-F8D2-DBC7-D0CF-FCF17408E32E}"/>
                    </a:ext>
                  </a:extLst>
                </p:cNvPr>
                <p:cNvPicPr/>
                <p:nvPr/>
              </p:nvPicPr>
              <p:blipFill>
                <a:blip r:embed="rId94"/>
                <a:stretch>
                  <a:fillRect/>
                </a:stretch>
              </p:blipFill>
              <p:spPr>
                <a:xfrm>
                  <a:off x="14264438" y="7954683"/>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8" name="Ink 77">
                  <a:extLst>
                    <a:ext uri="{FF2B5EF4-FFF2-40B4-BE49-F238E27FC236}">
                      <a16:creationId xmlns:a16="http://schemas.microsoft.com/office/drawing/2014/main" id="{30F0CECB-87E2-408D-155E-5019B18AE0B2}"/>
                    </a:ext>
                  </a:extLst>
                </p14:cNvPr>
                <p14:cNvContentPartPr/>
                <p14:nvPr/>
              </p14:nvContentPartPr>
              <p14:xfrm>
                <a:off x="14256158" y="8028483"/>
                <a:ext cx="6840" cy="360"/>
              </p14:xfrm>
            </p:contentPart>
          </mc:Choice>
          <mc:Fallback xmlns="">
            <p:pic>
              <p:nvPicPr>
                <p:cNvPr id="78" name="Ink 77">
                  <a:extLst>
                    <a:ext uri="{FF2B5EF4-FFF2-40B4-BE49-F238E27FC236}">
                      <a16:creationId xmlns:a16="http://schemas.microsoft.com/office/drawing/2014/main" id="{30F0CECB-87E2-408D-155E-5019B18AE0B2}"/>
                    </a:ext>
                  </a:extLst>
                </p:cNvPr>
                <p:cNvPicPr/>
                <p:nvPr/>
              </p:nvPicPr>
              <p:blipFill>
                <a:blip r:embed="rId79"/>
                <a:stretch>
                  <a:fillRect/>
                </a:stretch>
              </p:blipFill>
              <p:spPr>
                <a:xfrm>
                  <a:off x="14193158" y="796584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9" name="Ink 78">
                  <a:extLst>
                    <a:ext uri="{FF2B5EF4-FFF2-40B4-BE49-F238E27FC236}">
                      <a16:creationId xmlns:a16="http://schemas.microsoft.com/office/drawing/2014/main" id="{00E869CF-3D0B-E79D-2B57-02285511153A}"/>
                    </a:ext>
                  </a:extLst>
                </p14:cNvPr>
                <p14:cNvContentPartPr/>
                <p14:nvPr/>
              </p14:nvContentPartPr>
              <p14:xfrm>
                <a:off x="14193518" y="8028483"/>
                <a:ext cx="13680" cy="360"/>
              </p14:xfrm>
            </p:contentPart>
          </mc:Choice>
          <mc:Fallback xmlns="">
            <p:pic>
              <p:nvPicPr>
                <p:cNvPr id="79" name="Ink 78">
                  <a:extLst>
                    <a:ext uri="{FF2B5EF4-FFF2-40B4-BE49-F238E27FC236}">
                      <a16:creationId xmlns:a16="http://schemas.microsoft.com/office/drawing/2014/main" id="{00E869CF-3D0B-E79D-2B57-02285511153A}"/>
                    </a:ext>
                  </a:extLst>
                </p:cNvPr>
                <p:cNvPicPr/>
                <p:nvPr/>
              </p:nvPicPr>
              <p:blipFill>
                <a:blip r:embed="rId62"/>
                <a:stretch>
                  <a:fillRect/>
                </a:stretch>
              </p:blipFill>
              <p:spPr>
                <a:xfrm>
                  <a:off x="14130518" y="7965843"/>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0" name="Ink 79">
                  <a:extLst>
                    <a:ext uri="{FF2B5EF4-FFF2-40B4-BE49-F238E27FC236}">
                      <a16:creationId xmlns:a16="http://schemas.microsoft.com/office/drawing/2014/main" id="{3471532E-9867-4C4E-AA55-611CF12A1D52}"/>
                    </a:ext>
                  </a:extLst>
                </p14:cNvPr>
                <p14:cNvContentPartPr/>
                <p14:nvPr/>
              </p14:nvContentPartPr>
              <p14:xfrm>
                <a:off x="14110718" y="8006523"/>
                <a:ext cx="6480" cy="360"/>
              </p14:xfrm>
            </p:contentPart>
          </mc:Choice>
          <mc:Fallback xmlns="">
            <p:pic>
              <p:nvPicPr>
                <p:cNvPr id="80" name="Ink 79">
                  <a:extLst>
                    <a:ext uri="{FF2B5EF4-FFF2-40B4-BE49-F238E27FC236}">
                      <a16:creationId xmlns:a16="http://schemas.microsoft.com/office/drawing/2014/main" id="{3471532E-9867-4C4E-AA55-611CF12A1D52}"/>
                    </a:ext>
                  </a:extLst>
                </p:cNvPr>
                <p:cNvPicPr/>
                <p:nvPr/>
              </p:nvPicPr>
              <p:blipFill>
                <a:blip r:embed="rId79"/>
                <a:stretch>
                  <a:fillRect/>
                </a:stretch>
              </p:blipFill>
              <p:spPr>
                <a:xfrm>
                  <a:off x="14048078" y="79435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1" name="Ink 80">
                  <a:extLst>
                    <a:ext uri="{FF2B5EF4-FFF2-40B4-BE49-F238E27FC236}">
                      <a16:creationId xmlns:a16="http://schemas.microsoft.com/office/drawing/2014/main" id="{3A0A9B81-8E0B-2ED7-32C2-AEF36D99F302}"/>
                    </a:ext>
                  </a:extLst>
                </p14:cNvPr>
                <p14:cNvContentPartPr/>
                <p14:nvPr/>
              </p14:nvContentPartPr>
              <p14:xfrm>
                <a:off x="14077598" y="7995363"/>
                <a:ext cx="6480" cy="360"/>
              </p14:xfrm>
            </p:contentPart>
          </mc:Choice>
          <mc:Fallback xmlns="">
            <p:pic>
              <p:nvPicPr>
                <p:cNvPr id="81" name="Ink 80">
                  <a:extLst>
                    <a:ext uri="{FF2B5EF4-FFF2-40B4-BE49-F238E27FC236}">
                      <a16:creationId xmlns:a16="http://schemas.microsoft.com/office/drawing/2014/main" id="{3A0A9B81-8E0B-2ED7-32C2-AEF36D99F302}"/>
                    </a:ext>
                  </a:extLst>
                </p:cNvPr>
                <p:cNvPicPr/>
                <p:nvPr/>
              </p:nvPicPr>
              <p:blipFill>
                <a:blip r:embed="rId79"/>
                <a:stretch>
                  <a:fillRect/>
                </a:stretch>
              </p:blipFill>
              <p:spPr>
                <a:xfrm>
                  <a:off x="14014958" y="79327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2" name="Ink 81">
                  <a:extLst>
                    <a:ext uri="{FF2B5EF4-FFF2-40B4-BE49-F238E27FC236}">
                      <a16:creationId xmlns:a16="http://schemas.microsoft.com/office/drawing/2014/main" id="{8281792D-458B-B560-B859-07E5686AC2D7}"/>
                    </a:ext>
                  </a:extLst>
                </p14:cNvPr>
                <p14:cNvContentPartPr/>
                <p14:nvPr/>
              </p14:nvContentPartPr>
              <p14:xfrm>
                <a:off x="14043758" y="8028483"/>
                <a:ext cx="6480" cy="360"/>
              </p14:xfrm>
            </p:contentPart>
          </mc:Choice>
          <mc:Fallback xmlns="">
            <p:pic>
              <p:nvPicPr>
                <p:cNvPr id="82" name="Ink 81">
                  <a:extLst>
                    <a:ext uri="{FF2B5EF4-FFF2-40B4-BE49-F238E27FC236}">
                      <a16:creationId xmlns:a16="http://schemas.microsoft.com/office/drawing/2014/main" id="{8281792D-458B-B560-B859-07E5686AC2D7}"/>
                    </a:ext>
                  </a:extLst>
                </p:cNvPr>
                <p:cNvPicPr/>
                <p:nvPr/>
              </p:nvPicPr>
              <p:blipFill>
                <a:blip r:embed="rId79"/>
                <a:stretch>
                  <a:fillRect/>
                </a:stretch>
              </p:blipFill>
              <p:spPr>
                <a:xfrm>
                  <a:off x="13981118" y="796584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3" name="Ink 82">
                  <a:extLst>
                    <a:ext uri="{FF2B5EF4-FFF2-40B4-BE49-F238E27FC236}">
                      <a16:creationId xmlns:a16="http://schemas.microsoft.com/office/drawing/2014/main" id="{2AA18ECE-CEE5-E1F0-1FCD-F169CAF66F0E}"/>
                    </a:ext>
                  </a:extLst>
                </p14:cNvPr>
                <p14:cNvContentPartPr/>
                <p14:nvPr/>
              </p14:nvContentPartPr>
              <p14:xfrm>
                <a:off x="13917038" y="8028483"/>
                <a:ext cx="22320" cy="360"/>
              </p14:xfrm>
            </p:contentPart>
          </mc:Choice>
          <mc:Fallback xmlns="">
            <p:pic>
              <p:nvPicPr>
                <p:cNvPr id="83" name="Ink 82">
                  <a:extLst>
                    <a:ext uri="{FF2B5EF4-FFF2-40B4-BE49-F238E27FC236}">
                      <a16:creationId xmlns:a16="http://schemas.microsoft.com/office/drawing/2014/main" id="{2AA18ECE-CEE5-E1F0-1FCD-F169CAF66F0E}"/>
                    </a:ext>
                  </a:extLst>
                </p:cNvPr>
                <p:cNvPicPr/>
                <p:nvPr/>
              </p:nvPicPr>
              <p:blipFill>
                <a:blip r:embed="rId101"/>
                <a:stretch>
                  <a:fillRect/>
                </a:stretch>
              </p:blipFill>
              <p:spPr>
                <a:xfrm>
                  <a:off x="13854038" y="796584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4" name="Ink 83">
                  <a:extLst>
                    <a:ext uri="{FF2B5EF4-FFF2-40B4-BE49-F238E27FC236}">
                      <a16:creationId xmlns:a16="http://schemas.microsoft.com/office/drawing/2014/main" id="{7537FAE2-EA20-6E51-860E-AD3FB8C9A784}"/>
                    </a:ext>
                  </a:extLst>
                </p14:cNvPr>
                <p14:cNvContentPartPr/>
                <p14:nvPr/>
              </p14:nvContentPartPr>
              <p14:xfrm>
                <a:off x="13780598" y="8028483"/>
                <a:ext cx="2160" cy="360"/>
              </p14:xfrm>
            </p:contentPart>
          </mc:Choice>
          <mc:Fallback xmlns="">
            <p:pic>
              <p:nvPicPr>
                <p:cNvPr id="84" name="Ink 83">
                  <a:extLst>
                    <a:ext uri="{FF2B5EF4-FFF2-40B4-BE49-F238E27FC236}">
                      <a16:creationId xmlns:a16="http://schemas.microsoft.com/office/drawing/2014/main" id="{7537FAE2-EA20-6E51-860E-AD3FB8C9A784}"/>
                    </a:ext>
                  </a:extLst>
                </p:cNvPr>
                <p:cNvPicPr/>
                <p:nvPr/>
              </p:nvPicPr>
              <p:blipFill>
                <a:blip r:embed="rId9"/>
                <a:stretch>
                  <a:fillRect/>
                </a:stretch>
              </p:blipFill>
              <p:spPr>
                <a:xfrm>
                  <a:off x="13717958" y="79658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5" name="Ink 84">
                  <a:extLst>
                    <a:ext uri="{FF2B5EF4-FFF2-40B4-BE49-F238E27FC236}">
                      <a16:creationId xmlns:a16="http://schemas.microsoft.com/office/drawing/2014/main" id="{BF8969E7-2998-3164-96EA-0C327FC986B7}"/>
                    </a:ext>
                  </a:extLst>
                </p14:cNvPr>
                <p14:cNvContentPartPr/>
                <p14:nvPr/>
              </p14:nvContentPartPr>
              <p14:xfrm>
                <a:off x="13731998" y="8028483"/>
                <a:ext cx="6840" cy="360"/>
              </p14:xfrm>
            </p:contentPart>
          </mc:Choice>
          <mc:Fallback xmlns="">
            <p:pic>
              <p:nvPicPr>
                <p:cNvPr id="85" name="Ink 84">
                  <a:extLst>
                    <a:ext uri="{FF2B5EF4-FFF2-40B4-BE49-F238E27FC236}">
                      <a16:creationId xmlns:a16="http://schemas.microsoft.com/office/drawing/2014/main" id="{BF8969E7-2998-3164-96EA-0C327FC986B7}"/>
                    </a:ext>
                  </a:extLst>
                </p:cNvPr>
                <p:cNvPicPr/>
                <p:nvPr/>
              </p:nvPicPr>
              <p:blipFill>
                <a:blip r:embed="rId79"/>
                <a:stretch>
                  <a:fillRect/>
                </a:stretch>
              </p:blipFill>
              <p:spPr>
                <a:xfrm>
                  <a:off x="13668998" y="796584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6" name="Ink 85">
                  <a:extLst>
                    <a:ext uri="{FF2B5EF4-FFF2-40B4-BE49-F238E27FC236}">
                      <a16:creationId xmlns:a16="http://schemas.microsoft.com/office/drawing/2014/main" id="{2A5512D3-1602-E014-6137-513F335E5755}"/>
                    </a:ext>
                  </a:extLst>
                </p14:cNvPr>
                <p14:cNvContentPartPr/>
                <p14:nvPr/>
              </p14:nvContentPartPr>
              <p14:xfrm>
                <a:off x="13618958" y="8028483"/>
                <a:ext cx="41760" cy="2160"/>
              </p14:xfrm>
            </p:contentPart>
          </mc:Choice>
          <mc:Fallback xmlns="">
            <p:pic>
              <p:nvPicPr>
                <p:cNvPr id="86" name="Ink 85">
                  <a:extLst>
                    <a:ext uri="{FF2B5EF4-FFF2-40B4-BE49-F238E27FC236}">
                      <a16:creationId xmlns:a16="http://schemas.microsoft.com/office/drawing/2014/main" id="{2A5512D3-1602-E014-6137-513F335E5755}"/>
                    </a:ext>
                  </a:extLst>
                </p:cNvPr>
                <p:cNvPicPr/>
                <p:nvPr/>
              </p:nvPicPr>
              <p:blipFill>
                <a:blip r:embed="rId105"/>
                <a:stretch>
                  <a:fillRect/>
                </a:stretch>
              </p:blipFill>
              <p:spPr>
                <a:xfrm>
                  <a:off x="13556318" y="7965843"/>
                  <a:ext cx="167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7" name="Ink 86">
                  <a:extLst>
                    <a:ext uri="{FF2B5EF4-FFF2-40B4-BE49-F238E27FC236}">
                      <a16:creationId xmlns:a16="http://schemas.microsoft.com/office/drawing/2014/main" id="{BAD5E3D8-7425-4507-4C21-CDBC3EC75263}"/>
                    </a:ext>
                  </a:extLst>
                </p14:cNvPr>
                <p14:cNvContentPartPr/>
                <p14:nvPr/>
              </p14:nvContentPartPr>
              <p14:xfrm>
                <a:off x="13542278" y="8051163"/>
                <a:ext cx="6480" cy="7200"/>
              </p14:xfrm>
            </p:contentPart>
          </mc:Choice>
          <mc:Fallback xmlns="">
            <p:pic>
              <p:nvPicPr>
                <p:cNvPr id="87" name="Ink 86">
                  <a:extLst>
                    <a:ext uri="{FF2B5EF4-FFF2-40B4-BE49-F238E27FC236}">
                      <a16:creationId xmlns:a16="http://schemas.microsoft.com/office/drawing/2014/main" id="{BAD5E3D8-7425-4507-4C21-CDBC3EC75263}"/>
                    </a:ext>
                  </a:extLst>
                </p:cNvPr>
                <p:cNvPicPr/>
                <p:nvPr/>
              </p:nvPicPr>
              <p:blipFill>
                <a:blip r:embed="rId107"/>
                <a:stretch>
                  <a:fillRect/>
                </a:stretch>
              </p:blipFill>
              <p:spPr>
                <a:xfrm>
                  <a:off x="13479638" y="7988523"/>
                  <a:ext cx="1321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8" name="Ink 87">
                  <a:extLst>
                    <a:ext uri="{FF2B5EF4-FFF2-40B4-BE49-F238E27FC236}">
                      <a16:creationId xmlns:a16="http://schemas.microsoft.com/office/drawing/2014/main" id="{A486AA05-3B66-0122-C23E-7936FA0BDBDA}"/>
                    </a:ext>
                  </a:extLst>
                </p14:cNvPr>
                <p14:cNvContentPartPr/>
                <p14:nvPr/>
              </p14:nvContentPartPr>
              <p14:xfrm>
                <a:off x="13475318" y="8084283"/>
                <a:ext cx="6480" cy="360"/>
              </p14:xfrm>
            </p:contentPart>
          </mc:Choice>
          <mc:Fallback xmlns="">
            <p:pic>
              <p:nvPicPr>
                <p:cNvPr id="88" name="Ink 87">
                  <a:extLst>
                    <a:ext uri="{FF2B5EF4-FFF2-40B4-BE49-F238E27FC236}">
                      <a16:creationId xmlns:a16="http://schemas.microsoft.com/office/drawing/2014/main" id="{A486AA05-3B66-0122-C23E-7936FA0BDBDA}"/>
                    </a:ext>
                  </a:extLst>
                </p:cNvPr>
                <p:cNvPicPr/>
                <p:nvPr/>
              </p:nvPicPr>
              <p:blipFill>
                <a:blip r:embed="rId79"/>
                <a:stretch>
                  <a:fillRect/>
                </a:stretch>
              </p:blipFill>
              <p:spPr>
                <a:xfrm>
                  <a:off x="13412678" y="802164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89" name="Ink 88">
                  <a:extLst>
                    <a:ext uri="{FF2B5EF4-FFF2-40B4-BE49-F238E27FC236}">
                      <a16:creationId xmlns:a16="http://schemas.microsoft.com/office/drawing/2014/main" id="{44BEF835-D7CD-6A84-D67E-903876120518}"/>
                    </a:ext>
                  </a:extLst>
                </p14:cNvPr>
                <p14:cNvContentPartPr/>
                <p14:nvPr/>
              </p14:nvContentPartPr>
              <p14:xfrm>
                <a:off x="13447958" y="8084283"/>
                <a:ext cx="360" cy="360"/>
              </p14:xfrm>
            </p:contentPart>
          </mc:Choice>
          <mc:Fallback xmlns="">
            <p:pic>
              <p:nvPicPr>
                <p:cNvPr id="89" name="Ink 88">
                  <a:extLst>
                    <a:ext uri="{FF2B5EF4-FFF2-40B4-BE49-F238E27FC236}">
                      <a16:creationId xmlns:a16="http://schemas.microsoft.com/office/drawing/2014/main" id="{44BEF835-D7CD-6A84-D67E-903876120518}"/>
                    </a:ext>
                  </a:extLst>
                </p:cNvPr>
                <p:cNvPicPr/>
                <p:nvPr/>
              </p:nvPicPr>
              <p:blipFill>
                <a:blip r:embed="rId5"/>
                <a:stretch>
                  <a:fillRect/>
                </a:stretch>
              </p:blipFill>
              <p:spPr>
                <a:xfrm>
                  <a:off x="13385318" y="8021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0" name="Ink 89">
                  <a:extLst>
                    <a:ext uri="{FF2B5EF4-FFF2-40B4-BE49-F238E27FC236}">
                      <a16:creationId xmlns:a16="http://schemas.microsoft.com/office/drawing/2014/main" id="{05BDCEF8-E617-4504-99D0-EBC8E3105F05}"/>
                    </a:ext>
                  </a:extLst>
                </p14:cNvPr>
                <p14:cNvContentPartPr/>
                <p14:nvPr/>
              </p14:nvContentPartPr>
              <p14:xfrm>
                <a:off x="13447958" y="8084283"/>
                <a:ext cx="360" cy="360"/>
              </p14:xfrm>
            </p:contentPart>
          </mc:Choice>
          <mc:Fallback xmlns="">
            <p:pic>
              <p:nvPicPr>
                <p:cNvPr id="90" name="Ink 89">
                  <a:extLst>
                    <a:ext uri="{FF2B5EF4-FFF2-40B4-BE49-F238E27FC236}">
                      <a16:creationId xmlns:a16="http://schemas.microsoft.com/office/drawing/2014/main" id="{05BDCEF8-E617-4504-99D0-EBC8E3105F05}"/>
                    </a:ext>
                  </a:extLst>
                </p:cNvPr>
                <p:cNvPicPr/>
                <p:nvPr/>
              </p:nvPicPr>
              <p:blipFill>
                <a:blip r:embed="rId5"/>
                <a:stretch>
                  <a:fillRect/>
                </a:stretch>
              </p:blipFill>
              <p:spPr>
                <a:xfrm>
                  <a:off x="13385318" y="8021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1" name="Ink 90">
                  <a:extLst>
                    <a:ext uri="{FF2B5EF4-FFF2-40B4-BE49-F238E27FC236}">
                      <a16:creationId xmlns:a16="http://schemas.microsoft.com/office/drawing/2014/main" id="{2BC52DD4-D55A-A90A-B47B-C4B4540598D7}"/>
                    </a:ext>
                  </a:extLst>
                </p14:cNvPr>
                <p14:cNvContentPartPr/>
                <p14:nvPr/>
              </p14:nvContentPartPr>
              <p14:xfrm>
                <a:off x="13423838" y="8084283"/>
                <a:ext cx="2160" cy="360"/>
              </p14:xfrm>
            </p:contentPart>
          </mc:Choice>
          <mc:Fallback xmlns="">
            <p:pic>
              <p:nvPicPr>
                <p:cNvPr id="91" name="Ink 90">
                  <a:extLst>
                    <a:ext uri="{FF2B5EF4-FFF2-40B4-BE49-F238E27FC236}">
                      <a16:creationId xmlns:a16="http://schemas.microsoft.com/office/drawing/2014/main" id="{2BC52DD4-D55A-A90A-B47B-C4B4540598D7}"/>
                    </a:ext>
                  </a:extLst>
                </p:cNvPr>
                <p:cNvPicPr/>
                <p:nvPr/>
              </p:nvPicPr>
              <p:blipFill>
                <a:blip r:embed="rId25"/>
                <a:stretch>
                  <a:fillRect/>
                </a:stretch>
              </p:blipFill>
              <p:spPr>
                <a:xfrm>
                  <a:off x="13361198" y="802164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2" name="Ink 91">
                  <a:extLst>
                    <a:ext uri="{FF2B5EF4-FFF2-40B4-BE49-F238E27FC236}">
                      <a16:creationId xmlns:a16="http://schemas.microsoft.com/office/drawing/2014/main" id="{9D1C0259-2C6E-9E96-E164-BF7B10D718F1}"/>
                    </a:ext>
                  </a:extLst>
                </p14:cNvPr>
                <p14:cNvContentPartPr/>
                <p14:nvPr/>
              </p14:nvContentPartPr>
              <p14:xfrm>
                <a:off x="13414838" y="8084283"/>
                <a:ext cx="360" cy="360"/>
              </p14:xfrm>
            </p:contentPart>
          </mc:Choice>
          <mc:Fallback xmlns="">
            <p:pic>
              <p:nvPicPr>
                <p:cNvPr id="92" name="Ink 91">
                  <a:extLst>
                    <a:ext uri="{FF2B5EF4-FFF2-40B4-BE49-F238E27FC236}">
                      <a16:creationId xmlns:a16="http://schemas.microsoft.com/office/drawing/2014/main" id="{9D1C0259-2C6E-9E96-E164-BF7B10D718F1}"/>
                    </a:ext>
                  </a:extLst>
                </p:cNvPr>
                <p:cNvPicPr/>
                <p:nvPr/>
              </p:nvPicPr>
              <p:blipFill>
                <a:blip r:embed="rId5"/>
                <a:stretch>
                  <a:fillRect/>
                </a:stretch>
              </p:blipFill>
              <p:spPr>
                <a:xfrm>
                  <a:off x="13351838" y="8021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3" name="Ink 92">
                  <a:extLst>
                    <a:ext uri="{FF2B5EF4-FFF2-40B4-BE49-F238E27FC236}">
                      <a16:creationId xmlns:a16="http://schemas.microsoft.com/office/drawing/2014/main" id="{61BA797C-60ED-1EDE-DE4B-0792AD06F157}"/>
                    </a:ext>
                  </a:extLst>
                </p14:cNvPr>
                <p14:cNvContentPartPr/>
                <p14:nvPr/>
              </p14:nvContentPartPr>
              <p14:xfrm>
                <a:off x="13414838" y="8084283"/>
                <a:ext cx="360" cy="360"/>
              </p14:xfrm>
            </p:contentPart>
          </mc:Choice>
          <mc:Fallback xmlns="">
            <p:pic>
              <p:nvPicPr>
                <p:cNvPr id="93" name="Ink 92">
                  <a:extLst>
                    <a:ext uri="{FF2B5EF4-FFF2-40B4-BE49-F238E27FC236}">
                      <a16:creationId xmlns:a16="http://schemas.microsoft.com/office/drawing/2014/main" id="{61BA797C-60ED-1EDE-DE4B-0792AD06F157}"/>
                    </a:ext>
                  </a:extLst>
                </p:cNvPr>
                <p:cNvPicPr/>
                <p:nvPr/>
              </p:nvPicPr>
              <p:blipFill>
                <a:blip r:embed="rId5"/>
                <a:stretch>
                  <a:fillRect/>
                </a:stretch>
              </p:blipFill>
              <p:spPr>
                <a:xfrm>
                  <a:off x="13351838" y="8021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8" name="Ink 97">
                  <a:extLst>
                    <a:ext uri="{FF2B5EF4-FFF2-40B4-BE49-F238E27FC236}">
                      <a16:creationId xmlns:a16="http://schemas.microsoft.com/office/drawing/2014/main" id="{8AF3F79B-F482-A45F-D64F-BC40B796A9B6}"/>
                    </a:ext>
                  </a:extLst>
                </p14:cNvPr>
                <p14:cNvContentPartPr/>
                <p14:nvPr/>
              </p14:nvContentPartPr>
              <p14:xfrm>
                <a:off x="13883198" y="8062323"/>
                <a:ext cx="360" cy="360"/>
              </p14:xfrm>
            </p:contentPart>
          </mc:Choice>
          <mc:Fallback xmlns="">
            <p:pic>
              <p:nvPicPr>
                <p:cNvPr id="98" name="Ink 97">
                  <a:extLst>
                    <a:ext uri="{FF2B5EF4-FFF2-40B4-BE49-F238E27FC236}">
                      <a16:creationId xmlns:a16="http://schemas.microsoft.com/office/drawing/2014/main" id="{8AF3F79B-F482-A45F-D64F-BC40B796A9B6}"/>
                    </a:ext>
                  </a:extLst>
                </p:cNvPr>
                <p:cNvPicPr/>
                <p:nvPr/>
              </p:nvPicPr>
              <p:blipFill>
                <a:blip r:embed="rId5"/>
                <a:stretch>
                  <a:fillRect/>
                </a:stretch>
              </p:blipFill>
              <p:spPr>
                <a:xfrm>
                  <a:off x="13820198" y="7999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9" name="Ink 98">
                  <a:extLst>
                    <a:ext uri="{FF2B5EF4-FFF2-40B4-BE49-F238E27FC236}">
                      <a16:creationId xmlns:a16="http://schemas.microsoft.com/office/drawing/2014/main" id="{090A143E-0E76-AD81-611D-38128CEF0D5E}"/>
                    </a:ext>
                  </a:extLst>
                </p14:cNvPr>
                <p14:cNvContentPartPr/>
                <p14:nvPr/>
              </p14:nvContentPartPr>
              <p14:xfrm>
                <a:off x="13883198" y="8062323"/>
                <a:ext cx="360" cy="360"/>
              </p14:xfrm>
            </p:contentPart>
          </mc:Choice>
          <mc:Fallback xmlns="">
            <p:pic>
              <p:nvPicPr>
                <p:cNvPr id="99" name="Ink 98">
                  <a:extLst>
                    <a:ext uri="{FF2B5EF4-FFF2-40B4-BE49-F238E27FC236}">
                      <a16:creationId xmlns:a16="http://schemas.microsoft.com/office/drawing/2014/main" id="{090A143E-0E76-AD81-611D-38128CEF0D5E}"/>
                    </a:ext>
                  </a:extLst>
                </p:cNvPr>
                <p:cNvPicPr/>
                <p:nvPr/>
              </p:nvPicPr>
              <p:blipFill>
                <a:blip r:embed="rId5"/>
                <a:stretch>
                  <a:fillRect/>
                </a:stretch>
              </p:blipFill>
              <p:spPr>
                <a:xfrm>
                  <a:off x="13820198" y="7999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0" name="Ink 99">
                  <a:extLst>
                    <a:ext uri="{FF2B5EF4-FFF2-40B4-BE49-F238E27FC236}">
                      <a16:creationId xmlns:a16="http://schemas.microsoft.com/office/drawing/2014/main" id="{3FE3066F-B1B4-747E-38C1-FE93BFA20431}"/>
                    </a:ext>
                  </a:extLst>
                </p14:cNvPr>
                <p14:cNvContentPartPr/>
                <p14:nvPr/>
              </p14:nvContentPartPr>
              <p14:xfrm>
                <a:off x="13883198" y="7950723"/>
                <a:ext cx="360" cy="360"/>
              </p14:xfrm>
            </p:contentPart>
          </mc:Choice>
          <mc:Fallback xmlns="">
            <p:pic>
              <p:nvPicPr>
                <p:cNvPr id="100" name="Ink 99">
                  <a:extLst>
                    <a:ext uri="{FF2B5EF4-FFF2-40B4-BE49-F238E27FC236}">
                      <a16:creationId xmlns:a16="http://schemas.microsoft.com/office/drawing/2014/main" id="{3FE3066F-B1B4-747E-38C1-FE93BFA20431}"/>
                    </a:ext>
                  </a:extLst>
                </p:cNvPr>
                <p:cNvPicPr/>
                <p:nvPr/>
              </p:nvPicPr>
              <p:blipFill>
                <a:blip r:embed="rId5"/>
                <a:stretch>
                  <a:fillRect/>
                </a:stretch>
              </p:blipFill>
              <p:spPr>
                <a:xfrm>
                  <a:off x="1382019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1" name="Ink 100">
                  <a:extLst>
                    <a:ext uri="{FF2B5EF4-FFF2-40B4-BE49-F238E27FC236}">
                      <a16:creationId xmlns:a16="http://schemas.microsoft.com/office/drawing/2014/main" id="{038F7A40-E519-D994-870E-3F4EE34E4618}"/>
                    </a:ext>
                  </a:extLst>
                </p14:cNvPr>
                <p14:cNvContentPartPr/>
                <p14:nvPr/>
              </p14:nvContentPartPr>
              <p14:xfrm>
                <a:off x="13883198" y="7950723"/>
                <a:ext cx="360" cy="360"/>
              </p14:xfrm>
            </p:contentPart>
          </mc:Choice>
          <mc:Fallback xmlns="">
            <p:pic>
              <p:nvPicPr>
                <p:cNvPr id="101" name="Ink 100">
                  <a:extLst>
                    <a:ext uri="{FF2B5EF4-FFF2-40B4-BE49-F238E27FC236}">
                      <a16:creationId xmlns:a16="http://schemas.microsoft.com/office/drawing/2014/main" id="{038F7A40-E519-D994-870E-3F4EE34E4618}"/>
                    </a:ext>
                  </a:extLst>
                </p:cNvPr>
                <p:cNvPicPr/>
                <p:nvPr/>
              </p:nvPicPr>
              <p:blipFill>
                <a:blip r:embed="rId5"/>
                <a:stretch>
                  <a:fillRect/>
                </a:stretch>
              </p:blipFill>
              <p:spPr>
                <a:xfrm>
                  <a:off x="1382019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3" name="Ink 102">
                  <a:extLst>
                    <a:ext uri="{FF2B5EF4-FFF2-40B4-BE49-F238E27FC236}">
                      <a16:creationId xmlns:a16="http://schemas.microsoft.com/office/drawing/2014/main" id="{BF64C19C-201E-59E3-D106-7BA911630A3D}"/>
                    </a:ext>
                  </a:extLst>
                </p14:cNvPr>
                <p14:cNvContentPartPr/>
                <p14:nvPr/>
              </p14:nvContentPartPr>
              <p14:xfrm>
                <a:off x="14440478" y="8129283"/>
                <a:ext cx="360" cy="360"/>
              </p14:xfrm>
            </p:contentPart>
          </mc:Choice>
          <mc:Fallback xmlns="">
            <p:pic>
              <p:nvPicPr>
                <p:cNvPr id="103" name="Ink 102">
                  <a:extLst>
                    <a:ext uri="{FF2B5EF4-FFF2-40B4-BE49-F238E27FC236}">
                      <a16:creationId xmlns:a16="http://schemas.microsoft.com/office/drawing/2014/main" id="{BF64C19C-201E-59E3-D106-7BA911630A3D}"/>
                    </a:ext>
                  </a:extLst>
                </p:cNvPr>
                <p:cNvPicPr/>
                <p:nvPr/>
              </p:nvPicPr>
              <p:blipFill>
                <a:blip r:embed="rId5"/>
                <a:stretch>
                  <a:fillRect/>
                </a:stretch>
              </p:blipFill>
              <p:spPr>
                <a:xfrm>
                  <a:off x="14377838" y="80662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4" name="Ink 103">
                  <a:extLst>
                    <a:ext uri="{FF2B5EF4-FFF2-40B4-BE49-F238E27FC236}">
                      <a16:creationId xmlns:a16="http://schemas.microsoft.com/office/drawing/2014/main" id="{B16ACF7B-F74B-3D37-57ED-74FAA0FFBAC0}"/>
                    </a:ext>
                  </a:extLst>
                </p14:cNvPr>
                <p14:cNvContentPartPr/>
                <p14:nvPr/>
              </p14:nvContentPartPr>
              <p14:xfrm>
                <a:off x="14117198" y="8106603"/>
                <a:ext cx="360" cy="360"/>
              </p14:xfrm>
            </p:contentPart>
          </mc:Choice>
          <mc:Fallback xmlns="">
            <p:pic>
              <p:nvPicPr>
                <p:cNvPr id="104" name="Ink 103">
                  <a:extLst>
                    <a:ext uri="{FF2B5EF4-FFF2-40B4-BE49-F238E27FC236}">
                      <a16:creationId xmlns:a16="http://schemas.microsoft.com/office/drawing/2014/main" id="{B16ACF7B-F74B-3D37-57ED-74FAA0FFBAC0}"/>
                    </a:ext>
                  </a:extLst>
                </p:cNvPr>
                <p:cNvPicPr/>
                <p:nvPr/>
              </p:nvPicPr>
              <p:blipFill>
                <a:blip r:embed="rId5"/>
                <a:stretch>
                  <a:fillRect/>
                </a:stretch>
              </p:blipFill>
              <p:spPr>
                <a:xfrm>
                  <a:off x="14054198" y="8043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5" name="Ink 104">
                  <a:extLst>
                    <a:ext uri="{FF2B5EF4-FFF2-40B4-BE49-F238E27FC236}">
                      <a16:creationId xmlns:a16="http://schemas.microsoft.com/office/drawing/2014/main" id="{25CDDF2D-4B45-77DE-1F12-85FA9FE9E9C6}"/>
                    </a:ext>
                  </a:extLst>
                </p14:cNvPr>
                <p14:cNvContentPartPr/>
                <p14:nvPr/>
              </p14:nvContentPartPr>
              <p14:xfrm>
                <a:off x="14117198" y="8106603"/>
                <a:ext cx="360" cy="360"/>
              </p14:xfrm>
            </p:contentPart>
          </mc:Choice>
          <mc:Fallback xmlns="">
            <p:pic>
              <p:nvPicPr>
                <p:cNvPr id="105" name="Ink 104">
                  <a:extLst>
                    <a:ext uri="{FF2B5EF4-FFF2-40B4-BE49-F238E27FC236}">
                      <a16:creationId xmlns:a16="http://schemas.microsoft.com/office/drawing/2014/main" id="{25CDDF2D-4B45-77DE-1F12-85FA9FE9E9C6}"/>
                    </a:ext>
                  </a:extLst>
                </p:cNvPr>
                <p:cNvPicPr/>
                <p:nvPr/>
              </p:nvPicPr>
              <p:blipFill>
                <a:blip r:embed="rId5"/>
                <a:stretch>
                  <a:fillRect/>
                </a:stretch>
              </p:blipFill>
              <p:spPr>
                <a:xfrm>
                  <a:off x="14054198" y="8043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6" name="Ink 105">
                  <a:extLst>
                    <a:ext uri="{FF2B5EF4-FFF2-40B4-BE49-F238E27FC236}">
                      <a16:creationId xmlns:a16="http://schemas.microsoft.com/office/drawing/2014/main" id="{B9F2E622-FF8B-1D6B-D62F-53BA73DD6BF9}"/>
                    </a:ext>
                  </a:extLst>
                </p14:cNvPr>
                <p14:cNvContentPartPr/>
                <p14:nvPr/>
              </p14:nvContentPartPr>
              <p14:xfrm>
                <a:off x="14117198" y="8106603"/>
                <a:ext cx="360" cy="360"/>
              </p14:xfrm>
            </p:contentPart>
          </mc:Choice>
          <mc:Fallback xmlns="">
            <p:pic>
              <p:nvPicPr>
                <p:cNvPr id="106" name="Ink 105">
                  <a:extLst>
                    <a:ext uri="{FF2B5EF4-FFF2-40B4-BE49-F238E27FC236}">
                      <a16:creationId xmlns:a16="http://schemas.microsoft.com/office/drawing/2014/main" id="{B9F2E622-FF8B-1D6B-D62F-53BA73DD6BF9}"/>
                    </a:ext>
                  </a:extLst>
                </p:cNvPr>
                <p:cNvPicPr/>
                <p:nvPr/>
              </p:nvPicPr>
              <p:blipFill>
                <a:blip r:embed="rId5"/>
                <a:stretch>
                  <a:fillRect/>
                </a:stretch>
              </p:blipFill>
              <p:spPr>
                <a:xfrm>
                  <a:off x="14054198" y="8043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7" name="Ink 106">
                  <a:extLst>
                    <a:ext uri="{FF2B5EF4-FFF2-40B4-BE49-F238E27FC236}">
                      <a16:creationId xmlns:a16="http://schemas.microsoft.com/office/drawing/2014/main" id="{6B48CE64-3BF2-88FA-2F8F-497EC77272E6}"/>
                    </a:ext>
                  </a:extLst>
                </p14:cNvPr>
                <p14:cNvContentPartPr/>
                <p14:nvPr/>
              </p14:nvContentPartPr>
              <p14:xfrm>
                <a:off x="14117198" y="8106603"/>
                <a:ext cx="360" cy="360"/>
              </p14:xfrm>
            </p:contentPart>
          </mc:Choice>
          <mc:Fallback xmlns="">
            <p:pic>
              <p:nvPicPr>
                <p:cNvPr id="107" name="Ink 106">
                  <a:extLst>
                    <a:ext uri="{FF2B5EF4-FFF2-40B4-BE49-F238E27FC236}">
                      <a16:creationId xmlns:a16="http://schemas.microsoft.com/office/drawing/2014/main" id="{6B48CE64-3BF2-88FA-2F8F-497EC77272E6}"/>
                    </a:ext>
                  </a:extLst>
                </p:cNvPr>
                <p:cNvPicPr/>
                <p:nvPr/>
              </p:nvPicPr>
              <p:blipFill>
                <a:blip r:embed="rId5"/>
                <a:stretch>
                  <a:fillRect/>
                </a:stretch>
              </p:blipFill>
              <p:spPr>
                <a:xfrm>
                  <a:off x="14054198" y="8043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8" name="Ink 107">
                  <a:extLst>
                    <a:ext uri="{FF2B5EF4-FFF2-40B4-BE49-F238E27FC236}">
                      <a16:creationId xmlns:a16="http://schemas.microsoft.com/office/drawing/2014/main" id="{695D5082-42C9-12B4-841A-537C06E4C576}"/>
                    </a:ext>
                  </a:extLst>
                </p14:cNvPr>
                <p14:cNvContentPartPr/>
                <p14:nvPr/>
              </p14:nvContentPartPr>
              <p14:xfrm>
                <a:off x="14117198" y="8106603"/>
                <a:ext cx="360" cy="360"/>
              </p14:xfrm>
            </p:contentPart>
          </mc:Choice>
          <mc:Fallback xmlns="">
            <p:pic>
              <p:nvPicPr>
                <p:cNvPr id="108" name="Ink 107">
                  <a:extLst>
                    <a:ext uri="{FF2B5EF4-FFF2-40B4-BE49-F238E27FC236}">
                      <a16:creationId xmlns:a16="http://schemas.microsoft.com/office/drawing/2014/main" id="{695D5082-42C9-12B4-841A-537C06E4C576}"/>
                    </a:ext>
                  </a:extLst>
                </p:cNvPr>
                <p:cNvPicPr/>
                <p:nvPr/>
              </p:nvPicPr>
              <p:blipFill>
                <a:blip r:embed="rId5"/>
                <a:stretch>
                  <a:fillRect/>
                </a:stretch>
              </p:blipFill>
              <p:spPr>
                <a:xfrm>
                  <a:off x="14054198" y="8043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9" name="Ink 108">
                  <a:extLst>
                    <a:ext uri="{FF2B5EF4-FFF2-40B4-BE49-F238E27FC236}">
                      <a16:creationId xmlns:a16="http://schemas.microsoft.com/office/drawing/2014/main" id="{D8F10333-972F-C7D5-597F-9FA94DF059E0}"/>
                    </a:ext>
                  </a:extLst>
                </p14:cNvPr>
                <p14:cNvContentPartPr/>
                <p14:nvPr/>
              </p14:nvContentPartPr>
              <p14:xfrm>
                <a:off x="14110718" y="8106603"/>
                <a:ext cx="6480" cy="360"/>
              </p14:xfrm>
            </p:contentPart>
          </mc:Choice>
          <mc:Fallback xmlns="">
            <p:pic>
              <p:nvPicPr>
                <p:cNvPr id="109" name="Ink 108">
                  <a:extLst>
                    <a:ext uri="{FF2B5EF4-FFF2-40B4-BE49-F238E27FC236}">
                      <a16:creationId xmlns:a16="http://schemas.microsoft.com/office/drawing/2014/main" id="{D8F10333-972F-C7D5-597F-9FA94DF059E0}"/>
                    </a:ext>
                  </a:extLst>
                </p:cNvPr>
                <p:cNvPicPr/>
                <p:nvPr/>
              </p:nvPicPr>
              <p:blipFill>
                <a:blip r:embed="rId79"/>
                <a:stretch>
                  <a:fillRect/>
                </a:stretch>
              </p:blipFill>
              <p:spPr>
                <a:xfrm>
                  <a:off x="14048078" y="804360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1" name="Ink 110">
                  <a:extLst>
                    <a:ext uri="{FF2B5EF4-FFF2-40B4-BE49-F238E27FC236}">
                      <a16:creationId xmlns:a16="http://schemas.microsoft.com/office/drawing/2014/main" id="{E196C8CB-27A5-AC21-3104-EF532123C029}"/>
                    </a:ext>
                  </a:extLst>
                </p14:cNvPr>
                <p14:cNvContentPartPr/>
                <p14:nvPr/>
              </p14:nvContentPartPr>
              <p14:xfrm>
                <a:off x="13950158" y="8039643"/>
                <a:ext cx="360" cy="360"/>
              </p14:xfrm>
            </p:contentPart>
          </mc:Choice>
          <mc:Fallback xmlns="">
            <p:pic>
              <p:nvPicPr>
                <p:cNvPr id="111" name="Ink 110">
                  <a:extLst>
                    <a:ext uri="{FF2B5EF4-FFF2-40B4-BE49-F238E27FC236}">
                      <a16:creationId xmlns:a16="http://schemas.microsoft.com/office/drawing/2014/main" id="{E196C8CB-27A5-AC21-3104-EF532123C029}"/>
                    </a:ext>
                  </a:extLst>
                </p:cNvPr>
                <p:cNvPicPr/>
                <p:nvPr/>
              </p:nvPicPr>
              <p:blipFill>
                <a:blip r:embed="rId5"/>
                <a:stretch>
                  <a:fillRect/>
                </a:stretch>
              </p:blipFill>
              <p:spPr>
                <a:xfrm>
                  <a:off x="13887158" y="7977003"/>
                  <a:ext cx="126000" cy="126000"/>
                </a:xfrm>
                <a:prstGeom prst="rect">
                  <a:avLst/>
                </a:prstGeom>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2334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Challenges Faced</a:t>
            </a:r>
            <a:endParaRPr lang="en-US" sz="4450" dirty="0"/>
          </a:p>
        </p:txBody>
      </p:sp>
      <p:pic>
        <p:nvPicPr>
          <p:cNvPr id="3" name="Image 0" descr="preencoded.png"/>
          <p:cNvPicPr>
            <a:picLocks noChangeAspect="1"/>
          </p:cNvPicPr>
          <p:nvPr/>
        </p:nvPicPr>
        <p:blipFill>
          <a:blip r:embed="rId3"/>
          <a:stretch>
            <a:fillRect/>
          </a:stretch>
        </p:blipFill>
        <p:spPr>
          <a:xfrm>
            <a:off x="793790" y="2327434"/>
            <a:ext cx="8284131" cy="4623673"/>
          </a:xfrm>
          <a:prstGeom prst="rect">
            <a:avLst/>
          </a:prstGeom>
        </p:spPr>
      </p:pic>
      <p:sp>
        <p:nvSpPr>
          <p:cNvPr id="4" name="Text 1"/>
          <p:cNvSpPr/>
          <p:nvPr/>
        </p:nvSpPr>
        <p:spPr>
          <a:xfrm>
            <a:off x="9638943" y="3175159"/>
            <a:ext cx="3035498" cy="354330"/>
          </a:xfrm>
          <a:prstGeom prst="rect">
            <a:avLst/>
          </a:prstGeom>
          <a:noFill/>
          <a:ln/>
        </p:spPr>
        <p:txBody>
          <a:bodyPr wrap="none" lIns="0" tIns="0" rIns="0" bIns="0" rtlCol="0" anchor="t"/>
          <a:lstStyle/>
          <a:p>
            <a:pPr marL="0" indent="0" algn="l">
              <a:lnSpc>
                <a:spcPts val="2750"/>
              </a:lnSpc>
              <a:buNone/>
            </a:pPr>
            <a:r>
              <a:rPr lang="en-US" sz="2200" dirty="0">
                <a:solidFill>
                  <a:srgbClr val="74767D"/>
                </a:solidFill>
                <a:latin typeface="Montserrat Medium" pitchFamily="34" charset="0"/>
                <a:ea typeface="Montserrat Medium" pitchFamily="34" charset="-122"/>
                <a:cs typeface="Montserrat Medium" pitchFamily="34" charset="-120"/>
              </a:rPr>
              <a:t>Technical Challenges</a:t>
            </a:r>
            <a:endParaRPr lang="en-US" sz="2200" dirty="0"/>
          </a:p>
        </p:txBody>
      </p:sp>
      <p:sp>
        <p:nvSpPr>
          <p:cNvPr id="5" name="Text 2"/>
          <p:cNvSpPr/>
          <p:nvPr/>
        </p:nvSpPr>
        <p:spPr>
          <a:xfrm>
            <a:off x="9638943" y="3756303"/>
            <a:ext cx="4205168" cy="249459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Handling date and time correctly</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Implementing email notification system</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Managing backend errors</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Connecting frontend with backend</a:t>
            </a:r>
            <a:endParaRPr lang="en-US" sz="1750" dirty="0"/>
          </a:p>
          <a:p>
            <a:pPr marL="342900" indent="-342900" algn="l">
              <a:lnSpc>
                <a:spcPts val="2850"/>
              </a:lnSpc>
              <a:buSzPct val="100000"/>
              <a:buChar char="•"/>
            </a:pPr>
            <a:r>
              <a:rPr lang="en-US" sz="1750" dirty="0">
                <a:solidFill>
                  <a:srgbClr val="3D3E44"/>
                </a:solidFill>
                <a:latin typeface="Inter Light" pitchFamily="34" charset="0"/>
                <a:ea typeface="Inter Light" pitchFamily="34" charset="-122"/>
                <a:cs typeface="Inter Light" pitchFamily="34" charset="-120"/>
              </a:rPr>
              <a:t>Debugging runtime issues</a:t>
            </a:r>
            <a:endParaRPr lang="en-US" sz="1750" dirty="0"/>
          </a:p>
        </p:txBody>
      </p:sp>
      <p:grpSp>
        <p:nvGrpSpPr>
          <p:cNvPr id="100" name="Group 99">
            <a:extLst>
              <a:ext uri="{FF2B5EF4-FFF2-40B4-BE49-F238E27FC236}">
                <a16:creationId xmlns:a16="http://schemas.microsoft.com/office/drawing/2014/main" id="{E3B9EEAD-52A6-C223-65CD-0ADC0D7F5E88}"/>
              </a:ext>
            </a:extLst>
          </p:cNvPr>
          <p:cNvGrpSpPr/>
          <p:nvPr/>
        </p:nvGrpSpPr>
        <p:grpSpPr>
          <a:xfrm>
            <a:off x="12901838" y="7805643"/>
            <a:ext cx="1541160" cy="324000"/>
            <a:chOff x="12901838" y="7805643"/>
            <a:chExt cx="1541160" cy="32400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D88FF5F-16FC-8A25-89F4-01ED7FEA1BC5}"/>
                    </a:ext>
                  </a:extLst>
                </p14:cNvPr>
                <p14:cNvContentPartPr/>
                <p14:nvPr/>
              </p14:nvContentPartPr>
              <p14:xfrm>
                <a:off x="12901838" y="7961523"/>
                <a:ext cx="15480" cy="11520"/>
              </p14:xfrm>
            </p:contentPart>
          </mc:Choice>
          <mc:Fallback xmlns="">
            <p:pic>
              <p:nvPicPr>
                <p:cNvPr id="6" name="Ink 5">
                  <a:extLst>
                    <a:ext uri="{FF2B5EF4-FFF2-40B4-BE49-F238E27FC236}">
                      <a16:creationId xmlns:a16="http://schemas.microsoft.com/office/drawing/2014/main" id="{AD88FF5F-16FC-8A25-89F4-01ED7FEA1BC5}"/>
                    </a:ext>
                  </a:extLst>
                </p:cNvPr>
                <p:cNvPicPr/>
                <p:nvPr/>
              </p:nvPicPr>
              <p:blipFill>
                <a:blip r:embed="rId5"/>
                <a:stretch>
                  <a:fillRect/>
                </a:stretch>
              </p:blipFill>
              <p:spPr>
                <a:xfrm>
                  <a:off x="12838838" y="7898883"/>
                  <a:ext cx="1411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1088E6C-0E10-C085-FB1C-AFFB1FB8F9E0}"/>
                    </a:ext>
                  </a:extLst>
                </p14:cNvPr>
                <p14:cNvContentPartPr/>
                <p14:nvPr/>
              </p14:nvContentPartPr>
              <p14:xfrm>
                <a:off x="12935318" y="7950723"/>
                <a:ext cx="360" cy="360"/>
              </p14:xfrm>
            </p:contentPart>
          </mc:Choice>
          <mc:Fallback xmlns="">
            <p:pic>
              <p:nvPicPr>
                <p:cNvPr id="7" name="Ink 6">
                  <a:extLst>
                    <a:ext uri="{FF2B5EF4-FFF2-40B4-BE49-F238E27FC236}">
                      <a16:creationId xmlns:a16="http://schemas.microsoft.com/office/drawing/2014/main" id="{D1088E6C-0E10-C085-FB1C-AFFB1FB8F9E0}"/>
                    </a:ext>
                  </a:extLst>
                </p:cNvPr>
                <p:cNvPicPr/>
                <p:nvPr/>
              </p:nvPicPr>
              <p:blipFill>
                <a:blip r:embed="rId7"/>
                <a:stretch>
                  <a:fillRect/>
                </a:stretch>
              </p:blipFill>
              <p:spPr>
                <a:xfrm>
                  <a:off x="1287267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C5EF32DB-67C9-8D29-2663-36A93ED9E906}"/>
                    </a:ext>
                  </a:extLst>
                </p14:cNvPr>
                <p14:cNvContentPartPr/>
                <p14:nvPr/>
              </p14:nvContentPartPr>
              <p14:xfrm>
                <a:off x="12935318" y="7950723"/>
                <a:ext cx="2160" cy="360"/>
              </p14:xfrm>
            </p:contentPart>
          </mc:Choice>
          <mc:Fallback xmlns="">
            <p:pic>
              <p:nvPicPr>
                <p:cNvPr id="8" name="Ink 7">
                  <a:extLst>
                    <a:ext uri="{FF2B5EF4-FFF2-40B4-BE49-F238E27FC236}">
                      <a16:creationId xmlns:a16="http://schemas.microsoft.com/office/drawing/2014/main" id="{C5EF32DB-67C9-8D29-2663-36A93ED9E906}"/>
                    </a:ext>
                  </a:extLst>
                </p:cNvPr>
                <p:cNvPicPr/>
                <p:nvPr/>
              </p:nvPicPr>
              <p:blipFill>
                <a:blip r:embed="rId9"/>
                <a:stretch>
                  <a:fillRect/>
                </a:stretch>
              </p:blipFill>
              <p:spPr>
                <a:xfrm>
                  <a:off x="12872678" y="78877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07955DB7-09BE-0452-1B95-C325B0B4C11F}"/>
                    </a:ext>
                  </a:extLst>
                </p14:cNvPr>
                <p14:cNvContentPartPr/>
                <p14:nvPr/>
              </p14:nvContentPartPr>
              <p14:xfrm>
                <a:off x="12979598" y="7900323"/>
                <a:ext cx="26640" cy="17640"/>
              </p14:xfrm>
            </p:contentPart>
          </mc:Choice>
          <mc:Fallback xmlns="">
            <p:pic>
              <p:nvPicPr>
                <p:cNvPr id="9" name="Ink 8">
                  <a:extLst>
                    <a:ext uri="{FF2B5EF4-FFF2-40B4-BE49-F238E27FC236}">
                      <a16:creationId xmlns:a16="http://schemas.microsoft.com/office/drawing/2014/main" id="{07955DB7-09BE-0452-1B95-C325B0B4C11F}"/>
                    </a:ext>
                  </a:extLst>
                </p:cNvPr>
                <p:cNvPicPr/>
                <p:nvPr/>
              </p:nvPicPr>
              <p:blipFill>
                <a:blip r:embed="rId11"/>
                <a:stretch>
                  <a:fillRect/>
                </a:stretch>
              </p:blipFill>
              <p:spPr>
                <a:xfrm>
                  <a:off x="12916958" y="7837323"/>
                  <a:ext cx="1522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C5EDBA5A-DE54-1E03-A3C0-39A2DE44C7EA}"/>
                    </a:ext>
                  </a:extLst>
                </p14:cNvPr>
                <p14:cNvContentPartPr/>
                <p14:nvPr/>
              </p14:nvContentPartPr>
              <p14:xfrm>
                <a:off x="13024598" y="7894923"/>
                <a:ext cx="360" cy="2160"/>
              </p14:xfrm>
            </p:contentPart>
          </mc:Choice>
          <mc:Fallback xmlns="">
            <p:pic>
              <p:nvPicPr>
                <p:cNvPr id="10" name="Ink 9">
                  <a:extLst>
                    <a:ext uri="{FF2B5EF4-FFF2-40B4-BE49-F238E27FC236}">
                      <a16:creationId xmlns:a16="http://schemas.microsoft.com/office/drawing/2014/main" id="{C5EDBA5A-DE54-1E03-A3C0-39A2DE44C7EA}"/>
                    </a:ext>
                  </a:extLst>
                </p:cNvPr>
                <p:cNvPicPr/>
                <p:nvPr/>
              </p:nvPicPr>
              <p:blipFill>
                <a:blip r:embed="rId13"/>
                <a:stretch>
                  <a:fillRect/>
                </a:stretch>
              </p:blipFill>
              <p:spPr>
                <a:xfrm>
                  <a:off x="12961598" y="78319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BD2FECD1-C493-8F6D-0970-CAF58122D36F}"/>
                    </a:ext>
                  </a:extLst>
                </p14:cNvPr>
                <p14:cNvContentPartPr/>
                <p14:nvPr/>
              </p14:nvContentPartPr>
              <p14:xfrm>
                <a:off x="13024598" y="7928403"/>
                <a:ext cx="360" cy="32400"/>
              </p14:xfrm>
            </p:contentPart>
          </mc:Choice>
          <mc:Fallback xmlns="">
            <p:pic>
              <p:nvPicPr>
                <p:cNvPr id="11" name="Ink 10">
                  <a:extLst>
                    <a:ext uri="{FF2B5EF4-FFF2-40B4-BE49-F238E27FC236}">
                      <a16:creationId xmlns:a16="http://schemas.microsoft.com/office/drawing/2014/main" id="{BD2FECD1-C493-8F6D-0970-CAF58122D36F}"/>
                    </a:ext>
                  </a:extLst>
                </p:cNvPr>
                <p:cNvPicPr/>
                <p:nvPr/>
              </p:nvPicPr>
              <p:blipFill>
                <a:blip r:embed="rId15"/>
                <a:stretch>
                  <a:fillRect/>
                </a:stretch>
              </p:blipFill>
              <p:spPr>
                <a:xfrm>
                  <a:off x="12961598" y="7865763"/>
                  <a:ext cx="1260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4125E2B8-8F4A-6D59-44C5-48741B0FE15D}"/>
                    </a:ext>
                  </a:extLst>
                </p14:cNvPr>
                <p14:cNvContentPartPr/>
                <p14:nvPr/>
              </p14:nvContentPartPr>
              <p14:xfrm>
                <a:off x="13002278" y="8006523"/>
                <a:ext cx="360" cy="22320"/>
              </p14:xfrm>
            </p:contentPart>
          </mc:Choice>
          <mc:Fallback xmlns="">
            <p:pic>
              <p:nvPicPr>
                <p:cNvPr id="12" name="Ink 11">
                  <a:extLst>
                    <a:ext uri="{FF2B5EF4-FFF2-40B4-BE49-F238E27FC236}">
                      <a16:creationId xmlns:a16="http://schemas.microsoft.com/office/drawing/2014/main" id="{4125E2B8-8F4A-6D59-44C5-48741B0FE15D}"/>
                    </a:ext>
                  </a:extLst>
                </p:cNvPr>
                <p:cNvPicPr/>
                <p:nvPr/>
              </p:nvPicPr>
              <p:blipFill>
                <a:blip r:embed="rId17"/>
                <a:stretch>
                  <a:fillRect/>
                </a:stretch>
              </p:blipFill>
              <p:spPr>
                <a:xfrm>
                  <a:off x="12939638" y="7943523"/>
                  <a:ext cx="126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B6AED4B3-53DA-3509-37FF-532AC3C1C4A3}"/>
                    </a:ext>
                  </a:extLst>
                </p14:cNvPr>
                <p14:cNvContentPartPr/>
                <p14:nvPr/>
              </p14:nvContentPartPr>
              <p14:xfrm>
                <a:off x="12979598" y="8062323"/>
                <a:ext cx="360" cy="360"/>
              </p14:xfrm>
            </p:contentPart>
          </mc:Choice>
          <mc:Fallback xmlns="">
            <p:pic>
              <p:nvPicPr>
                <p:cNvPr id="13" name="Ink 12">
                  <a:extLst>
                    <a:ext uri="{FF2B5EF4-FFF2-40B4-BE49-F238E27FC236}">
                      <a16:creationId xmlns:a16="http://schemas.microsoft.com/office/drawing/2014/main" id="{B6AED4B3-53DA-3509-37FF-532AC3C1C4A3}"/>
                    </a:ext>
                  </a:extLst>
                </p:cNvPr>
                <p:cNvPicPr/>
                <p:nvPr/>
              </p:nvPicPr>
              <p:blipFill>
                <a:blip r:embed="rId7"/>
                <a:stretch>
                  <a:fillRect/>
                </a:stretch>
              </p:blipFill>
              <p:spPr>
                <a:xfrm>
                  <a:off x="12916958" y="7999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52276236-B3E9-A568-1CC5-ABC0A906A146}"/>
                    </a:ext>
                  </a:extLst>
                </p14:cNvPr>
                <p14:cNvContentPartPr/>
                <p14:nvPr/>
              </p14:nvContentPartPr>
              <p14:xfrm>
                <a:off x="13035398" y="8039643"/>
                <a:ext cx="2160" cy="360"/>
              </p14:xfrm>
            </p:contentPart>
          </mc:Choice>
          <mc:Fallback xmlns="">
            <p:pic>
              <p:nvPicPr>
                <p:cNvPr id="14" name="Ink 13">
                  <a:extLst>
                    <a:ext uri="{FF2B5EF4-FFF2-40B4-BE49-F238E27FC236}">
                      <a16:creationId xmlns:a16="http://schemas.microsoft.com/office/drawing/2014/main" id="{52276236-B3E9-A568-1CC5-ABC0A906A146}"/>
                    </a:ext>
                  </a:extLst>
                </p:cNvPr>
                <p:cNvPicPr/>
                <p:nvPr/>
              </p:nvPicPr>
              <p:blipFill>
                <a:blip r:embed="rId20"/>
                <a:stretch>
                  <a:fillRect/>
                </a:stretch>
              </p:blipFill>
              <p:spPr>
                <a:xfrm>
                  <a:off x="12972758" y="79770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6ECA0E79-6259-1DE9-4DCF-75AD1239B105}"/>
                    </a:ext>
                  </a:extLst>
                </p14:cNvPr>
                <p14:cNvContentPartPr/>
                <p14:nvPr/>
              </p14:nvContentPartPr>
              <p14:xfrm>
                <a:off x="13046558" y="8028483"/>
                <a:ext cx="360" cy="360"/>
              </p14:xfrm>
            </p:contentPart>
          </mc:Choice>
          <mc:Fallback xmlns="">
            <p:pic>
              <p:nvPicPr>
                <p:cNvPr id="15" name="Ink 14">
                  <a:extLst>
                    <a:ext uri="{FF2B5EF4-FFF2-40B4-BE49-F238E27FC236}">
                      <a16:creationId xmlns:a16="http://schemas.microsoft.com/office/drawing/2014/main" id="{6ECA0E79-6259-1DE9-4DCF-75AD1239B105}"/>
                    </a:ext>
                  </a:extLst>
                </p:cNvPr>
                <p:cNvPicPr/>
                <p:nvPr/>
              </p:nvPicPr>
              <p:blipFill>
                <a:blip r:embed="rId7"/>
                <a:stretch>
                  <a:fillRect/>
                </a:stretch>
              </p:blipFill>
              <p:spPr>
                <a:xfrm>
                  <a:off x="129839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A6AF3981-46B1-4E92-D9AF-44A080CC781D}"/>
                    </a:ext>
                  </a:extLst>
                </p14:cNvPr>
                <p14:cNvContentPartPr/>
                <p14:nvPr/>
              </p14:nvContentPartPr>
              <p14:xfrm>
                <a:off x="13058078" y="7950723"/>
                <a:ext cx="2160" cy="11520"/>
              </p14:xfrm>
            </p:contentPart>
          </mc:Choice>
          <mc:Fallback xmlns="">
            <p:pic>
              <p:nvPicPr>
                <p:cNvPr id="16" name="Ink 15">
                  <a:extLst>
                    <a:ext uri="{FF2B5EF4-FFF2-40B4-BE49-F238E27FC236}">
                      <a16:creationId xmlns:a16="http://schemas.microsoft.com/office/drawing/2014/main" id="{A6AF3981-46B1-4E92-D9AF-44A080CC781D}"/>
                    </a:ext>
                  </a:extLst>
                </p:cNvPr>
                <p:cNvPicPr/>
                <p:nvPr/>
              </p:nvPicPr>
              <p:blipFill>
                <a:blip r:embed="rId23"/>
                <a:stretch>
                  <a:fillRect/>
                </a:stretch>
              </p:blipFill>
              <p:spPr>
                <a:xfrm>
                  <a:off x="12995438" y="7887723"/>
                  <a:ext cx="1278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F18D5EC7-B5FC-E350-4A21-CB4D7D0B46EB}"/>
                    </a:ext>
                  </a:extLst>
                </p14:cNvPr>
                <p14:cNvContentPartPr/>
                <p14:nvPr/>
              </p14:nvContentPartPr>
              <p14:xfrm>
                <a:off x="13069238" y="7877643"/>
                <a:ext cx="360" cy="6480"/>
              </p14:xfrm>
            </p:contentPart>
          </mc:Choice>
          <mc:Fallback xmlns="">
            <p:pic>
              <p:nvPicPr>
                <p:cNvPr id="17" name="Ink 16">
                  <a:extLst>
                    <a:ext uri="{FF2B5EF4-FFF2-40B4-BE49-F238E27FC236}">
                      <a16:creationId xmlns:a16="http://schemas.microsoft.com/office/drawing/2014/main" id="{F18D5EC7-B5FC-E350-4A21-CB4D7D0B46EB}"/>
                    </a:ext>
                  </a:extLst>
                </p:cNvPr>
                <p:cNvPicPr/>
                <p:nvPr/>
              </p:nvPicPr>
              <p:blipFill>
                <a:blip r:embed="rId25"/>
                <a:stretch>
                  <a:fillRect/>
                </a:stretch>
              </p:blipFill>
              <p:spPr>
                <a:xfrm>
                  <a:off x="13006238" y="781464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9B399E14-7474-0685-6DAC-DFA90ABE8BAF}"/>
                    </a:ext>
                  </a:extLst>
                </p14:cNvPr>
                <p14:cNvContentPartPr/>
                <p14:nvPr/>
              </p14:nvContentPartPr>
              <p14:xfrm>
                <a:off x="13046558" y="7815003"/>
                <a:ext cx="360" cy="2160"/>
              </p14:xfrm>
            </p:contentPart>
          </mc:Choice>
          <mc:Fallback xmlns="">
            <p:pic>
              <p:nvPicPr>
                <p:cNvPr id="18" name="Ink 17">
                  <a:extLst>
                    <a:ext uri="{FF2B5EF4-FFF2-40B4-BE49-F238E27FC236}">
                      <a16:creationId xmlns:a16="http://schemas.microsoft.com/office/drawing/2014/main" id="{9B399E14-7474-0685-6DAC-DFA90ABE8BAF}"/>
                    </a:ext>
                  </a:extLst>
                </p:cNvPr>
                <p:cNvPicPr/>
                <p:nvPr/>
              </p:nvPicPr>
              <p:blipFill>
                <a:blip r:embed="rId13"/>
                <a:stretch>
                  <a:fillRect/>
                </a:stretch>
              </p:blipFill>
              <p:spPr>
                <a:xfrm>
                  <a:off x="12983918" y="77520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760DCC68-EE23-5C06-D1E9-D119261C71E9}"/>
                    </a:ext>
                  </a:extLst>
                </p14:cNvPr>
                <p14:cNvContentPartPr/>
                <p14:nvPr/>
              </p14:nvContentPartPr>
              <p14:xfrm>
                <a:off x="13069238" y="7805643"/>
                <a:ext cx="54720" cy="360"/>
              </p14:xfrm>
            </p:contentPart>
          </mc:Choice>
          <mc:Fallback xmlns="">
            <p:pic>
              <p:nvPicPr>
                <p:cNvPr id="19" name="Ink 18">
                  <a:extLst>
                    <a:ext uri="{FF2B5EF4-FFF2-40B4-BE49-F238E27FC236}">
                      <a16:creationId xmlns:a16="http://schemas.microsoft.com/office/drawing/2014/main" id="{760DCC68-EE23-5C06-D1E9-D119261C71E9}"/>
                    </a:ext>
                  </a:extLst>
                </p:cNvPr>
                <p:cNvPicPr/>
                <p:nvPr/>
              </p:nvPicPr>
              <p:blipFill>
                <a:blip r:embed="rId28"/>
                <a:stretch>
                  <a:fillRect/>
                </a:stretch>
              </p:blipFill>
              <p:spPr>
                <a:xfrm>
                  <a:off x="13006238" y="7743003"/>
                  <a:ext cx="1803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FB928035-555D-638C-DCBC-69E98E06E01C}"/>
                    </a:ext>
                  </a:extLst>
                </p14:cNvPr>
                <p14:cNvContentPartPr/>
                <p14:nvPr/>
              </p14:nvContentPartPr>
              <p14:xfrm>
                <a:off x="13158158" y="7805643"/>
                <a:ext cx="6480" cy="360"/>
              </p14:xfrm>
            </p:contentPart>
          </mc:Choice>
          <mc:Fallback xmlns="">
            <p:pic>
              <p:nvPicPr>
                <p:cNvPr id="20" name="Ink 19">
                  <a:extLst>
                    <a:ext uri="{FF2B5EF4-FFF2-40B4-BE49-F238E27FC236}">
                      <a16:creationId xmlns:a16="http://schemas.microsoft.com/office/drawing/2014/main" id="{FB928035-555D-638C-DCBC-69E98E06E01C}"/>
                    </a:ext>
                  </a:extLst>
                </p:cNvPr>
                <p:cNvPicPr/>
                <p:nvPr/>
              </p:nvPicPr>
              <p:blipFill>
                <a:blip r:embed="rId30"/>
                <a:stretch>
                  <a:fillRect/>
                </a:stretch>
              </p:blipFill>
              <p:spPr>
                <a:xfrm>
                  <a:off x="13095518" y="774300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D94C1A99-689F-518A-2C99-1C03949EB7D3}"/>
                    </a:ext>
                  </a:extLst>
                </p14:cNvPr>
                <p14:cNvContentPartPr/>
                <p14:nvPr/>
              </p14:nvContentPartPr>
              <p14:xfrm>
                <a:off x="13180478" y="7805643"/>
                <a:ext cx="16200" cy="74160"/>
              </p14:xfrm>
            </p:contentPart>
          </mc:Choice>
          <mc:Fallback xmlns="">
            <p:pic>
              <p:nvPicPr>
                <p:cNvPr id="21" name="Ink 20">
                  <a:extLst>
                    <a:ext uri="{FF2B5EF4-FFF2-40B4-BE49-F238E27FC236}">
                      <a16:creationId xmlns:a16="http://schemas.microsoft.com/office/drawing/2014/main" id="{D94C1A99-689F-518A-2C99-1C03949EB7D3}"/>
                    </a:ext>
                  </a:extLst>
                </p:cNvPr>
                <p:cNvPicPr/>
                <p:nvPr/>
              </p:nvPicPr>
              <p:blipFill>
                <a:blip r:embed="rId32"/>
                <a:stretch>
                  <a:fillRect/>
                </a:stretch>
              </p:blipFill>
              <p:spPr>
                <a:xfrm>
                  <a:off x="13117478" y="7743003"/>
                  <a:ext cx="1418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A3161593-C70B-FFAF-950F-DC9DB85F9DE2}"/>
                    </a:ext>
                  </a:extLst>
                </p14:cNvPr>
                <p14:cNvContentPartPr/>
                <p14:nvPr/>
              </p14:nvContentPartPr>
              <p14:xfrm>
                <a:off x="13203158" y="7905723"/>
                <a:ext cx="360" cy="360"/>
              </p14:xfrm>
            </p:contentPart>
          </mc:Choice>
          <mc:Fallback xmlns="">
            <p:pic>
              <p:nvPicPr>
                <p:cNvPr id="22" name="Ink 21">
                  <a:extLst>
                    <a:ext uri="{FF2B5EF4-FFF2-40B4-BE49-F238E27FC236}">
                      <a16:creationId xmlns:a16="http://schemas.microsoft.com/office/drawing/2014/main" id="{A3161593-C70B-FFAF-950F-DC9DB85F9DE2}"/>
                    </a:ext>
                  </a:extLst>
                </p:cNvPr>
                <p:cNvPicPr/>
                <p:nvPr/>
              </p:nvPicPr>
              <p:blipFill>
                <a:blip r:embed="rId7"/>
                <a:stretch>
                  <a:fillRect/>
                </a:stretch>
              </p:blipFill>
              <p:spPr>
                <a:xfrm>
                  <a:off x="1314015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29F3F3F4-F50E-13E6-F5D9-3D3C071565E0}"/>
                    </a:ext>
                  </a:extLst>
                </p14:cNvPr>
                <p14:cNvContentPartPr/>
                <p14:nvPr/>
              </p14:nvContentPartPr>
              <p14:xfrm>
                <a:off x="13193078" y="7928403"/>
                <a:ext cx="10440" cy="56160"/>
              </p14:xfrm>
            </p:contentPart>
          </mc:Choice>
          <mc:Fallback xmlns="">
            <p:pic>
              <p:nvPicPr>
                <p:cNvPr id="23" name="Ink 22">
                  <a:extLst>
                    <a:ext uri="{FF2B5EF4-FFF2-40B4-BE49-F238E27FC236}">
                      <a16:creationId xmlns:a16="http://schemas.microsoft.com/office/drawing/2014/main" id="{29F3F3F4-F50E-13E6-F5D9-3D3C071565E0}"/>
                    </a:ext>
                  </a:extLst>
                </p:cNvPr>
                <p:cNvPicPr/>
                <p:nvPr/>
              </p:nvPicPr>
              <p:blipFill>
                <a:blip r:embed="rId35"/>
                <a:stretch>
                  <a:fillRect/>
                </a:stretch>
              </p:blipFill>
              <p:spPr>
                <a:xfrm>
                  <a:off x="13130078" y="7865763"/>
                  <a:ext cx="1360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332785E1-01BB-29DA-340E-B1D89923CACD}"/>
                    </a:ext>
                  </a:extLst>
                </p14:cNvPr>
                <p14:cNvContentPartPr/>
                <p14:nvPr/>
              </p14:nvContentPartPr>
              <p14:xfrm>
                <a:off x="13191998" y="8017683"/>
                <a:ext cx="360" cy="2160"/>
              </p14:xfrm>
            </p:contentPart>
          </mc:Choice>
          <mc:Fallback xmlns="">
            <p:pic>
              <p:nvPicPr>
                <p:cNvPr id="24" name="Ink 23">
                  <a:extLst>
                    <a:ext uri="{FF2B5EF4-FFF2-40B4-BE49-F238E27FC236}">
                      <a16:creationId xmlns:a16="http://schemas.microsoft.com/office/drawing/2014/main" id="{332785E1-01BB-29DA-340E-B1D89923CACD}"/>
                    </a:ext>
                  </a:extLst>
                </p:cNvPr>
                <p:cNvPicPr/>
                <p:nvPr/>
              </p:nvPicPr>
              <p:blipFill>
                <a:blip r:embed="rId13"/>
                <a:stretch>
                  <a:fillRect/>
                </a:stretch>
              </p:blipFill>
              <p:spPr>
                <a:xfrm>
                  <a:off x="13128998" y="79546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C6BCE95D-DAF4-B077-A768-838284EC2751}"/>
                    </a:ext>
                  </a:extLst>
                </p14:cNvPr>
                <p14:cNvContentPartPr/>
                <p14:nvPr/>
              </p14:nvContentPartPr>
              <p14:xfrm>
                <a:off x="13184798" y="8039643"/>
                <a:ext cx="7560" cy="6840"/>
              </p14:xfrm>
            </p:contentPart>
          </mc:Choice>
          <mc:Fallback xmlns="">
            <p:pic>
              <p:nvPicPr>
                <p:cNvPr id="25" name="Ink 24">
                  <a:extLst>
                    <a:ext uri="{FF2B5EF4-FFF2-40B4-BE49-F238E27FC236}">
                      <a16:creationId xmlns:a16="http://schemas.microsoft.com/office/drawing/2014/main" id="{C6BCE95D-DAF4-B077-A768-838284EC2751}"/>
                    </a:ext>
                  </a:extLst>
                </p:cNvPr>
                <p:cNvPicPr/>
                <p:nvPr/>
              </p:nvPicPr>
              <p:blipFill>
                <a:blip r:embed="rId38"/>
                <a:stretch>
                  <a:fillRect/>
                </a:stretch>
              </p:blipFill>
              <p:spPr>
                <a:xfrm>
                  <a:off x="13122158" y="7977003"/>
                  <a:ext cx="1332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86DBA7F4-FD5F-119D-23AE-F56785AEF93F}"/>
                    </a:ext>
                  </a:extLst>
                </p14:cNvPr>
                <p14:cNvContentPartPr/>
                <p14:nvPr/>
              </p14:nvContentPartPr>
              <p14:xfrm>
                <a:off x="13178678" y="8062323"/>
                <a:ext cx="2160" cy="360"/>
              </p14:xfrm>
            </p:contentPart>
          </mc:Choice>
          <mc:Fallback xmlns="">
            <p:pic>
              <p:nvPicPr>
                <p:cNvPr id="26" name="Ink 25">
                  <a:extLst>
                    <a:ext uri="{FF2B5EF4-FFF2-40B4-BE49-F238E27FC236}">
                      <a16:creationId xmlns:a16="http://schemas.microsoft.com/office/drawing/2014/main" id="{86DBA7F4-FD5F-119D-23AE-F56785AEF93F}"/>
                    </a:ext>
                  </a:extLst>
                </p:cNvPr>
                <p:cNvPicPr/>
                <p:nvPr/>
              </p:nvPicPr>
              <p:blipFill>
                <a:blip r:embed="rId9"/>
                <a:stretch>
                  <a:fillRect/>
                </a:stretch>
              </p:blipFill>
              <p:spPr>
                <a:xfrm>
                  <a:off x="13115678" y="7999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7C005A7C-84E4-B5C9-F145-2B9A23352948}"/>
                    </a:ext>
                  </a:extLst>
                </p14:cNvPr>
                <p14:cNvContentPartPr/>
                <p14:nvPr/>
              </p14:nvContentPartPr>
              <p14:xfrm>
                <a:off x="13169318" y="8073483"/>
                <a:ext cx="360" cy="360"/>
              </p14:xfrm>
            </p:contentPart>
          </mc:Choice>
          <mc:Fallback xmlns="">
            <p:pic>
              <p:nvPicPr>
                <p:cNvPr id="27" name="Ink 26">
                  <a:extLst>
                    <a:ext uri="{FF2B5EF4-FFF2-40B4-BE49-F238E27FC236}">
                      <a16:creationId xmlns:a16="http://schemas.microsoft.com/office/drawing/2014/main" id="{7C005A7C-84E4-B5C9-F145-2B9A23352948}"/>
                    </a:ext>
                  </a:extLst>
                </p:cNvPr>
                <p:cNvPicPr/>
                <p:nvPr/>
              </p:nvPicPr>
              <p:blipFill>
                <a:blip r:embed="rId7"/>
                <a:stretch>
                  <a:fillRect/>
                </a:stretch>
              </p:blipFill>
              <p:spPr>
                <a:xfrm>
                  <a:off x="13106678" y="80104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EE1CC5DF-3257-4482-087E-C38A371F49CD}"/>
                    </a:ext>
                  </a:extLst>
                </p14:cNvPr>
                <p14:cNvContentPartPr/>
                <p14:nvPr/>
              </p14:nvContentPartPr>
              <p14:xfrm>
                <a:off x="13325918" y="8051163"/>
                <a:ext cx="2160" cy="360"/>
              </p14:xfrm>
            </p:contentPart>
          </mc:Choice>
          <mc:Fallback xmlns="">
            <p:pic>
              <p:nvPicPr>
                <p:cNvPr id="28" name="Ink 27">
                  <a:extLst>
                    <a:ext uri="{FF2B5EF4-FFF2-40B4-BE49-F238E27FC236}">
                      <a16:creationId xmlns:a16="http://schemas.microsoft.com/office/drawing/2014/main" id="{EE1CC5DF-3257-4482-087E-C38A371F49CD}"/>
                    </a:ext>
                  </a:extLst>
                </p:cNvPr>
                <p:cNvPicPr/>
                <p:nvPr/>
              </p:nvPicPr>
              <p:blipFill>
                <a:blip r:embed="rId9"/>
                <a:stretch>
                  <a:fillRect/>
                </a:stretch>
              </p:blipFill>
              <p:spPr>
                <a:xfrm>
                  <a:off x="13262918" y="7988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0A61FC50-FF96-F829-B6B9-FD16516C0B15}"/>
                    </a:ext>
                  </a:extLst>
                </p14:cNvPr>
                <p14:cNvContentPartPr/>
                <p14:nvPr/>
              </p14:nvContentPartPr>
              <p14:xfrm>
                <a:off x="13336718" y="8051163"/>
                <a:ext cx="360" cy="360"/>
              </p14:xfrm>
            </p:contentPart>
          </mc:Choice>
          <mc:Fallback xmlns="">
            <p:pic>
              <p:nvPicPr>
                <p:cNvPr id="29" name="Ink 28">
                  <a:extLst>
                    <a:ext uri="{FF2B5EF4-FFF2-40B4-BE49-F238E27FC236}">
                      <a16:creationId xmlns:a16="http://schemas.microsoft.com/office/drawing/2014/main" id="{0A61FC50-FF96-F829-B6B9-FD16516C0B15}"/>
                    </a:ext>
                  </a:extLst>
                </p:cNvPr>
                <p:cNvPicPr/>
                <p:nvPr/>
              </p:nvPicPr>
              <p:blipFill>
                <a:blip r:embed="rId7"/>
                <a:stretch>
                  <a:fillRect/>
                </a:stretch>
              </p:blipFill>
              <p:spPr>
                <a:xfrm>
                  <a:off x="1327407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0" name="Ink 29">
                  <a:extLst>
                    <a:ext uri="{FF2B5EF4-FFF2-40B4-BE49-F238E27FC236}">
                      <a16:creationId xmlns:a16="http://schemas.microsoft.com/office/drawing/2014/main" id="{F9B99301-4EC6-DADA-656C-878EB5440EAF}"/>
                    </a:ext>
                  </a:extLst>
                </p14:cNvPr>
                <p14:cNvContentPartPr/>
                <p14:nvPr/>
              </p14:nvContentPartPr>
              <p14:xfrm>
                <a:off x="13336718" y="7995363"/>
                <a:ext cx="360" cy="360"/>
              </p14:xfrm>
            </p:contentPart>
          </mc:Choice>
          <mc:Fallback xmlns="">
            <p:pic>
              <p:nvPicPr>
                <p:cNvPr id="30" name="Ink 29">
                  <a:extLst>
                    <a:ext uri="{FF2B5EF4-FFF2-40B4-BE49-F238E27FC236}">
                      <a16:creationId xmlns:a16="http://schemas.microsoft.com/office/drawing/2014/main" id="{F9B99301-4EC6-DADA-656C-878EB5440EAF}"/>
                    </a:ext>
                  </a:extLst>
                </p:cNvPr>
                <p:cNvPicPr/>
                <p:nvPr/>
              </p:nvPicPr>
              <p:blipFill>
                <a:blip r:embed="rId7"/>
                <a:stretch>
                  <a:fillRect/>
                </a:stretch>
              </p:blipFill>
              <p:spPr>
                <a:xfrm>
                  <a:off x="13274078" y="7932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91A650A0-8CFA-5E1A-080A-8BEBF1579D08}"/>
                    </a:ext>
                  </a:extLst>
                </p14:cNvPr>
                <p14:cNvContentPartPr/>
                <p14:nvPr/>
              </p14:nvContentPartPr>
              <p14:xfrm>
                <a:off x="13336718" y="7948923"/>
                <a:ext cx="360" cy="2160"/>
              </p14:xfrm>
            </p:contentPart>
          </mc:Choice>
          <mc:Fallback xmlns="">
            <p:pic>
              <p:nvPicPr>
                <p:cNvPr id="31" name="Ink 30">
                  <a:extLst>
                    <a:ext uri="{FF2B5EF4-FFF2-40B4-BE49-F238E27FC236}">
                      <a16:creationId xmlns:a16="http://schemas.microsoft.com/office/drawing/2014/main" id="{91A650A0-8CFA-5E1A-080A-8BEBF1579D08}"/>
                    </a:ext>
                  </a:extLst>
                </p:cNvPr>
                <p:cNvPicPr/>
                <p:nvPr/>
              </p:nvPicPr>
              <p:blipFill>
                <a:blip r:embed="rId13"/>
                <a:stretch>
                  <a:fillRect/>
                </a:stretch>
              </p:blipFill>
              <p:spPr>
                <a:xfrm>
                  <a:off x="13274078" y="78859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D6A48DBA-CA46-F98E-69CF-5947B7ACCD85}"/>
                    </a:ext>
                  </a:extLst>
                </p14:cNvPr>
                <p14:cNvContentPartPr/>
                <p14:nvPr/>
              </p14:nvContentPartPr>
              <p14:xfrm>
                <a:off x="13336718" y="7937763"/>
                <a:ext cx="360" cy="2160"/>
              </p14:xfrm>
            </p:contentPart>
          </mc:Choice>
          <mc:Fallback xmlns="">
            <p:pic>
              <p:nvPicPr>
                <p:cNvPr id="32" name="Ink 31">
                  <a:extLst>
                    <a:ext uri="{FF2B5EF4-FFF2-40B4-BE49-F238E27FC236}">
                      <a16:creationId xmlns:a16="http://schemas.microsoft.com/office/drawing/2014/main" id="{D6A48DBA-CA46-F98E-69CF-5947B7ACCD85}"/>
                    </a:ext>
                  </a:extLst>
                </p:cNvPr>
                <p:cNvPicPr/>
                <p:nvPr/>
              </p:nvPicPr>
              <p:blipFill>
                <a:blip r:embed="rId13"/>
                <a:stretch>
                  <a:fillRect/>
                </a:stretch>
              </p:blipFill>
              <p:spPr>
                <a:xfrm>
                  <a:off x="13274078" y="78747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0E8CDE40-53B6-B9DE-5FC4-FC82F2B167F2}"/>
                    </a:ext>
                  </a:extLst>
                </p14:cNvPr>
                <p14:cNvContentPartPr/>
                <p14:nvPr/>
              </p14:nvContentPartPr>
              <p14:xfrm>
                <a:off x="13303238" y="7870803"/>
                <a:ext cx="360" cy="2160"/>
              </p14:xfrm>
            </p:contentPart>
          </mc:Choice>
          <mc:Fallback xmlns="">
            <p:pic>
              <p:nvPicPr>
                <p:cNvPr id="33" name="Ink 32">
                  <a:extLst>
                    <a:ext uri="{FF2B5EF4-FFF2-40B4-BE49-F238E27FC236}">
                      <a16:creationId xmlns:a16="http://schemas.microsoft.com/office/drawing/2014/main" id="{0E8CDE40-53B6-B9DE-5FC4-FC82F2B167F2}"/>
                    </a:ext>
                  </a:extLst>
                </p:cNvPr>
                <p:cNvPicPr/>
                <p:nvPr/>
              </p:nvPicPr>
              <p:blipFill>
                <a:blip r:embed="rId13"/>
                <a:stretch>
                  <a:fillRect/>
                </a:stretch>
              </p:blipFill>
              <p:spPr>
                <a:xfrm>
                  <a:off x="13240238" y="780780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4" name="Ink 33">
                  <a:extLst>
                    <a:ext uri="{FF2B5EF4-FFF2-40B4-BE49-F238E27FC236}">
                      <a16:creationId xmlns:a16="http://schemas.microsoft.com/office/drawing/2014/main" id="{AD07134F-484D-7F88-44E9-16C631D6E4E8}"/>
                    </a:ext>
                  </a:extLst>
                </p14:cNvPr>
                <p14:cNvContentPartPr/>
                <p14:nvPr/>
              </p14:nvContentPartPr>
              <p14:xfrm>
                <a:off x="13303238" y="7850643"/>
                <a:ext cx="360" cy="360"/>
              </p14:xfrm>
            </p:contentPart>
          </mc:Choice>
          <mc:Fallback xmlns="">
            <p:pic>
              <p:nvPicPr>
                <p:cNvPr id="34" name="Ink 33">
                  <a:extLst>
                    <a:ext uri="{FF2B5EF4-FFF2-40B4-BE49-F238E27FC236}">
                      <a16:creationId xmlns:a16="http://schemas.microsoft.com/office/drawing/2014/main" id="{AD07134F-484D-7F88-44E9-16C631D6E4E8}"/>
                    </a:ext>
                  </a:extLst>
                </p:cNvPr>
                <p:cNvPicPr/>
                <p:nvPr/>
              </p:nvPicPr>
              <p:blipFill>
                <a:blip r:embed="rId7"/>
                <a:stretch>
                  <a:fillRect/>
                </a:stretch>
              </p:blipFill>
              <p:spPr>
                <a:xfrm>
                  <a:off x="13240238" y="7787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99D5B6ED-FE97-EC5C-9609-2ED56873FE81}"/>
                    </a:ext>
                  </a:extLst>
                </p14:cNvPr>
                <p14:cNvContentPartPr/>
                <p14:nvPr/>
              </p14:nvContentPartPr>
              <p14:xfrm>
                <a:off x="13403678" y="7816803"/>
                <a:ext cx="13320" cy="360"/>
              </p14:xfrm>
            </p:contentPart>
          </mc:Choice>
          <mc:Fallback xmlns="">
            <p:pic>
              <p:nvPicPr>
                <p:cNvPr id="35" name="Ink 34">
                  <a:extLst>
                    <a:ext uri="{FF2B5EF4-FFF2-40B4-BE49-F238E27FC236}">
                      <a16:creationId xmlns:a16="http://schemas.microsoft.com/office/drawing/2014/main" id="{99D5B6ED-FE97-EC5C-9609-2ED56873FE81}"/>
                    </a:ext>
                  </a:extLst>
                </p:cNvPr>
                <p:cNvPicPr/>
                <p:nvPr/>
              </p:nvPicPr>
              <p:blipFill>
                <a:blip r:embed="rId49"/>
                <a:stretch>
                  <a:fillRect/>
                </a:stretch>
              </p:blipFill>
              <p:spPr>
                <a:xfrm>
                  <a:off x="13341038" y="775416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ADE8127E-3DDB-CFE2-7620-C3D2215F8F3D}"/>
                    </a:ext>
                  </a:extLst>
                </p14:cNvPr>
                <p14:cNvContentPartPr/>
                <p14:nvPr/>
              </p14:nvContentPartPr>
              <p14:xfrm>
                <a:off x="13447958" y="7816803"/>
                <a:ext cx="7560" cy="15480"/>
              </p14:xfrm>
            </p:contentPart>
          </mc:Choice>
          <mc:Fallback xmlns="">
            <p:pic>
              <p:nvPicPr>
                <p:cNvPr id="36" name="Ink 35">
                  <a:extLst>
                    <a:ext uri="{FF2B5EF4-FFF2-40B4-BE49-F238E27FC236}">
                      <a16:creationId xmlns:a16="http://schemas.microsoft.com/office/drawing/2014/main" id="{ADE8127E-3DDB-CFE2-7620-C3D2215F8F3D}"/>
                    </a:ext>
                  </a:extLst>
                </p:cNvPr>
                <p:cNvPicPr/>
                <p:nvPr/>
              </p:nvPicPr>
              <p:blipFill>
                <a:blip r:embed="rId51"/>
                <a:stretch>
                  <a:fillRect/>
                </a:stretch>
              </p:blipFill>
              <p:spPr>
                <a:xfrm>
                  <a:off x="13385318" y="7754163"/>
                  <a:ext cx="1332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BFDE8684-61D2-9546-908B-D6AB97B28295}"/>
                    </a:ext>
                  </a:extLst>
                </p14:cNvPr>
                <p14:cNvContentPartPr/>
                <p14:nvPr/>
              </p14:nvContentPartPr>
              <p14:xfrm>
                <a:off x="13470638" y="7883763"/>
                <a:ext cx="360" cy="6480"/>
              </p14:xfrm>
            </p:contentPart>
          </mc:Choice>
          <mc:Fallback xmlns="">
            <p:pic>
              <p:nvPicPr>
                <p:cNvPr id="37" name="Ink 36">
                  <a:extLst>
                    <a:ext uri="{FF2B5EF4-FFF2-40B4-BE49-F238E27FC236}">
                      <a16:creationId xmlns:a16="http://schemas.microsoft.com/office/drawing/2014/main" id="{BFDE8684-61D2-9546-908B-D6AB97B28295}"/>
                    </a:ext>
                  </a:extLst>
                </p:cNvPr>
                <p:cNvPicPr/>
                <p:nvPr/>
              </p:nvPicPr>
              <p:blipFill>
                <a:blip r:embed="rId25"/>
                <a:stretch>
                  <a:fillRect/>
                </a:stretch>
              </p:blipFill>
              <p:spPr>
                <a:xfrm>
                  <a:off x="13407998" y="782076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Ink 37">
                  <a:extLst>
                    <a:ext uri="{FF2B5EF4-FFF2-40B4-BE49-F238E27FC236}">
                      <a16:creationId xmlns:a16="http://schemas.microsoft.com/office/drawing/2014/main" id="{F9166BC4-478C-E107-2BAD-AC49B88D4E8C}"/>
                    </a:ext>
                  </a:extLst>
                </p14:cNvPr>
                <p14:cNvContentPartPr/>
                <p14:nvPr/>
              </p14:nvContentPartPr>
              <p14:xfrm>
                <a:off x="13470638" y="7917603"/>
                <a:ext cx="15480" cy="62640"/>
              </p14:xfrm>
            </p:contentPart>
          </mc:Choice>
          <mc:Fallback xmlns="">
            <p:pic>
              <p:nvPicPr>
                <p:cNvPr id="38" name="Ink 37">
                  <a:extLst>
                    <a:ext uri="{FF2B5EF4-FFF2-40B4-BE49-F238E27FC236}">
                      <a16:creationId xmlns:a16="http://schemas.microsoft.com/office/drawing/2014/main" id="{F9166BC4-478C-E107-2BAD-AC49B88D4E8C}"/>
                    </a:ext>
                  </a:extLst>
                </p:cNvPr>
                <p:cNvPicPr/>
                <p:nvPr/>
              </p:nvPicPr>
              <p:blipFill>
                <a:blip r:embed="rId54"/>
                <a:stretch>
                  <a:fillRect/>
                </a:stretch>
              </p:blipFill>
              <p:spPr>
                <a:xfrm>
                  <a:off x="13407998" y="7854603"/>
                  <a:ext cx="1411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Ink 38">
                  <a:extLst>
                    <a:ext uri="{FF2B5EF4-FFF2-40B4-BE49-F238E27FC236}">
                      <a16:creationId xmlns:a16="http://schemas.microsoft.com/office/drawing/2014/main" id="{79AB3E1D-9AF9-CFCC-2DC2-F81D8501A31B}"/>
                    </a:ext>
                  </a:extLst>
                </p14:cNvPr>
                <p14:cNvContentPartPr/>
                <p14:nvPr/>
              </p14:nvContentPartPr>
              <p14:xfrm>
                <a:off x="13492958" y="8017683"/>
                <a:ext cx="360" cy="360"/>
              </p14:xfrm>
            </p:contentPart>
          </mc:Choice>
          <mc:Fallback xmlns="">
            <p:pic>
              <p:nvPicPr>
                <p:cNvPr id="39" name="Ink 38">
                  <a:extLst>
                    <a:ext uri="{FF2B5EF4-FFF2-40B4-BE49-F238E27FC236}">
                      <a16:creationId xmlns:a16="http://schemas.microsoft.com/office/drawing/2014/main" id="{79AB3E1D-9AF9-CFCC-2DC2-F81D8501A31B}"/>
                    </a:ext>
                  </a:extLst>
                </p:cNvPr>
                <p:cNvPicPr/>
                <p:nvPr/>
              </p:nvPicPr>
              <p:blipFill>
                <a:blip r:embed="rId7"/>
                <a:stretch>
                  <a:fillRect/>
                </a:stretch>
              </p:blipFill>
              <p:spPr>
                <a:xfrm>
                  <a:off x="1342995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0" name="Ink 39">
                  <a:extLst>
                    <a:ext uri="{FF2B5EF4-FFF2-40B4-BE49-F238E27FC236}">
                      <a16:creationId xmlns:a16="http://schemas.microsoft.com/office/drawing/2014/main" id="{B557118D-8F15-5CC8-EA01-9BA72DDFF048}"/>
                    </a:ext>
                  </a:extLst>
                </p14:cNvPr>
                <p14:cNvContentPartPr/>
                <p14:nvPr/>
              </p14:nvContentPartPr>
              <p14:xfrm>
                <a:off x="13463078" y="8017683"/>
                <a:ext cx="30240" cy="13320"/>
              </p14:xfrm>
            </p:contentPart>
          </mc:Choice>
          <mc:Fallback xmlns="">
            <p:pic>
              <p:nvPicPr>
                <p:cNvPr id="40" name="Ink 39">
                  <a:extLst>
                    <a:ext uri="{FF2B5EF4-FFF2-40B4-BE49-F238E27FC236}">
                      <a16:creationId xmlns:a16="http://schemas.microsoft.com/office/drawing/2014/main" id="{B557118D-8F15-5CC8-EA01-9BA72DDFF048}"/>
                    </a:ext>
                  </a:extLst>
                </p:cNvPr>
                <p:cNvPicPr/>
                <p:nvPr/>
              </p:nvPicPr>
              <p:blipFill>
                <a:blip r:embed="rId57"/>
                <a:stretch>
                  <a:fillRect/>
                </a:stretch>
              </p:blipFill>
              <p:spPr>
                <a:xfrm>
                  <a:off x="13400438" y="7954683"/>
                  <a:ext cx="1558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1" name="Ink 40">
                  <a:extLst>
                    <a:ext uri="{FF2B5EF4-FFF2-40B4-BE49-F238E27FC236}">
                      <a16:creationId xmlns:a16="http://schemas.microsoft.com/office/drawing/2014/main" id="{9D2CBD5B-ABAD-5771-5E15-5F814E5A3FC6}"/>
                    </a:ext>
                  </a:extLst>
                </p14:cNvPr>
                <p14:cNvContentPartPr/>
                <p14:nvPr/>
              </p14:nvContentPartPr>
              <p14:xfrm>
                <a:off x="13447958" y="8039643"/>
                <a:ext cx="360" cy="360"/>
              </p14:xfrm>
            </p:contentPart>
          </mc:Choice>
          <mc:Fallback xmlns="">
            <p:pic>
              <p:nvPicPr>
                <p:cNvPr id="41" name="Ink 40">
                  <a:extLst>
                    <a:ext uri="{FF2B5EF4-FFF2-40B4-BE49-F238E27FC236}">
                      <a16:creationId xmlns:a16="http://schemas.microsoft.com/office/drawing/2014/main" id="{9D2CBD5B-ABAD-5771-5E15-5F814E5A3FC6}"/>
                    </a:ext>
                  </a:extLst>
                </p:cNvPr>
                <p:cNvPicPr/>
                <p:nvPr/>
              </p:nvPicPr>
              <p:blipFill>
                <a:blip r:embed="rId7"/>
                <a:stretch>
                  <a:fillRect/>
                </a:stretch>
              </p:blipFill>
              <p:spPr>
                <a:xfrm>
                  <a:off x="1338531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2" name="Ink 41">
                  <a:extLst>
                    <a:ext uri="{FF2B5EF4-FFF2-40B4-BE49-F238E27FC236}">
                      <a16:creationId xmlns:a16="http://schemas.microsoft.com/office/drawing/2014/main" id="{37E974F5-3476-97FB-53A4-D409C4D42584}"/>
                    </a:ext>
                  </a:extLst>
                </p14:cNvPr>
                <p14:cNvContentPartPr/>
                <p14:nvPr/>
              </p14:nvContentPartPr>
              <p14:xfrm>
                <a:off x="13537598" y="7973763"/>
                <a:ext cx="21960" cy="10800"/>
              </p14:xfrm>
            </p:contentPart>
          </mc:Choice>
          <mc:Fallback xmlns="">
            <p:pic>
              <p:nvPicPr>
                <p:cNvPr id="42" name="Ink 41">
                  <a:extLst>
                    <a:ext uri="{FF2B5EF4-FFF2-40B4-BE49-F238E27FC236}">
                      <a16:creationId xmlns:a16="http://schemas.microsoft.com/office/drawing/2014/main" id="{37E974F5-3476-97FB-53A4-D409C4D42584}"/>
                    </a:ext>
                  </a:extLst>
                </p:cNvPr>
                <p:cNvPicPr/>
                <p:nvPr/>
              </p:nvPicPr>
              <p:blipFill>
                <a:blip r:embed="rId60"/>
                <a:stretch>
                  <a:fillRect/>
                </a:stretch>
              </p:blipFill>
              <p:spPr>
                <a:xfrm>
                  <a:off x="13474598" y="7911123"/>
                  <a:ext cx="1476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3" name="Ink 42">
                  <a:extLst>
                    <a:ext uri="{FF2B5EF4-FFF2-40B4-BE49-F238E27FC236}">
                      <a16:creationId xmlns:a16="http://schemas.microsoft.com/office/drawing/2014/main" id="{477CB756-50F0-A7F3-8E3E-2D9528677B98}"/>
                    </a:ext>
                  </a:extLst>
                </p14:cNvPr>
                <p14:cNvContentPartPr/>
                <p14:nvPr/>
              </p14:nvContentPartPr>
              <p14:xfrm>
                <a:off x="13581878" y="7972683"/>
                <a:ext cx="360" cy="360"/>
              </p14:xfrm>
            </p:contentPart>
          </mc:Choice>
          <mc:Fallback xmlns="">
            <p:pic>
              <p:nvPicPr>
                <p:cNvPr id="43" name="Ink 42">
                  <a:extLst>
                    <a:ext uri="{FF2B5EF4-FFF2-40B4-BE49-F238E27FC236}">
                      <a16:creationId xmlns:a16="http://schemas.microsoft.com/office/drawing/2014/main" id="{477CB756-50F0-A7F3-8E3E-2D9528677B98}"/>
                    </a:ext>
                  </a:extLst>
                </p:cNvPr>
                <p:cNvPicPr/>
                <p:nvPr/>
              </p:nvPicPr>
              <p:blipFill>
                <a:blip r:embed="rId7"/>
                <a:stretch>
                  <a:fillRect/>
                </a:stretch>
              </p:blipFill>
              <p:spPr>
                <a:xfrm>
                  <a:off x="13518878" y="79100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4" name="Ink 43">
                  <a:extLst>
                    <a:ext uri="{FF2B5EF4-FFF2-40B4-BE49-F238E27FC236}">
                      <a16:creationId xmlns:a16="http://schemas.microsoft.com/office/drawing/2014/main" id="{16A81766-A00B-F415-71A8-DB69D73B004B}"/>
                    </a:ext>
                  </a:extLst>
                </p14:cNvPr>
                <p14:cNvContentPartPr/>
                <p14:nvPr/>
              </p14:nvContentPartPr>
              <p14:xfrm>
                <a:off x="13581878" y="7939563"/>
                <a:ext cx="360" cy="360"/>
              </p14:xfrm>
            </p:contentPart>
          </mc:Choice>
          <mc:Fallback xmlns="">
            <p:pic>
              <p:nvPicPr>
                <p:cNvPr id="44" name="Ink 43">
                  <a:extLst>
                    <a:ext uri="{FF2B5EF4-FFF2-40B4-BE49-F238E27FC236}">
                      <a16:creationId xmlns:a16="http://schemas.microsoft.com/office/drawing/2014/main" id="{16A81766-A00B-F415-71A8-DB69D73B004B}"/>
                    </a:ext>
                  </a:extLst>
                </p:cNvPr>
                <p:cNvPicPr/>
                <p:nvPr/>
              </p:nvPicPr>
              <p:blipFill>
                <a:blip r:embed="rId7"/>
                <a:stretch>
                  <a:fillRect/>
                </a:stretch>
              </p:blipFill>
              <p:spPr>
                <a:xfrm>
                  <a:off x="13518878" y="7876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5" name="Ink 44">
                  <a:extLst>
                    <a:ext uri="{FF2B5EF4-FFF2-40B4-BE49-F238E27FC236}">
                      <a16:creationId xmlns:a16="http://schemas.microsoft.com/office/drawing/2014/main" id="{61FA2A22-A950-ACF4-C80E-E791DAD0FFBD}"/>
                    </a:ext>
                  </a:extLst>
                </p14:cNvPr>
                <p14:cNvContentPartPr/>
                <p14:nvPr/>
              </p14:nvContentPartPr>
              <p14:xfrm>
                <a:off x="13548758" y="7903923"/>
                <a:ext cx="360" cy="2160"/>
              </p14:xfrm>
            </p:contentPart>
          </mc:Choice>
          <mc:Fallback xmlns="">
            <p:pic>
              <p:nvPicPr>
                <p:cNvPr id="45" name="Ink 44">
                  <a:extLst>
                    <a:ext uri="{FF2B5EF4-FFF2-40B4-BE49-F238E27FC236}">
                      <a16:creationId xmlns:a16="http://schemas.microsoft.com/office/drawing/2014/main" id="{61FA2A22-A950-ACF4-C80E-E791DAD0FFBD}"/>
                    </a:ext>
                  </a:extLst>
                </p:cNvPr>
                <p:cNvPicPr/>
                <p:nvPr/>
              </p:nvPicPr>
              <p:blipFill>
                <a:blip r:embed="rId13"/>
                <a:stretch>
                  <a:fillRect/>
                </a:stretch>
              </p:blipFill>
              <p:spPr>
                <a:xfrm>
                  <a:off x="13485758" y="78412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6" name="Ink 45">
                  <a:extLst>
                    <a:ext uri="{FF2B5EF4-FFF2-40B4-BE49-F238E27FC236}">
                      <a16:creationId xmlns:a16="http://schemas.microsoft.com/office/drawing/2014/main" id="{DA4546C0-4910-918C-13B1-A6D408F62E24}"/>
                    </a:ext>
                  </a:extLst>
                </p14:cNvPr>
                <p14:cNvContentPartPr/>
                <p14:nvPr/>
              </p14:nvContentPartPr>
              <p14:xfrm>
                <a:off x="13548758" y="7894923"/>
                <a:ext cx="360" cy="360"/>
              </p14:xfrm>
            </p:contentPart>
          </mc:Choice>
          <mc:Fallback xmlns="">
            <p:pic>
              <p:nvPicPr>
                <p:cNvPr id="46" name="Ink 45">
                  <a:extLst>
                    <a:ext uri="{FF2B5EF4-FFF2-40B4-BE49-F238E27FC236}">
                      <a16:creationId xmlns:a16="http://schemas.microsoft.com/office/drawing/2014/main" id="{DA4546C0-4910-918C-13B1-A6D408F62E24}"/>
                    </a:ext>
                  </a:extLst>
                </p:cNvPr>
                <p:cNvPicPr/>
                <p:nvPr/>
              </p:nvPicPr>
              <p:blipFill>
                <a:blip r:embed="rId7"/>
                <a:stretch>
                  <a:fillRect/>
                </a:stretch>
              </p:blipFill>
              <p:spPr>
                <a:xfrm>
                  <a:off x="13485758" y="78319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7" name="Ink 46">
                  <a:extLst>
                    <a:ext uri="{FF2B5EF4-FFF2-40B4-BE49-F238E27FC236}">
                      <a16:creationId xmlns:a16="http://schemas.microsoft.com/office/drawing/2014/main" id="{93DEACAE-BAD2-0BE2-179F-97FF4DA8CE76}"/>
                    </a:ext>
                  </a:extLst>
                </p14:cNvPr>
                <p14:cNvContentPartPr/>
                <p14:nvPr/>
              </p14:nvContentPartPr>
              <p14:xfrm>
                <a:off x="13604558" y="7839123"/>
                <a:ext cx="360" cy="360"/>
              </p14:xfrm>
            </p:contentPart>
          </mc:Choice>
          <mc:Fallback xmlns="">
            <p:pic>
              <p:nvPicPr>
                <p:cNvPr id="47" name="Ink 46">
                  <a:extLst>
                    <a:ext uri="{FF2B5EF4-FFF2-40B4-BE49-F238E27FC236}">
                      <a16:creationId xmlns:a16="http://schemas.microsoft.com/office/drawing/2014/main" id="{93DEACAE-BAD2-0BE2-179F-97FF4DA8CE76}"/>
                    </a:ext>
                  </a:extLst>
                </p:cNvPr>
                <p:cNvPicPr/>
                <p:nvPr/>
              </p:nvPicPr>
              <p:blipFill>
                <a:blip r:embed="rId7"/>
                <a:stretch>
                  <a:fillRect/>
                </a:stretch>
              </p:blipFill>
              <p:spPr>
                <a:xfrm>
                  <a:off x="13541558" y="77761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8" name="Ink 47">
                  <a:extLst>
                    <a:ext uri="{FF2B5EF4-FFF2-40B4-BE49-F238E27FC236}">
                      <a16:creationId xmlns:a16="http://schemas.microsoft.com/office/drawing/2014/main" id="{3FB3C0D4-8FB1-A255-665C-E0ABFF7C540F}"/>
                    </a:ext>
                  </a:extLst>
                </p14:cNvPr>
                <p14:cNvContentPartPr/>
                <p14:nvPr/>
              </p14:nvContentPartPr>
              <p14:xfrm>
                <a:off x="13648838" y="7839123"/>
                <a:ext cx="360" cy="360"/>
              </p14:xfrm>
            </p:contentPart>
          </mc:Choice>
          <mc:Fallback xmlns="">
            <p:pic>
              <p:nvPicPr>
                <p:cNvPr id="48" name="Ink 47">
                  <a:extLst>
                    <a:ext uri="{FF2B5EF4-FFF2-40B4-BE49-F238E27FC236}">
                      <a16:creationId xmlns:a16="http://schemas.microsoft.com/office/drawing/2014/main" id="{3FB3C0D4-8FB1-A255-665C-E0ABFF7C540F}"/>
                    </a:ext>
                  </a:extLst>
                </p:cNvPr>
                <p:cNvPicPr/>
                <p:nvPr/>
              </p:nvPicPr>
              <p:blipFill>
                <a:blip r:embed="rId7"/>
                <a:stretch>
                  <a:fillRect/>
                </a:stretch>
              </p:blipFill>
              <p:spPr>
                <a:xfrm>
                  <a:off x="13585838" y="77761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9" name="Ink 48">
                  <a:extLst>
                    <a:ext uri="{FF2B5EF4-FFF2-40B4-BE49-F238E27FC236}">
                      <a16:creationId xmlns:a16="http://schemas.microsoft.com/office/drawing/2014/main" id="{81EB6C7A-AA44-2425-197B-73B6C83EFF03}"/>
                    </a:ext>
                  </a:extLst>
                </p14:cNvPr>
                <p14:cNvContentPartPr/>
                <p14:nvPr/>
              </p14:nvContentPartPr>
              <p14:xfrm>
                <a:off x="13648838" y="7872603"/>
                <a:ext cx="30240" cy="55440"/>
              </p14:xfrm>
            </p:contentPart>
          </mc:Choice>
          <mc:Fallback xmlns="">
            <p:pic>
              <p:nvPicPr>
                <p:cNvPr id="49" name="Ink 48">
                  <a:extLst>
                    <a:ext uri="{FF2B5EF4-FFF2-40B4-BE49-F238E27FC236}">
                      <a16:creationId xmlns:a16="http://schemas.microsoft.com/office/drawing/2014/main" id="{81EB6C7A-AA44-2425-197B-73B6C83EFF03}"/>
                    </a:ext>
                  </a:extLst>
                </p:cNvPr>
                <p:cNvPicPr/>
                <p:nvPr/>
              </p:nvPicPr>
              <p:blipFill>
                <a:blip r:embed="rId68"/>
                <a:stretch>
                  <a:fillRect/>
                </a:stretch>
              </p:blipFill>
              <p:spPr>
                <a:xfrm>
                  <a:off x="13585838" y="7809963"/>
                  <a:ext cx="15588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0" name="Ink 49">
                  <a:extLst>
                    <a:ext uri="{FF2B5EF4-FFF2-40B4-BE49-F238E27FC236}">
                      <a16:creationId xmlns:a16="http://schemas.microsoft.com/office/drawing/2014/main" id="{D0D9DB52-B3F1-EA3E-3E36-4B67B35E661E}"/>
                    </a:ext>
                  </a:extLst>
                </p14:cNvPr>
                <p14:cNvContentPartPr/>
                <p14:nvPr/>
              </p14:nvContentPartPr>
              <p14:xfrm>
                <a:off x="13682318" y="7950723"/>
                <a:ext cx="360" cy="13320"/>
              </p14:xfrm>
            </p:contentPart>
          </mc:Choice>
          <mc:Fallback xmlns="">
            <p:pic>
              <p:nvPicPr>
                <p:cNvPr id="50" name="Ink 49">
                  <a:extLst>
                    <a:ext uri="{FF2B5EF4-FFF2-40B4-BE49-F238E27FC236}">
                      <a16:creationId xmlns:a16="http://schemas.microsoft.com/office/drawing/2014/main" id="{D0D9DB52-B3F1-EA3E-3E36-4B67B35E661E}"/>
                    </a:ext>
                  </a:extLst>
                </p:cNvPr>
                <p:cNvPicPr/>
                <p:nvPr/>
              </p:nvPicPr>
              <p:blipFill>
                <a:blip r:embed="rId70"/>
                <a:stretch>
                  <a:fillRect/>
                </a:stretch>
              </p:blipFill>
              <p:spPr>
                <a:xfrm>
                  <a:off x="13619678" y="7887723"/>
                  <a:ext cx="126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1" name="Ink 50">
                  <a:extLst>
                    <a:ext uri="{FF2B5EF4-FFF2-40B4-BE49-F238E27FC236}">
                      <a16:creationId xmlns:a16="http://schemas.microsoft.com/office/drawing/2014/main" id="{C95F68B3-6DDB-0827-8EFB-EC7337C0BAAA}"/>
                    </a:ext>
                  </a:extLst>
                </p14:cNvPr>
                <p14:cNvContentPartPr/>
                <p14:nvPr/>
              </p14:nvContentPartPr>
              <p14:xfrm>
                <a:off x="13613558" y="8051163"/>
                <a:ext cx="2160" cy="360"/>
              </p14:xfrm>
            </p:contentPart>
          </mc:Choice>
          <mc:Fallback xmlns="">
            <p:pic>
              <p:nvPicPr>
                <p:cNvPr id="51" name="Ink 50">
                  <a:extLst>
                    <a:ext uri="{FF2B5EF4-FFF2-40B4-BE49-F238E27FC236}">
                      <a16:creationId xmlns:a16="http://schemas.microsoft.com/office/drawing/2014/main" id="{C95F68B3-6DDB-0827-8EFB-EC7337C0BAAA}"/>
                    </a:ext>
                  </a:extLst>
                </p:cNvPr>
                <p:cNvPicPr/>
                <p:nvPr/>
              </p:nvPicPr>
              <p:blipFill>
                <a:blip r:embed="rId20"/>
                <a:stretch>
                  <a:fillRect/>
                </a:stretch>
              </p:blipFill>
              <p:spPr>
                <a:xfrm>
                  <a:off x="13550918" y="7988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2" name="Ink 51">
                  <a:extLst>
                    <a:ext uri="{FF2B5EF4-FFF2-40B4-BE49-F238E27FC236}">
                      <a16:creationId xmlns:a16="http://schemas.microsoft.com/office/drawing/2014/main" id="{BDFB7826-55C0-8A60-D0AB-9252D9F231AF}"/>
                    </a:ext>
                  </a:extLst>
                </p14:cNvPr>
                <p14:cNvContentPartPr/>
                <p14:nvPr/>
              </p14:nvContentPartPr>
              <p14:xfrm>
                <a:off x="13604558" y="8062323"/>
                <a:ext cx="360" cy="360"/>
              </p14:xfrm>
            </p:contentPart>
          </mc:Choice>
          <mc:Fallback xmlns="">
            <p:pic>
              <p:nvPicPr>
                <p:cNvPr id="52" name="Ink 51">
                  <a:extLst>
                    <a:ext uri="{FF2B5EF4-FFF2-40B4-BE49-F238E27FC236}">
                      <a16:creationId xmlns:a16="http://schemas.microsoft.com/office/drawing/2014/main" id="{BDFB7826-55C0-8A60-D0AB-9252D9F231AF}"/>
                    </a:ext>
                  </a:extLst>
                </p:cNvPr>
                <p:cNvPicPr/>
                <p:nvPr/>
              </p:nvPicPr>
              <p:blipFill>
                <a:blip r:embed="rId7"/>
                <a:stretch>
                  <a:fillRect/>
                </a:stretch>
              </p:blipFill>
              <p:spPr>
                <a:xfrm>
                  <a:off x="13541558" y="7999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3" name="Ink 52">
                  <a:extLst>
                    <a:ext uri="{FF2B5EF4-FFF2-40B4-BE49-F238E27FC236}">
                      <a16:creationId xmlns:a16="http://schemas.microsoft.com/office/drawing/2014/main" id="{DF23C1C0-C1B5-02A8-D99C-615EDB40EB4D}"/>
                    </a:ext>
                  </a:extLst>
                </p14:cNvPr>
                <p14:cNvContentPartPr/>
                <p14:nvPr/>
              </p14:nvContentPartPr>
              <p14:xfrm>
                <a:off x="13615718" y="8046843"/>
                <a:ext cx="73800" cy="5040"/>
              </p14:xfrm>
            </p:contentPart>
          </mc:Choice>
          <mc:Fallback xmlns="">
            <p:pic>
              <p:nvPicPr>
                <p:cNvPr id="53" name="Ink 52">
                  <a:extLst>
                    <a:ext uri="{FF2B5EF4-FFF2-40B4-BE49-F238E27FC236}">
                      <a16:creationId xmlns:a16="http://schemas.microsoft.com/office/drawing/2014/main" id="{DF23C1C0-C1B5-02A8-D99C-615EDB40EB4D}"/>
                    </a:ext>
                  </a:extLst>
                </p:cNvPr>
                <p:cNvPicPr/>
                <p:nvPr/>
              </p:nvPicPr>
              <p:blipFill>
                <a:blip r:embed="rId74"/>
                <a:stretch>
                  <a:fillRect/>
                </a:stretch>
              </p:blipFill>
              <p:spPr>
                <a:xfrm>
                  <a:off x="13552718" y="7983843"/>
                  <a:ext cx="19944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4" name="Ink 53">
                  <a:extLst>
                    <a:ext uri="{FF2B5EF4-FFF2-40B4-BE49-F238E27FC236}">
                      <a16:creationId xmlns:a16="http://schemas.microsoft.com/office/drawing/2014/main" id="{33882344-CAA2-5204-D447-DF9D5CC9AA5F}"/>
                    </a:ext>
                  </a:extLst>
                </p14:cNvPr>
                <p14:cNvContentPartPr/>
                <p14:nvPr/>
              </p14:nvContentPartPr>
              <p14:xfrm>
                <a:off x="13760438" y="8015523"/>
                <a:ext cx="360" cy="2160"/>
              </p14:xfrm>
            </p:contentPart>
          </mc:Choice>
          <mc:Fallback xmlns="">
            <p:pic>
              <p:nvPicPr>
                <p:cNvPr id="54" name="Ink 53">
                  <a:extLst>
                    <a:ext uri="{FF2B5EF4-FFF2-40B4-BE49-F238E27FC236}">
                      <a16:creationId xmlns:a16="http://schemas.microsoft.com/office/drawing/2014/main" id="{33882344-CAA2-5204-D447-DF9D5CC9AA5F}"/>
                    </a:ext>
                  </a:extLst>
                </p:cNvPr>
                <p:cNvPicPr/>
                <p:nvPr/>
              </p:nvPicPr>
              <p:blipFill>
                <a:blip r:embed="rId76"/>
                <a:stretch>
                  <a:fillRect/>
                </a:stretch>
              </p:blipFill>
              <p:spPr>
                <a:xfrm>
                  <a:off x="13697438" y="79528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5" name="Ink 54">
                  <a:extLst>
                    <a:ext uri="{FF2B5EF4-FFF2-40B4-BE49-F238E27FC236}">
                      <a16:creationId xmlns:a16="http://schemas.microsoft.com/office/drawing/2014/main" id="{16A58C38-C3A0-4064-F511-4469147CF1CC}"/>
                    </a:ext>
                  </a:extLst>
                </p14:cNvPr>
                <p14:cNvContentPartPr/>
                <p14:nvPr/>
              </p14:nvContentPartPr>
              <p14:xfrm>
                <a:off x="13760438" y="8000043"/>
                <a:ext cx="360" cy="6480"/>
              </p14:xfrm>
            </p:contentPart>
          </mc:Choice>
          <mc:Fallback xmlns="">
            <p:pic>
              <p:nvPicPr>
                <p:cNvPr id="55" name="Ink 54">
                  <a:extLst>
                    <a:ext uri="{FF2B5EF4-FFF2-40B4-BE49-F238E27FC236}">
                      <a16:creationId xmlns:a16="http://schemas.microsoft.com/office/drawing/2014/main" id="{16A58C38-C3A0-4064-F511-4469147CF1CC}"/>
                    </a:ext>
                  </a:extLst>
                </p:cNvPr>
                <p:cNvPicPr/>
                <p:nvPr/>
              </p:nvPicPr>
              <p:blipFill>
                <a:blip r:embed="rId78"/>
                <a:stretch>
                  <a:fillRect/>
                </a:stretch>
              </p:blipFill>
              <p:spPr>
                <a:xfrm>
                  <a:off x="13697438" y="793740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6" name="Ink 55">
                  <a:extLst>
                    <a:ext uri="{FF2B5EF4-FFF2-40B4-BE49-F238E27FC236}">
                      <a16:creationId xmlns:a16="http://schemas.microsoft.com/office/drawing/2014/main" id="{C081E383-D85A-3478-B322-4C7D1BCE4A66}"/>
                    </a:ext>
                  </a:extLst>
                </p14:cNvPr>
                <p14:cNvContentPartPr/>
                <p14:nvPr/>
              </p14:nvContentPartPr>
              <p14:xfrm>
                <a:off x="13751798" y="7938483"/>
                <a:ext cx="9000" cy="23400"/>
              </p14:xfrm>
            </p:contentPart>
          </mc:Choice>
          <mc:Fallback xmlns="">
            <p:pic>
              <p:nvPicPr>
                <p:cNvPr id="56" name="Ink 55">
                  <a:extLst>
                    <a:ext uri="{FF2B5EF4-FFF2-40B4-BE49-F238E27FC236}">
                      <a16:creationId xmlns:a16="http://schemas.microsoft.com/office/drawing/2014/main" id="{C081E383-D85A-3478-B322-4C7D1BCE4A66}"/>
                    </a:ext>
                  </a:extLst>
                </p:cNvPr>
                <p:cNvPicPr/>
                <p:nvPr/>
              </p:nvPicPr>
              <p:blipFill>
                <a:blip r:embed="rId80"/>
                <a:stretch>
                  <a:fillRect/>
                </a:stretch>
              </p:blipFill>
              <p:spPr>
                <a:xfrm>
                  <a:off x="13688798" y="7875843"/>
                  <a:ext cx="13464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7" name="Ink 56">
                  <a:extLst>
                    <a:ext uri="{FF2B5EF4-FFF2-40B4-BE49-F238E27FC236}">
                      <a16:creationId xmlns:a16="http://schemas.microsoft.com/office/drawing/2014/main" id="{EB62A642-625E-F24A-546E-AE5427DD79E1}"/>
                    </a:ext>
                  </a:extLst>
                </p14:cNvPr>
                <p14:cNvContentPartPr/>
                <p14:nvPr/>
              </p14:nvContentPartPr>
              <p14:xfrm>
                <a:off x="13715798" y="7881963"/>
                <a:ext cx="360" cy="2160"/>
              </p14:xfrm>
            </p:contentPart>
          </mc:Choice>
          <mc:Fallback xmlns="">
            <p:pic>
              <p:nvPicPr>
                <p:cNvPr id="57" name="Ink 56">
                  <a:extLst>
                    <a:ext uri="{FF2B5EF4-FFF2-40B4-BE49-F238E27FC236}">
                      <a16:creationId xmlns:a16="http://schemas.microsoft.com/office/drawing/2014/main" id="{EB62A642-625E-F24A-546E-AE5427DD79E1}"/>
                    </a:ext>
                  </a:extLst>
                </p:cNvPr>
                <p:cNvPicPr/>
                <p:nvPr/>
              </p:nvPicPr>
              <p:blipFill>
                <a:blip r:embed="rId13"/>
                <a:stretch>
                  <a:fillRect/>
                </a:stretch>
              </p:blipFill>
              <p:spPr>
                <a:xfrm>
                  <a:off x="13652798" y="78189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8" name="Ink 57">
                  <a:extLst>
                    <a:ext uri="{FF2B5EF4-FFF2-40B4-BE49-F238E27FC236}">
                      <a16:creationId xmlns:a16="http://schemas.microsoft.com/office/drawing/2014/main" id="{09D543A4-143E-5374-89F9-D92AA5CEE31E}"/>
                    </a:ext>
                  </a:extLst>
                </p14:cNvPr>
                <p14:cNvContentPartPr/>
                <p14:nvPr/>
              </p14:nvContentPartPr>
              <p14:xfrm>
                <a:off x="13715798" y="7872603"/>
                <a:ext cx="32760" cy="360"/>
              </p14:xfrm>
            </p:contentPart>
          </mc:Choice>
          <mc:Fallback xmlns="">
            <p:pic>
              <p:nvPicPr>
                <p:cNvPr id="58" name="Ink 57">
                  <a:extLst>
                    <a:ext uri="{FF2B5EF4-FFF2-40B4-BE49-F238E27FC236}">
                      <a16:creationId xmlns:a16="http://schemas.microsoft.com/office/drawing/2014/main" id="{09D543A4-143E-5374-89F9-D92AA5CEE31E}"/>
                    </a:ext>
                  </a:extLst>
                </p:cNvPr>
                <p:cNvPicPr/>
                <p:nvPr/>
              </p:nvPicPr>
              <p:blipFill>
                <a:blip r:embed="rId83"/>
                <a:stretch>
                  <a:fillRect/>
                </a:stretch>
              </p:blipFill>
              <p:spPr>
                <a:xfrm>
                  <a:off x="13652798" y="7809963"/>
                  <a:ext cx="158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9" name="Ink 58">
                  <a:extLst>
                    <a:ext uri="{FF2B5EF4-FFF2-40B4-BE49-F238E27FC236}">
                      <a16:creationId xmlns:a16="http://schemas.microsoft.com/office/drawing/2014/main" id="{BBDBE2DF-4B25-EDF5-3E2D-EA2CF65987A2}"/>
                    </a:ext>
                  </a:extLst>
                </p14:cNvPr>
                <p14:cNvContentPartPr/>
                <p14:nvPr/>
              </p14:nvContentPartPr>
              <p14:xfrm>
                <a:off x="13816238" y="7872603"/>
                <a:ext cx="22320" cy="360"/>
              </p14:xfrm>
            </p:contentPart>
          </mc:Choice>
          <mc:Fallback xmlns="">
            <p:pic>
              <p:nvPicPr>
                <p:cNvPr id="59" name="Ink 58">
                  <a:extLst>
                    <a:ext uri="{FF2B5EF4-FFF2-40B4-BE49-F238E27FC236}">
                      <a16:creationId xmlns:a16="http://schemas.microsoft.com/office/drawing/2014/main" id="{BBDBE2DF-4B25-EDF5-3E2D-EA2CF65987A2}"/>
                    </a:ext>
                  </a:extLst>
                </p:cNvPr>
                <p:cNvPicPr/>
                <p:nvPr/>
              </p:nvPicPr>
              <p:blipFill>
                <a:blip r:embed="rId85"/>
                <a:stretch>
                  <a:fillRect/>
                </a:stretch>
              </p:blipFill>
              <p:spPr>
                <a:xfrm>
                  <a:off x="13753598" y="780996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0" name="Ink 59">
                  <a:extLst>
                    <a:ext uri="{FF2B5EF4-FFF2-40B4-BE49-F238E27FC236}">
                      <a16:creationId xmlns:a16="http://schemas.microsoft.com/office/drawing/2014/main" id="{660F4E2C-0E88-54E5-8B87-48EC15E27E14}"/>
                    </a:ext>
                  </a:extLst>
                </p14:cNvPr>
                <p14:cNvContentPartPr/>
                <p14:nvPr/>
              </p14:nvContentPartPr>
              <p14:xfrm>
                <a:off x="13860878" y="7883763"/>
                <a:ext cx="47520" cy="92160"/>
              </p14:xfrm>
            </p:contentPart>
          </mc:Choice>
          <mc:Fallback xmlns="">
            <p:pic>
              <p:nvPicPr>
                <p:cNvPr id="60" name="Ink 59">
                  <a:extLst>
                    <a:ext uri="{FF2B5EF4-FFF2-40B4-BE49-F238E27FC236}">
                      <a16:creationId xmlns:a16="http://schemas.microsoft.com/office/drawing/2014/main" id="{660F4E2C-0E88-54E5-8B87-48EC15E27E14}"/>
                    </a:ext>
                  </a:extLst>
                </p:cNvPr>
                <p:cNvPicPr/>
                <p:nvPr/>
              </p:nvPicPr>
              <p:blipFill>
                <a:blip r:embed="rId87"/>
                <a:stretch>
                  <a:fillRect/>
                </a:stretch>
              </p:blipFill>
              <p:spPr>
                <a:xfrm>
                  <a:off x="13798238" y="7820763"/>
                  <a:ext cx="1731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1" name="Ink 60">
                  <a:extLst>
                    <a:ext uri="{FF2B5EF4-FFF2-40B4-BE49-F238E27FC236}">
                      <a16:creationId xmlns:a16="http://schemas.microsoft.com/office/drawing/2014/main" id="{0E7598D4-EC9E-608E-C1EE-2F7F51BBD0A0}"/>
                    </a:ext>
                  </a:extLst>
                </p14:cNvPr>
                <p14:cNvContentPartPr/>
                <p14:nvPr/>
              </p14:nvContentPartPr>
              <p14:xfrm>
                <a:off x="13911998" y="8006523"/>
                <a:ext cx="4680" cy="27720"/>
              </p14:xfrm>
            </p:contentPart>
          </mc:Choice>
          <mc:Fallback xmlns="">
            <p:pic>
              <p:nvPicPr>
                <p:cNvPr id="61" name="Ink 60">
                  <a:extLst>
                    <a:ext uri="{FF2B5EF4-FFF2-40B4-BE49-F238E27FC236}">
                      <a16:creationId xmlns:a16="http://schemas.microsoft.com/office/drawing/2014/main" id="{0E7598D4-EC9E-608E-C1EE-2F7F51BBD0A0}"/>
                    </a:ext>
                  </a:extLst>
                </p:cNvPr>
                <p:cNvPicPr/>
                <p:nvPr/>
              </p:nvPicPr>
              <p:blipFill>
                <a:blip r:embed="rId89"/>
                <a:stretch>
                  <a:fillRect/>
                </a:stretch>
              </p:blipFill>
              <p:spPr>
                <a:xfrm>
                  <a:off x="13848998" y="7943523"/>
                  <a:ext cx="1303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07EEB9C0-0D5B-4B79-C497-BA335E32D06F}"/>
                    </a:ext>
                  </a:extLst>
                </p14:cNvPr>
                <p14:cNvContentPartPr/>
                <p14:nvPr/>
              </p14:nvContentPartPr>
              <p14:xfrm>
                <a:off x="13881398" y="8062323"/>
                <a:ext cx="2160" cy="360"/>
              </p14:xfrm>
            </p:contentPart>
          </mc:Choice>
          <mc:Fallback xmlns="">
            <p:pic>
              <p:nvPicPr>
                <p:cNvPr id="62" name="Ink 61">
                  <a:extLst>
                    <a:ext uri="{FF2B5EF4-FFF2-40B4-BE49-F238E27FC236}">
                      <a16:creationId xmlns:a16="http://schemas.microsoft.com/office/drawing/2014/main" id="{07EEB9C0-0D5B-4B79-C497-BA335E32D06F}"/>
                    </a:ext>
                  </a:extLst>
                </p:cNvPr>
                <p:cNvPicPr/>
                <p:nvPr/>
              </p:nvPicPr>
              <p:blipFill>
                <a:blip r:embed="rId9"/>
                <a:stretch>
                  <a:fillRect/>
                </a:stretch>
              </p:blipFill>
              <p:spPr>
                <a:xfrm>
                  <a:off x="13818398" y="7999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3" name="Ink 62">
                  <a:extLst>
                    <a:ext uri="{FF2B5EF4-FFF2-40B4-BE49-F238E27FC236}">
                      <a16:creationId xmlns:a16="http://schemas.microsoft.com/office/drawing/2014/main" id="{34AFD1F0-0CF6-EE27-02FB-16B7912765A7}"/>
                    </a:ext>
                  </a:extLst>
                </p14:cNvPr>
                <p14:cNvContentPartPr/>
                <p14:nvPr/>
              </p14:nvContentPartPr>
              <p14:xfrm>
                <a:off x="13994798" y="7995363"/>
                <a:ext cx="66240" cy="360"/>
              </p14:xfrm>
            </p:contentPart>
          </mc:Choice>
          <mc:Fallback xmlns="">
            <p:pic>
              <p:nvPicPr>
                <p:cNvPr id="63" name="Ink 62">
                  <a:extLst>
                    <a:ext uri="{FF2B5EF4-FFF2-40B4-BE49-F238E27FC236}">
                      <a16:creationId xmlns:a16="http://schemas.microsoft.com/office/drawing/2014/main" id="{34AFD1F0-0CF6-EE27-02FB-16B7912765A7}"/>
                    </a:ext>
                  </a:extLst>
                </p:cNvPr>
                <p:cNvPicPr/>
                <p:nvPr/>
              </p:nvPicPr>
              <p:blipFill>
                <a:blip r:embed="rId92"/>
                <a:stretch>
                  <a:fillRect/>
                </a:stretch>
              </p:blipFill>
              <p:spPr>
                <a:xfrm>
                  <a:off x="13932158" y="7932723"/>
                  <a:ext cx="1918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4" name="Ink 63">
                  <a:extLst>
                    <a:ext uri="{FF2B5EF4-FFF2-40B4-BE49-F238E27FC236}">
                      <a16:creationId xmlns:a16="http://schemas.microsoft.com/office/drawing/2014/main" id="{47375681-DA1F-55F8-DD06-896EB20F1CBE}"/>
                    </a:ext>
                  </a:extLst>
                </p14:cNvPr>
                <p14:cNvContentPartPr/>
                <p14:nvPr/>
              </p14:nvContentPartPr>
              <p14:xfrm>
                <a:off x="14017118" y="7948923"/>
                <a:ext cx="360" cy="2160"/>
              </p14:xfrm>
            </p:contentPart>
          </mc:Choice>
          <mc:Fallback xmlns="">
            <p:pic>
              <p:nvPicPr>
                <p:cNvPr id="64" name="Ink 63">
                  <a:extLst>
                    <a:ext uri="{FF2B5EF4-FFF2-40B4-BE49-F238E27FC236}">
                      <a16:creationId xmlns:a16="http://schemas.microsoft.com/office/drawing/2014/main" id="{47375681-DA1F-55F8-DD06-896EB20F1CBE}"/>
                    </a:ext>
                  </a:extLst>
                </p:cNvPr>
                <p:cNvPicPr/>
                <p:nvPr/>
              </p:nvPicPr>
              <p:blipFill>
                <a:blip r:embed="rId13"/>
                <a:stretch>
                  <a:fillRect/>
                </a:stretch>
              </p:blipFill>
              <p:spPr>
                <a:xfrm>
                  <a:off x="13954118" y="78859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5" name="Ink 64">
                  <a:extLst>
                    <a:ext uri="{FF2B5EF4-FFF2-40B4-BE49-F238E27FC236}">
                      <a16:creationId xmlns:a16="http://schemas.microsoft.com/office/drawing/2014/main" id="{C8BFDCDA-B3AD-561B-7FBA-93043953CBC8}"/>
                    </a:ext>
                  </a:extLst>
                </p14:cNvPr>
                <p14:cNvContentPartPr/>
                <p14:nvPr/>
              </p14:nvContentPartPr>
              <p14:xfrm>
                <a:off x="13977158" y="7939563"/>
                <a:ext cx="6480" cy="360"/>
              </p14:xfrm>
            </p:contentPart>
          </mc:Choice>
          <mc:Fallback xmlns="">
            <p:pic>
              <p:nvPicPr>
                <p:cNvPr id="65" name="Ink 64">
                  <a:extLst>
                    <a:ext uri="{FF2B5EF4-FFF2-40B4-BE49-F238E27FC236}">
                      <a16:creationId xmlns:a16="http://schemas.microsoft.com/office/drawing/2014/main" id="{C8BFDCDA-B3AD-561B-7FBA-93043953CBC8}"/>
                    </a:ext>
                  </a:extLst>
                </p:cNvPr>
                <p:cNvPicPr/>
                <p:nvPr/>
              </p:nvPicPr>
              <p:blipFill>
                <a:blip r:embed="rId95"/>
                <a:stretch>
                  <a:fillRect/>
                </a:stretch>
              </p:blipFill>
              <p:spPr>
                <a:xfrm>
                  <a:off x="13914158" y="78769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6" name="Ink 65">
                  <a:extLst>
                    <a:ext uri="{FF2B5EF4-FFF2-40B4-BE49-F238E27FC236}">
                      <a16:creationId xmlns:a16="http://schemas.microsoft.com/office/drawing/2014/main" id="{CBE3F8E9-776E-5B59-C644-91449FEFADA7}"/>
                    </a:ext>
                  </a:extLst>
                </p14:cNvPr>
                <p14:cNvContentPartPr/>
                <p14:nvPr/>
              </p14:nvContentPartPr>
              <p14:xfrm>
                <a:off x="13914518" y="7905723"/>
                <a:ext cx="2160" cy="360"/>
              </p14:xfrm>
            </p:contentPart>
          </mc:Choice>
          <mc:Fallback xmlns="">
            <p:pic>
              <p:nvPicPr>
                <p:cNvPr id="66" name="Ink 65">
                  <a:extLst>
                    <a:ext uri="{FF2B5EF4-FFF2-40B4-BE49-F238E27FC236}">
                      <a16:creationId xmlns:a16="http://schemas.microsoft.com/office/drawing/2014/main" id="{CBE3F8E9-776E-5B59-C644-91449FEFADA7}"/>
                    </a:ext>
                  </a:extLst>
                </p:cNvPr>
                <p:cNvPicPr/>
                <p:nvPr/>
              </p:nvPicPr>
              <p:blipFill>
                <a:blip r:embed="rId9"/>
                <a:stretch>
                  <a:fillRect/>
                </a:stretch>
              </p:blipFill>
              <p:spPr>
                <a:xfrm>
                  <a:off x="13851518" y="78430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7" name="Ink 66">
                  <a:extLst>
                    <a:ext uri="{FF2B5EF4-FFF2-40B4-BE49-F238E27FC236}">
                      <a16:creationId xmlns:a16="http://schemas.microsoft.com/office/drawing/2014/main" id="{F98B08E0-D800-10DD-78DD-D93E43F86AB9}"/>
                    </a:ext>
                  </a:extLst>
                </p14:cNvPr>
                <p14:cNvContentPartPr/>
                <p14:nvPr/>
              </p14:nvContentPartPr>
              <p14:xfrm>
                <a:off x="13892198" y="7894923"/>
                <a:ext cx="2160" cy="360"/>
              </p14:xfrm>
            </p:contentPart>
          </mc:Choice>
          <mc:Fallback xmlns="">
            <p:pic>
              <p:nvPicPr>
                <p:cNvPr id="67" name="Ink 66">
                  <a:extLst>
                    <a:ext uri="{FF2B5EF4-FFF2-40B4-BE49-F238E27FC236}">
                      <a16:creationId xmlns:a16="http://schemas.microsoft.com/office/drawing/2014/main" id="{F98B08E0-D800-10DD-78DD-D93E43F86AB9}"/>
                    </a:ext>
                  </a:extLst>
                </p:cNvPr>
                <p:cNvPicPr/>
                <p:nvPr/>
              </p:nvPicPr>
              <p:blipFill>
                <a:blip r:embed="rId20"/>
                <a:stretch>
                  <a:fillRect/>
                </a:stretch>
              </p:blipFill>
              <p:spPr>
                <a:xfrm>
                  <a:off x="13829558" y="78319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8" name="Ink 67">
                  <a:extLst>
                    <a:ext uri="{FF2B5EF4-FFF2-40B4-BE49-F238E27FC236}">
                      <a16:creationId xmlns:a16="http://schemas.microsoft.com/office/drawing/2014/main" id="{7366F554-D447-B014-387A-B51D45A4AC2A}"/>
                    </a:ext>
                  </a:extLst>
                </p14:cNvPr>
                <p14:cNvContentPartPr/>
                <p14:nvPr/>
              </p14:nvContentPartPr>
              <p14:xfrm>
                <a:off x="13894358" y="7883763"/>
                <a:ext cx="13320" cy="360"/>
              </p14:xfrm>
            </p:contentPart>
          </mc:Choice>
          <mc:Fallback xmlns="">
            <p:pic>
              <p:nvPicPr>
                <p:cNvPr id="68" name="Ink 67">
                  <a:extLst>
                    <a:ext uri="{FF2B5EF4-FFF2-40B4-BE49-F238E27FC236}">
                      <a16:creationId xmlns:a16="http://schemas.microsoft.com/office/drawing/2014/main" id="{7366F554-D447-B014-387A-B51D45A4AC2A}"/>
                    </a:ext>
                  </a:extLst>
                </p:cNvPr>
                <p:cNvPicPr/>
                <p:nvPr/>
              </p:nvPicPr>
              <p:blipFill>
                <a:blip r:embed="rId49"/>
                <a:stretch>
                  <a:fillRect/>
                </a:stretch>
              </p:blipFill>
              <p:spPr>
                <a:xfrm>
                  <a:off x="13831358" y="782076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9" name="Ink 68">
                  <a:extLst>
                    <a:ext uri="{FF2B5EF4-FFF2-40B4-BE49-F238E27FC236}">
                      <a16:creationId xmlns:a16="http://schemas.microsoft.com/office/drawing/2014/main" id="{4684D078-5200-C4E4-D8AE-A518FF695CE5}"/>
                    </a:ext>
                  </a:extLst>
                </p14:cNvPr>
                <p14:cNvContentPartPr/>
                <p14:nvPr/>
              </p14:nvContentPartPr>
              <p14:xfrm>
                <a:off x="13938998" y="7883763"/>
                <a:ext cx="30240" cy="2160"/>
              </p14:xfrm>
            </p:contentPart>
          </mc:Choice>
          <mc:Fallback xmlns="">
            <p:pic>
              <p:nvPicPr>
                <p:cNvPr id="69" name="Ink 68">
                  <a:extLst>
                    <a:ext uri="{FF2B5EF4-FFF2-40B4-BE49-F238E27FC236}">
                      <a16:creationId xmlns:a16="http://schemas.microsoft.com/office/drawing/2014/main" id="{4684D078-5200-C4E4-D8AE-A518FF695CE5}"/>
                    </a:ext>
                  </a:extLst>
                </p:cNvPr>
                <p:cNvPicPr/>
                <p:nvPr/>
              </p:nvPicPr>
              <p:blipFill>
                <a:blip r:embed="rId100"/>
                <a:stretch>
                  <a:fillRect/>
                </a:stretch>
              </p:blipFill>
              <p:spPr>
                <a:xfrm>
                  <a:off x="13876358" y="7820763"/>
                  <a:ext cx="1558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0" name="Ink 69">
                  <a:extLst>
                    <a:ext uri="{FF2B5EF4-FFF2-40B4-BE49-F238E27FC236}">
                      <a16:creationId xmlns:a16="http://schemas.microsoft.com/office/drawing/2014/main" id="{47472521-5CE0-3FC7-BE95-DED087BA9144}"/>
                    </a:ext>
                  </a:extLst>
                </p14:cNvPr>
                <p14:cNvContentPartPr/>
                <p14:nvPr/>
              </p14:nvContentPartPr>
              <p14:xfrm>
                <a:off x="13983278" y="7894923"/>
                <a:ext cx="22320" cy="360"/>
              </p14:xfrm>
            </p:contentPart>
          </mc:Choice>
          <mc:Fallback xmlns="">
            <p:pic>
              <p:nvPicPr>
                <p:cNvPr id="70" name="Ink 69">
                  <a:extLst>
                    <a:ext uri="{FF2B5EF4-FFF2-40B4-BE49-F238E27FC236}">
                      <a16:creationId xmlns:a16="http://schemas.microsoft.com/office/drawing/2014/main" id="{47472521-5CE0-3FC7-BE95-DED087BA9144}"/>
                    </a:ext>
                  </a:extLst>
                </p:cNvPr>
                <p:cNvPicPr/>
                <p:nvPr/>
              </p:nvPicPr>
              <p:blipFill>
                <a:blip r:embed="rId85"/>
                <a:stretch>
                  <a:fillRect/>
                </a:stretch>
              </p:blipFill>
              <p:spPr>
                <a:xfrm>
                  <a:off x="13920278" y="783192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1" name="Ink 70">
                  <a:extLst>
                    <a:ext uri="{FF2B5EF4-FFF2-40B4-BE49-F238E27FC236}">
                      <a16:creationId xmlns:a16="http://schemas.microsoft.com/office/drawing/2014/main" id="{0F5E53F1-2ECF-C466-B497-EF1A62660910}"/>
                    </a:ext>
                  </a:extLst>
                </p14:cNvPr>
                <p14:cNvContentPartPr/>
                <p14:nvPr/>
              </p14:nvContentPartPr>
              <p14:xfrm>
                <a:off x="14094878" y="7894923"/>
                <a:ext cx="11520" cy="2160"/>
              </p14:xfrm>
            </p:contentPart>
          </mc:Choice>
          <mc:Fallback xmlns="">
            <p:pic>
              <p:nvPicPr>
                <p:cNvPr id="71" name="Ink 70">
                  <a:extLst>
                    <a:ext uri="{FF2B5EF4-FFF2-40B4-BE49-F238E27FC236}">
                      <a16:creationId xmlns:a16="http://schemas.microsoft.com/office/drawing/2014/main" id="{0F5E53F1-2ECF-C466-B497-EF1A62660910}"/>
                    </a:ext>
                  </a:extLst>
                </p:cNvPr>
                <p:cNvPicPr/>
                <p:nvPr/>
              </p:nvPicPr>
              <p:blipFill>
                <a:blip r:embed="rId103"/>
                <a:stretch>
                  <a:fillRect/>
                </a:stretch>
              </p:blipFill>
              <p:spPr>
                <a:xfrm>
                  <a:off x="14032238" y="7831923"/>
                  <a:ext cx="1371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2" name="Ink 71">
                  <a:extLst>
                    <a:ext uri="{FF2B5EF4-FFF2-40B4-BE49-F238E27FC236}">
                      <a16:creationId xmlns:a16="http://schemas.microsoft.com/office/drawing/2014/main" id="{06620A41-9D1E-363C-27DD-27ED178336AC}"/>
                    </a:ext>
                  </a:extLst>
                </p14:cNvPr>
                <p14:cNvContentPartPr/>
                <p14:nvPr/>
              </p14:nvContentPartPr>
              <p14:xfrm>
                <a:off x="14059958" y="7894923"/>
                <a:ext cx="2160" cy="360"/>
              </p14:xfrm>
            </p:contentPart>
          </mc:Choice>
          <mc:Fallback xmlns="">
            <p:pic>
              <p:nvPicPr>
                <p:cNvPr id="72" name="Ink 71">
                  <a:extLst>
                    <a:ext uri="{FF2B5EF4-FFF2-40B4-BE49-F238E27FC236}">
                      <a16:creationId xmlns:a16="http://schemas.microsoft.com/office/drawing/2014/main" id="{06620A41-9D1E-363C-27DD-27ED178336AC}"/>
                    </a:ext>
                  </a:extLst>
                </p:cNvPr>
                <p:cNvPicPr/>
                <p:nvPr/>
              </p:nvPicPr>
              <p:blipFill>
                <a:blip r:embed="rId9"/>
                <a:stretch>
                  <a:fillRect/>
                </a:stretch>
              </p:blipFill>
              <p:spPr>
                <a:xfrm>
                  <a:off x="13996958" y="78319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3" name="Ink 72">
                  <a:extLst>
                    <a:ext uri="{FF2B5EF4-FFF2-40B4-BE49-F238E27FC236}">
                      <a16:creationId xmlns:a16="http://schemas.microsoft.com/office/drawing/2014/main" id="{6D346EF3-528A-EE5B-2F6C-7D11C43EE86B}"/>
                    </a:ext>
                  </a:extLst>
                </p14:cNvPr>
                <p14:cNvContentPartPr/>
                <p14:nvPr/>
              </p14:nvContentPartPr>
              <p14:xfrm>
                <a:off x="14017118" y="7872603"/>
                <a:ext cx="360" cy="360"/>
              </p14:xfrm>
            </p:contentPart>
          </mc:Choice>
          <mc:Fallback xmlns="">
            <p:pic>
              <p:nvPicPr>
                <p:cNvPr id="73" name="Ink 72">
                  <a:extLst>
                    <a:ext uri="{FF2B5EF4-FFF2-40B4-BE49-F238E27FC236}">
                      <a16:creationId xmlns:a16="http://schemas.microsoft.com/office/drawing/2014/main" id="{6D346EF3-528A-EE5B-2F6C-7D11C43EE86B}"/>
                    </a:ext>
                  </a:extLst>
                </p:cNvPr>
                <p:cNvPicPr/>
                <p:nvPr/>
              </p:nvPicPr>
              <p:blipFill>
                <a:blip r:embed="rId7"/>
                <a:stretch>
                  <a:fillRect/>
                </a:stretch>
              </p:blipFill>
              <p:spPr>
                <a:xfrm>
                  <a:off x="13954118" y="78099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4" name="Ink 73">
                  <a:extLst>
                    <a:ext uri="{FF2B5EF4-FFF2-40B4-BE49-F238E27FC236}">
                      <a16:creationId xmlns:a16="http://schemas.microsoft.com/office/drawing/2014/main" id="{DDBDD95A-AC1A-93C0-A33F-DB86D6A4D080}"/>
                    </a:ext>
                  </a:extLst>
                </p14:cNvPr>
                <p14:cNvContentPartPr/>
                <p14:nvPr/>
              </p14:nvContentPartPr>
              <p14:xfrm>
                <a:off x="14039078" y="7839123"/>
                <a:ext cx="32400" cy="360"/>
              </p14:xfrm>
            </p:contentPart>
          </mc:Choice>
          <mc:Fallback xmlns="">
            <p:pic>
              <p:nvPicPr>
                <p:cNvPr id="74" name="Ink 73">
                  <a:extLst>
                    <a:ext uri="{FF2B5EF4-FFF2-40B4-BE49-F238E27FC236}">
                      <a16:creationId xmlns:a16="http://schemas.microsoft.com/office/drawing/2014/main" id="{DDBDD95A-AC1A-93C0-A33F-DB86D6A4D080}"/>
                    </a:ext>
                  </a:extLst>
                </p:cNvPr>
                <p:cNvPicPr/>
                <p:nvPr/>
              </p:nvPicPr>
              <p:blipFill>
                <a:blip r:embed="rId107"/>
                <a:stretch>
                  <a:fillRect/>
                </a:stretch>
              </p:blipFill>
              <p:spPr>
                <a:xfrm>
                  <a:off x="13976438" y="777612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5" name="Ink 74">
                  <a:extLst>
                    <a:ext uri="{FF2B5EF4-FFF2-40B4-BE49-F238E27FC236}">
                      <a16:creationId xmlns:a16="http://schemas.microsoft.com/office/drawing/2014/main" id="{0F6BF968-9EFE-12B7-DE17-FA21FFDBA9DC}"/>
                    </a:ext>
                  </a:extLst>
                </p14:cNvPr>
                <p14:cNvContentPartPr/>
                <p14:nvPr/>
              </p14:nvContentPartPr>
              <p14:xfrm>
                <a:off x="14172998" y="7827603"/>
                <a:ext cx="43560" cy="11880"/>
              </p14:xfrm>
            </p:contentPart>
          </mc:Choice>
          <mc:Fallback xmlns="">
            <p:pic>
              <p:nvPicPr>
                <p:cNvPr id="75" name="Ink 74">
                  <a:extLst>
                    <a:ext uri="{FF2B5EF4-FFF2-40B4-BE49-F238E27FC236}">
                      <a16:creationId xmlns:a16="http://schemas.microsoft.com/office/drawing/2014/main" id="{0F6BF968-9EFE-12B7-DE17-FA21FFDBA9DC}"/>
                    </a:ext>
                  </a:extLst>
                </p:cNvPr>
                <p:cNvPicPr/>
                <p:nvPr/>
              </p:nvPicPr>
              <p:blipFill>
                <a:blip r:embed="rId109"/>
                <a:stretch>
                  <a:fillRect/>
                </a:stretch>
              </p:blipFill>
              <p:spPr>
                <a:xfrm>
                  <a:off x="14109998" y="7764603"/>
                  <a:ext cx="1692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6" name="Ink 75">
                  <a:extLst>
                    <a:ext uri="{FF2B5EF4-FFF2-40B4-BE49-F238E27FC236}">
                      <a16:creationId xmlns:a16="http://schemas.microsoft.com/office/drawing/2014/main" id="{0056137A-915B-570B-6AB1-4CA30FE729CE}"/>
                    </a:ext>
                  </a:extLst>
                </p14:cNvPr>
                <p14:cNvContentPartPr/>
                <p14:nvPr/>
              </p14:nvContentPartPr>
              <p14:xfrm>
                <a:off x="14239958" y="7827963"/>
                <a:ext cx="32400" cy="360"/>
              </p14:xfrm>
            </p:contentPart>
          </mc:Choice>
          <mc:Fallback xmlns="">
            <p:pic>
              <p:nvPicPr>
                <p:cNvPr id="76" name="Ink 75">
                  <a:extLst>
                    <a:ext uri="{FF2B5EF4-FFF2-40B4-BE49-F238E27FC236}">
                      <a16:creationId xmlns:a16="http://schemas.microsoft.com/office/drawing/2014/main" id="{0056137A-915B-570B-6AB1-4CA30FE729CE}"/>
                    </a:ext>
                  </a:extLst>
                </p:cNvPr>
                <p:cNvPicPr/>
                <p:nvPr/>
              </p:nvPicPr>
              <p:blipFill>
                <a:blip r:embed="rId83"/>
                <a:stretch>
                  <a:fillRect/>
                </a:stretch>
              </p:blipFill>
              <p:spPr>
                <a:xfrm>
                  <a:off x="14176958" y="776496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7" name="Ink 76">
                  <a:extLst>
                    <a:ext uri="{FF2B5EF4-FFF2-40B4-BE49-F238E27FC236}">
                      <a16:creationId xmlns:a16="http://schemas.microsoft.com/office/drawing/2014/main" id="{066C976D-D90E-E1A5-B23A-56D740249DC9}"/>
                    </a:ext>
                  </a:extLst>
                </p14:cNvPr>
                <p14:cNvContentPartPr/>
                <p14:nvPr/>
              </p14:nvContentPartPr>
              <p14:xfrm>
                <a:off x="14306918" y="7827963"/>
                <a:ext cx="41760" cy="2160"/>
              </p14:xfrm>
            </p:contentPart>
          </mc:Choice>
          <mc:Fallback xmlns="">
            <p:pic>
              <p:nvPicPr>
                <p:cNvPr id="77" name="Ink 76">
                  <a:extLst>
                    <a:ext uri="{FF2B5EF4-FFF2-40B4-BE49-F238E27FC236}">
                      <a16:creationId xmlns:a16="http://schemas.microsoft.com/office/drawing/2014/main" id="{066C976D-D90E-E1A5-B23A-56D740249DC9}"/>
                    </a:ext>
                  </a:extLst>
                </p:cNvPr>
                <p:cNvPicPr/>
                <p:nvPr/>
              </p:nvPicPr>
              <p:blipFill>
                <a:blip r:embed="rId112"/>
                <a:stretch>
                  <a:fillRect/>
                </a:stretch>
              </p:blipFill>
              <p:spPr>
                <a:xfrm>
                  <a:off x="14243918" y="7764963"/>
                  <a:ext cx="167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8" name="Ink 77">
                  <a:extLst>
                    <a:ext uri="{FF2B5EF4-FFF2-40B4-BE49-F238E27FC236}">
                      <a16:creationId xmlns:a16="http://schemas.microsoft.com/office/drawing/2014/main" id="{DF2B1AFF-52FE-0E7A-9A16-992B1F58CE18}"/>
                    </a:ext>
                  </a:extLst>
                </p14:cNvPr>
                <p14:cNvContentPartPr/>
                <p14:nvPr/>
              </p14:nvContentPartPr>
              <p14:xfrm>
                <a:off x="14038718" y="7839123"/>
                <a:ext cx="404280" cy="179640"/>
              </p14:xfrm>
            </p:contentPart>
          </mc:Choice>
          <mc:Fallback xmlns="">
            <p:pic>
              <p:nvPicPr>
                <p:cNvPr id="78" name="Ink 77">
                  <a:extLst>
                    <a:ext uri="{FF2B5EF4-FFF2-40B4-BE49-F238E27FC236}">
                      <a16:creationId xmlns:a16="http://schemas.microsoft.com/office/drawing/2014/main" id="{DF2B1AFF-52FE-0E7A-9A16-992B1F58CE18}"/>
                    </a:ext>
                  </a:extLst>
                </p:cNvPr>
                <p:cNvPicPr/>
                <p:nvPr/>
              </p:nvPicPr>
              <p:blipFill>
                <a:blip r:embed="rId114"/>
                <a:stretch>
                  <a:fillRect/>
                </a:stretch>
              </p:blipFill>
              <p:spPr>
                <a:xfrm>
                  <a:off x="13976078" y="7776123"/>
                  <a:ext cx="52992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9" name="Ink 78">
                  <a:extLst>
                    <a:ext uri="{FF2B5EF4-FFF2-40B4-BE49-F238E27FC236}">
                      <a16:creationId xmlns:a16="http://schemas.microsoft.com/office/drawing/2014/main" id="{D3DA0DA7-7B74-02F7-CC63-3255CAA7ABAF}"/>
                    </a:ext>
                  </a:extLst>
                </p14:cNvPr>
                <p14:cNvContentPartPr/>
                <p14:nvPr/>
              </p14:nvContentPartPr>
              <p14:xfrm>
                <a:off x="14217638" y="7961883"/>
                <a:ext cx="6480" cy="360"/>
              </p14:xfrm>
            </p:contentPart>
          </mc:Choice>
          <mc:Fallback xmlns="">
            <p:pic>
              <p:nvPicPr>
                <p:cNvPr id="79" name="Ink 78">
                  <a:extLst>
                    <a:ext uri="{FF2B5EF4-FFF2-40B4-BE49-F238E27FC236}">
                      <a16:creationId xmlns:a16="http://schemas.microsoft.com/office/drawing/2014/main" id="{D3DA0DA7-7B74-02F7-CC63-3255CAA7ABAF}"/>
                    </a:ext>
                  </a:extLst>
                </p:cNvPr>
                <p:cNvPicPr/>
                <p:nvPr/>
              </p:nvPicPr>
              <p:blipFill>
                <a:blip r:embed="rId30"/>
                <a:stretch>
                  <a:fillRect/>
                </a:stretch>
              </p:blipFill>
              <p:spPr>
                <a:xfrm>
                  <a:off x="14154998" y="789888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1" name="Ink 80">
                  <a:extLst>
                    <a:ext uri="{FF2B5EF4-FFF2-40B4-BE49-F238E27FC236}">
                      <a16:creationId xmlns:a16="http://schemas.microsoft.com/office/drawing/2014/main" id="{44D4AF73-F79B-DC90-57F0-D3C0D65039F6}"/>
                    </a:ext>
                  </a:extLst>
                </p14:cNvPr>
                <p14:cNvContentPartPr/>
                <p14:nvPr/>
              </p14:nvContentPartPr>
              <p14:xfrm>
                <a:off x="14206478" y="8095443"/>
                <a:ext cx="2160" cy="360"/>
              </p14:xfrm>
            </p:contentPart>
          </mc:Choice>
          <mc:Fallback xmlns="">
            <p:pic>
              <p:nvPicPr>
                <p:cNvPr id="81" name="Ink 80">
                  <a:extLst>
                    <a:ext uri="{FF2B5EF4-FFF2-40B4-BE49-F238E27FC236}">
                      <a16:creationId xmlns:a16="http://schemas.microsoft.com/office/drawing/2014/main" id="{44D4AF73-F79B-DC90-57F0-D3C0D65039F6}"/>
                    </a:ext>
                  </a:extLst>
                </p:cNvPr>
                <p:cNvPicPr/>
                <p:nvPr/>
              </p:nvPicPr>
              <p:blipFill>
                <a:blip r:embed="rId20"/>
                <a:stretch>
                  <a:fillRect/>
                </a:stretch>
              </p:blipFill>
              <p:spPr>
                <a:xfrm>
                  <a:off x="14143838" y="80328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2" name="Ink 81">
                  <a:extLst>
                    <a:ext uri="{FF2B5EF4-FFF2-40B4-BE49-F238E27FC236}">
                      <a16:creationId xmlns:a16="http://schemas.microsoft.com/office/drawing/2014/main" id="{27CF9156-E8AD-D488-4DBD-725D70132013}"/>
                    </a:ext>
                  </a:extLst>
                </p14:cNvPr>
                <p14:cNvContentPartPr/>
                <p14:nvPr/>
              </p14:nvContentPartPr>
              <p14:xfrm>
                <a:off x="14228798" y="8095443"/>
                <a:ext cx="22320" cy="360"/>
              </p14:xfrm>
            </p:contentPart>
          </mc:Choice>
          <mc:Fallback xmlns="">
            <p:pic>
              <p:nvPicPr>
                <p:cNvPr id="82" name="Ink 81">
                  <a:extLst>
                    <a:ext uri="{FF2B5EF4-FFF2-40B4-BE49-F238E27FC236}">
                      <a16:creationId xmlns:a16="http://schemas.microsoft.com/office/drawing/2014/main" id="{27CF9156-E8AD-D488-4DBD-725D70132013}"/>
                    </a:ext>
                  </a:extLst>
                </p:cNvPr>
                <p:cNvPicPr/>
                <p:nvPr/>
              </p:nvPicPr>
              <p:blipFill>
                <a:blip r:embed="rId85"/>
                <a:stretch>
                  <a:fillRect/>
                </a:stretch>
              </p:blipFill>
              <p:spPr>
                <a:xfrm>
                  <a:off x="14165798" y="803280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3" name="Ink 82">
                  <a:extLst>
                    <a:ext uri="{FF2B5EF4-FFF2-40B4-BE49-F238E27FC236}">
                      <a16:creationId xmlns:a16="http://schemas.microsoft.com/office/drawing/2014/main" id="{E8DBBEDE-3DC0-056F-11EA-011A0EAADC0C}"/>
                    </a:ext>
                  </a:extLst>
                </p14:cNvPr>
                <p14:cNvContentPartPr/>
                <p14:nvPr/>
              </p14:nvContentPartPr>
              <p14:xfrm>
                <a:off x="14317718" y="8095443"/>
                <a:ext cx="13680" cy="360"/>
              </p14:xfrm>
            </p:contentPart>
          </mc:Choice>
          <mc:Fallback xmlns="">
            <p:pic>
              <p:nvPicPr>
                <p:cNvPr id="83" name="Ink 82">
                  <a:extLst>
                    <a:ext uri="{FF2B5EF4-FFF2-40B4-BE49-F238E27FC236}">
                      <a16:creationId xmlns:a16="http://schemas.microsoft.com/office/drawing/2014/main" id="{E8DBBEDE-3DC0-056F-11EA-011A0EAADC0C}"/>
                    </a:ext>
                  </a:extLst>
                </p:cNvPr>
                <p:cNvPicPr/>
                <p:nvPr/>
              </p:nvPicPr>
              <p:blipFill>
                <a:blip r:embed="rId119"/>
                <a:stretch>
                  <a:fillRect/>
                </a:stretch>
              </p:blipFill>
              <p:spPr>
                <a:xfrm>
                  <a:off x="14255078" y="8032803"/>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4" name="Ink 83">
                  <a:extLst>
                    <a:ext uri="{FF2B5EF4-FFF2-40B4-BE49-F238E27FC236}">
                      <a16:creationId xmlns:a16="http://schemas.microsoft.com/office/drawing/2014/main" id="{3D46E215-A65A-14B3-1A8D-39AA1B1F8757}"/>
                    </a:ext>
                  </a:extLst>
                </p14:cNvPr>
                <p14:cNvContentPartPr/>
                <p14:nvPr/>
              </p14:nvContentPartPr>
              <p14:xfrm>
                <a:off x="14362718" y="8095443"/>
                <a:ext cx="360" cy="360"/>
              </p14:xfrm>
            </p:contentPart>
          </mc:Choice>
          <mc:Fallback xmlns="">
            <p:pic>
              <p:nvPicPr>
                <p:cNvPr id="84" name="Ink 83">
                  <a:extLst>
                    <a:ext uri="{FF2B5EF4-FFF2-40B4-BE49-F238E27FC236}">
                      <a16:creationId xmlns:a16="http://schemas.microsoft.com/office/drawing/2014/main" id="{3D46E215-A65A-14B3-1A8D-39AA1B1F8757}"/>
                    </a:ext>
                  </a:extLst>
                </p:cNvPr>
                <p:cNvPicPr/>
                <p:nvPr/>
              </p:nvPicPr>
              <p:blipFill>
                <a:blip r:embed="rId7"/>
                <a:stretch>
                  <a:fillRect/>
                </a:stretch>
              </p:blipFill>
              <p:spPr>
                <a:xfrm>
                  <a:off x="14299718" y="80328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5" name="Ink 84">
                  <a:extLst>
                    <a:ext uri="{FF2B5EF4-FFF2-40B4-BE49-F238E27FC236}">
                      <a16:creationId xmlns:a16="http://schemas.microsoft.com/office/drawing/2014/main" id="{0E36D7B1-8F87-2413-DFE3-7CB943E6D58F}"/>
                    </a:ext>
                  </a:extLst>
                </p14:cNvPr>
                <p14:cNvContentPartPr/>
                <p14:nvPr/>
              </p14:nvContentPartPr>
              <p14:xfrm>
                <a:off x="14340398" y="8062323"/>
                <a:ext cx="360" cy="360"/>
              </p14:xfrm>
            </p:contentPart>
          </mc:Choice>
          <mc:Fallback xmlns="">
            <p:pic>
              <p:nvPicPr>
                <p:cNvPr id="85" name="Ink 84">
                  <a:extLst>
                    <a:ext uri="{FF2B5EF4-FFF2-40B4-BE49-F238E27FC236}">
                      <a16:creationId xmlns:a16="http://schemas.microsoft.com/office/drawing/2014/main" id="{0E36D7B1-8F87-2413-DFE3-7CB943E6D58F}"/>
                    </a:ext>
                  </a:extLst>
                </p:cNvPr>
                <p:cNvPicPr/>
                <p:nvPr/>
              </p:nvPicPr>
              <p:blipFill>
                <a:blip r:embed="rId7"/>
                <a:stretch>
                  <a:fillRect/>
                </a:stretch>
              </p:blipFill>
              <p:spPr>
                <a:xfrm>
                  <a:off x="14277758" y="7999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6" name="Ink 85">
                  <a:extLst>
                    <a:ext uri="{FF2B5EF4-FFF2-40B4-BE49-F238E27FC236}">
                      <a16:creationId xmlns:a16="http://schemas.microsoft.com/office/drawing/2014/main" id="{3F5296EA-1A7E-566B-5CE6-0A7DA5590B5F}"/>
                    </a:ext>
                  </a:extLst>
                </p14:cNvPr>
                <p14:cNvContentPartPr/>
                <p14:nvPr/>
              </p14:nvContentPartPr>
              <p14:xfrm>
                <a:off x="14396198" y="7984203"/>
                <a:ext cx="360" cy="360"/>
              </p14:xfrm>
            </p:contentPart>
          </mc:Choice>
          <mc:Fallback xmlns="">
            <p:pic>
              <p:nvPicPr>
                <p:cNvPr id="86" name="Ink 85">
                  <a:extLst>
                    <a:ext uri="{FF2B5EF4-FFF2-40B4-BE49-F238E27FC236}">
                      <a16:creationId xmlns:a16="http://schemas.microsoft.com/office/drawing/2014/main" id="{3F5296EA-1A7E-566B-5CE6-0A7DA5590B5F}"/>
                    </a:ext>
                  </a:extLst>
                </p:cNvPr>
                <p:cNvPicPr/>
                <p:nvPr/>
              </p:nvPicPr>
              <p:blipFill>
                <a:blip r:embed="rId7"/>
                <a:stretch>
                  <a:fillRect/>
                </a:stretch>
              </p:blipFill>
              <p:spPr>
                <a:xfrm>
                  <a:off x="14333558" y="79215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8" name="Ink 87">
                  <a:extLst>
                    <a:ext uri="{FF2B5EF4-FFF2-40B4-BE49-F238E27FC236}">
                      <a16:creationId xmlns:a16="http://schemas.microsoft.com/office/drawing/2014/main" id="{CA166C96-30EA-F72E-CD1D-613375F9B22B}"/>
                    </a:ext>
                  </a:extLst>
                </p14:cNvPr>
                <p14:cNvContentPartPr/>
                <p14:nvPr/>
              </p14:nvContentPartPr>
              <p14:xfrm>
                <a:off x="14005958" y="8127483"/>
                <a:ext cx="360" cy="2160"/>
              </p14:xfrm>
            </p:contentPart>
          </mc:Choice>
          <mc:Fallback xmlns="">
            <p:pic>
              <p:nvPicPr>
                <p:cNvPr id="88" name="Ink 87">
                  <a:extLst>
                    <a:ext uri="{FF2B5EF4-FFF2-40B4-BE49-F238E27FC236}">
                      <a16:creationId xmlns:a16="http://schemas.microsoft.com/office/drawing/2014/main" id="{CA166C96-30EA-F72E-CD1D-613375F9B22B}"/>
                    </a:ext>
                  </a:extLst>
                </p:cNvPr>
                <p:cNvPicPr/>
                <p:nvPr/>
              </p:nvPicPr>
              <p:blipFill>
                <a:blip r:embed="rId13"/>
                <a:stretch>
                  <a:fillRect/>
                </a:stretch>
              </p:blipFill>
              <p:spPr>
                <a:xfrm>
                  <a:off x="13942958" y="80644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0" name="Ink 89">
                  <a:extLst>
                    <a:ext uri="{FF2B5EF4-FFF2-40B4-BE49-F238E27FC236}">
                      <a16:creationId xmlns:a16="http://schemas.microsoft.com/office/drawing/2014/main" id="{FB33E237-1EEB-1EFE-84B4-8D3307CDAF01}"/>
                    </a:ext>
                  </a:extLst>
                </p14:cNvPr>
                <p14:cNvContentPartPr/>
                <p14:nvPr/>
              </p14:nvContentPartPr>
              <p14:xfrm>
                <a:off x="14418518" y="8060523"/>
                <a:ext cx="360" cy="2160"/>
              </p14:xfrm>
            </p:contentPart>
          </mc:Choice>
          <mc:Fallback xmlns="">
            <p:pic>
              <p:nvPicPr>
                <p:cNvPr id="90" name="Ink 89">
                  <a:extLst>
                    <a:ext uri="{FF2B5EF4-FFF2-40B4-BE49-F238E27FC236}">
                      <a16:creationId xmlns:a16="http://schemas.microsoft.com/office/drawing/2014/main" id="{FB33E237-1EEB-1EFE-84B4-8D3307CDAF01}"/>
                    </a:ext>
                  </a:extLst>
                </p:cNvPr>
                <p:cNvPicPr/>
                <p:nvPr/>
              </p:nvPicPr>
              <p:blipFill>
                <a:blip r:embed="rId13"/>
                <a:stretch>
                  <a:fillRect/>
                </a:stretch>
              </p:blipFill>
              <p:spPr>
                <a:xfrm>
                  <a:off x="14355518" y="79975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1" name="Ink 90">
                  <a:extLst>
                    <a:ext uri="{FF2B5EF4-FFF2-40B4-BE49-F238E27FC236}">
                      <a16:creationId xmlns:a16="http://schemas.microsoft.com/office/drawing/2014/main" id="{BF926E8C-FAB2-0474-1DD9-D4ACCA4BAA43}"/>
                    </a:ext>
                  </a:extLst>
                </p14:cNvPr>
                <p14:cNvContentPartPr/>
                <p14:nvPr/>
              </p14:nvContentPartPr>
              <p14:xfrm>
                <a:off x="14418518" y="8051163"/>
                <a:ext cx="360" cy="360"/>
              </p14:xfrm>
            </p:contentPart>
          </mc:Choice>
          <mc:Fallback xmlns="">
            <p:pic>
              <p:nvPicPr>
                <p:cNvPr id="91" name="Ink 90">
                  <a:extLst>
                    <a:ext uri="{FF2B5EF4-FFF2-40B4-BE49-F238E27FC236}">
                      <a16:creationId xmlns:a16="http://schemas.microsoft.com/office/drawing/2014/main" id="{BF926E8C-FAB2-0474-1DD9-D4ACCA4BAA43}"/>
                    </a:ext>
                  </a:extLst>
                </p:cNvPr>
                <p:cNvPicPr/>
                <p:nvPr/>
              </p:nvPicPr>
              <p:blipFill>
                <a:blip r:embed="rId7"/>
                <a:stretch>
                  <a:fillRect/>
                </a:stretch>
              </p:blipFill>
              <p:spPr>
                <a:xfrm>
                  <a:off x="1435551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2" name="Ink 91">
                  <a:extLst>
                    <a:ext uri="{FF2B5EF4-FFF2-40B4-BE49-F238E27FC236}">
                      <a16:creationId xmlns:a16="http://schemas.microsoft.com/office/drawing/2014/main" id="{324C0F67-D915-0EB7-8BA4-8D446AC8455F}"/>
                    </a:ext>
                  </a:extLst>
                </p14:cNvPr>
                <p14:cNvContentPartPr/>
                <p14:nvPr/>
              </p14:nvContentPartPr>
              <p14:xfrm>
                <a:off x="14295758" y="8073483"/>
                <a:ext cx="360" cy="2160"/>
              </p14:xfrm>
            </p:contentPart>
          </mc:Choice>
          <mc:Fallback xmlns="">
            <p:pic>
              <p:nvPicPr>
                <p:cNvPr id="92" name="Ink 91">
                  <a:extLst>
                    <a:ext uri="{FF2B5EF4-FFF2-40B4-BE49-F238E27FC236}">
                      <a16:creationId xmlns:a16="http://schemas.microsoft.com/office/drawing/2014/main" id="{324C0F67-D915-0EB7-8BA4-8D446AC8455F}"/>
                    </a:ext>
                  </a:extLst>
                </p:cNvPr>
                <p:cNvPicPr/>
                <p:nvPr/>
              </p:nvPicPr>
              <p:blipFill>
                <a:blip r:embed="rId13"/>
                <a:stretch>
                  <a:fillRect/>
                </a:stretch>
              </p:blipFill>
              <p:spPr>
                <a:xfrm>
                  <a:off x="14232758" y="80104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5" name="Ink 94">
                  <a:extLst>
                    <a:ext uri="{FF2B5EF4-FFF2-40B4-BE49-F238E27FC236}">
                      <a16:creationId xmlns:a16="http://schemas.microsoft.com/office/drawing/2014/main" id="{90024486-12C7-33DB-7325-F8DE0CDA662E}"/>
                    </a:ext>
                  </a:extLst>
                </p14:cNvPr>
                <p14:cNvContentPartPr/>
                <p14:nvPr/>
              </p14:nvContentPartPr>
              <p14:xfrm>
                <a:off x="13780598" y="8062323"/>
                <a:ext cx="2160" cy="360"/>
              </p14:xfrm>
            </p:contentPart>
          </mc:Choice>
          <mc:Fallback xmlns="">
            <p:pic>
              <p:nvPicPr>
                <p:cNvPr id="95" name="Ink 94">
                  <a:extLst>
                    <a:ext uri="{FF2B5EF4-FFF2-40B4-BE49-F238E27FC236}">
                      <a16:creationId xmlns:a16="http://schemas.microsoft.com/office/drawing/2014/main" id="{90024486-12C7-33DB-7325-F8DE0CDA662E}"/>
                    </a:ext>
                  </a:extLst>
                </p:cNvPr>
                <p:cNvPicPr/>
                <p:nvPr/>
              </p:nvPicPr>
              <p:blipFill>
                <a:blip r:embed="rId9"/>
                <a:stretch>
                  <a:fillRect/>
                </a:stretch>
              </p:blipFill>
              <p:spPr>
                <a:xfrm>
                  <a:off x="13717958" y="7999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6" name="Ink 95">
                  <a:extLst>
                    <a:ext uri="{FF2B5EF4-FFF2-40B4-BE49-F238E27FC236}">
                      <a16:creationId xmlns:a16="http://schemas.microsoft.com/office/drawing/2014/main" id="{7D312F7C-7B8A-A541-169B-66D10559EAD1}"/>
                    </a:ext>
                  </a:extLst>
                </p14:cNvPr>
                <p14:cNvContentPartPr/>
                <p14:nvPr/>
              </p14:nvContentPartPr>
              <p14:xfrm>
                <a:off x="13380998" y="8073483"/>
                <a:ext cx="360" cy="360"/>
              </p14:xfrm>
            </p:contentPart>
          </mc:Choice>
          <mc:Fallback xmlns="">
            <p:pic>
              <p:nvPicPr>
                <p:cNvPr id="96" name="Ink 95">
                  <a:extLst>
                    <a:ext uri="{FF2B5EF4-FFF2-40B4-BE49-F238E27FC236}">
                      <a16:creationId xmlns:a16="http://schemas.microsoft.com/office/drawing/2014/main" id="{7D312F7C-7B8A-A541-169B-66D10559EAD1}"/>
                    </a:ext>
                  </a:extLst>
                </p:cNvPr>
                <p:cNvPicPr/>
                <p:nvPr/>
              </p:nvPicPr>
              <p:blipFill>
                <a:blip r:embed="rId7"/>
                <a:stretch>
                  <a:fillRect/>
                </a:stretch>
              </p:blipFill>
              <p:spPr>
                <a:xfrm>
                  <a:off x="13318358" y="80104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97" name="Ink 96">
                  <a:extLst>
                    <a:ext uri="{FF2B5EF4-FFF2-40B4-BE49-F238E27FC236}">
                      <a16:creationId xmlns:a16="http://schemas.microsoft.com/office/drawing/2014/main" id="{F16F2ACD-B2DB-FB20-3A1A-60F7177E0398}"/>
                    </a:ext>
                  </a:extLst>
                </p14:cNvPr>
                <p14:cNvContentPartPr/>
                <p14:nvPr/>
              </p14:nvContentPartPr>
              <p14:xfrm>
                <a:off x="13303238" y="8073483"/>
                <a:ext cx="360" cy="360"/>
              </p14:xfrm>
            </p:contentPart>
          </mc:Choice>
          <mc:Fallback xmlns="">
            <p:pic>
              <p:nvPicPr>
                <p:cNvPr id="97" name="Ink 96">
                  <a:extLst>
                    <a:ext uri="{FF2B5EF4-FFF2-40B4-BE49-F238E27FC236}">
                      <a16:creationId xmlns:a16="http://schemas.microsoft.com/office/drawing/2014/main" id="{F16F2ACD-B2DB-FB20-3A1A-60F7177E0398}"/>
                    </a:ext>
                  </a:extLst>
                </p:cNvPr>
                <p:cNvPicPr/>
                <p:nvPr/>
              </p:nvPicPr>
              <p:blipFill>
                <a:blip r:embed="rId7"/>
                <a:stretch>
                  <a:fillRect/>
                </a:stretch>
              </p:blipFill>
              <p:spPr>
                <a:xfrm>
                  <a:off x="13240238" y="80104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9" name="Ink 98">
                  <a:extLst>
                    <a:ext uri="{FF2B5EF4-FFF2-40B4-BE49-F238E27FC236}">
                      <a16:creationId xmlns:a16="http://schemas.microsoft.com/office/drawing/2014/main" id="{0FD7EB1B-0180-5DA7-2455-2CB823C32077}"/>
                    </a:ext>
                  </a:extLst>
                </p14:cNvPr>
                <p14:cNvContentPartPr/>
                <p14:nvPr/>
              </p14:nvContentPartPr>
              <p14:xfrm>
                <a:off x="13548758" y="8062323"/>
                <a:ext cx="360" cy="360"/>
              </p14:xfrm>
            </p:contentPart>
          </mc:Choice>
          <mc:Fallback xmlns="">
            <p:pic>
              <p:nvPicPr>
                <p:cNvPr id="99" name="Ink 98">
                  <a:extLst>
                    <a:ext uri="{FF2B5EF4-FFF2-40B4-BE49-F238E27FC236}">
                      <a16:creationId xmlns:a16="http://schemas.microsoft.com/office/drawing/2014/main" id="{0FD7EB1B-0180-5DA7-2455-2CB823C32077}"/>
                    </a:ext>
                  </a:extLst>
                </p:cNvPr>
                <p:cNvPicPr/>
                <p:nvPr/>
              </p:nvPicPr>
              <p:blipFill>
                <a:blip r:embed="rId7"/>
                <a:stretch>
                  <a:fillRect/>
                </a:stretch>
              </p:blipFill>
              <p:spPr>
                <a:xfrm>
                  <a:off x="13485758" y="7999683"/>
                  <a:ext cx="126000" cy="126000"/>
                </a:xfrm>
                <a:prstGeom prst="rect">
                  <a:avLst/>
                </a:prstGeom>
              </p:spPr>
            </p:pic>
          </mc:Fallback>
        </mc:AlternateContent>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4628" y="537091"/>
            <a:ext cx="5359479" cy="586978"/>
          </a:xfrm>
          <a:prstGeom prst="rect">
            <a:avLst/>
          </a:prstGeom>
          <a:noFill/>
          <a:ln/>
        </p:spPr>
        <p:txBody>
          <a:bodyPr wrap="none" lIns="0" tIns="0" rIns="0" bIns="0" rtlCol="0" anchor="t"/>
          <a:lstStyle/>
          <a:p>
            <a:pPr marL="0" indent="0" algn="l">
              <a:lnSpc>
                <a:spcPts val="4600"/>
              </a:lnSpc>
              <a:buNone/>
            </a:pPr>
            <a:r>
              <a:rPr lang="en-US" sz="3650" dirty="0">
                <a:solidFill>
                  <a:srgbClr val="74767D"/>
                </a:solidFill>
                <a:latin typeface="Montserrat Medium" pitchFamily="34" charset="0"/>
                <a:ea typeface="Montserrat Medium" pitchFamily="34" charset="-122"/>
                <a:cs typeface="Montserrat Medium" pitchFamily="34" charset="-120"/>
              </a:rPr>
              <a:t>Future Enhancements</a:t>
            </a:r>
            <a:endParaRPr lang="en-US" sz="3650" dirty="0"/>
          </a:p>
        </p:txBody>
      </p:sp>
      <p:sp>
        <p:nvSpPr>
          <p:cNvPr id="3" name="Shape 1"/>
          <p:cNvSpPr/>
          <p:nvPr/>
        </p:nvSpPr>
        <p:spPr>
          <a:xfrm>
            <a:off x="834628" y="1435179"/>
            <a:ext cx="751284" cy="1127046"/>
          </a:xfrm>
          <a:prstGeom prst="roundRect">
            <a:avLst>
              <a:gd name="adj" fmla="val 360040"/>
            </a:avLst>
          </a:prstGeom>
          <a:solidFill>
            <a:srgbClr val="EFF0F6"/>
          </a:solidFill>
          <a:ln w="7620">
            <a:solidFill>
              <a:srgbClr val="C5C7D2"/>
            </a:solidFill>
            <a:prstDash val="solid"/>
          </a:ln>
        </p:spPr>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419" y="1857851"/>
            <a:ext cx="281702" cy="281702"/>
          </a:xfrm>
          <a:prstGeom prst="rect">
            <a:avLst/>
          </a:prstGeom>
        </p:spPr>
      </p:pic>
      <p:sp>
        <p:nvSpPr>
          <p:cNvPr id="5" name="Text 2"/>
          <p:cNvSpPr/>
          <p:nvPr/>
        </p:nvSpPr>
        <p:spPr>
          <a:xfrm>
            <a:off x="1741408" y="1622941"/>
            <a:ext cx="2396490" cy="293489"/>
          </a:xfrm>
          <a:prstGeom prst="rect">
            <a:avLst/>
          </a:prstGeom>
          <a:noFill/>
          <a:ln/>
        </p:spPr>
        <p:txBody>
          <a:bodyPr wrap="none" lIns="0" tIns="0" rIns="0" bIns="0" rtlCol="0" anchor="t"/>
          <a:lstStyle/>
          <a:p>
            <a:pPr marL="0" indent="0" algn="l">
              <a:lnSpc>
                <a:spcPts val="2300"/>
              </a:lnSpc>
              <a:buNone/>
            </a:pPr>
            <a:r>
              <a:rPr lang="en-US" sz="1800" dirty="0">
                <a:solidFill>
                  <a:srgbClr val="3D3E44"/>
                </a:solidFill>
                <a:latin typeface="Montserrat Medium" pitchFamily="34" charset="0"/>
                <a:ea typeface="Montserrat Medium" pitchFamily="34" charset="-122"/>
                <a:cs typeface="Montserrat Medium" pitchFamily="34" charset="-120"/>
              </a:rPr>
              <a:t>Mobile App Support</a:t>
            </a:r>
            <a:endParaRPr lang="en-US" sz="1800" dirty="0"/>
          </a:p>
        </p:txBody>
      </p:sp>
      <p:sp>
        <p:nvSpPr>
          <p:cNvPr id="6" name="Text 3"/>
          <p:cNvSpPr/>
          <p:nvPr/>
        </p:nvSpPr>
        <p:spPr>
          <a:xfrm>
            <a:off x="1741408" y="2009656"/>
            <a:ext cx="12054245" cy="274677"/>
          </a:xfrm>
          <a:prstGeom prst="rect">
            <a:avLst/>
          </a:prstGeom>
          <a:noFill/>
          <a:ln/>
        </p:spPr>
        <p:txBody>
          <a:bodyPr wrap="none" lIns="0" tIns="0" rIns="0" bIns="0" rtlCol="0" anchor="t"/>
          <a:lstStyle/>
          <a:p>
            <a:pPr marL="0" indent="0" algn="l">
              <a:lnSpc>
                <a:spcPts val="2150"/>
              </a:lnSpc>
              <a:buNone/>
            </a:pPr>
            <a:r>
              <a:rPr lang="en-US" sz="1450" dirty="0">
                <a:solidFill>
                  <a:srgbClr val="3D3E44"/>
                </a:solidFill>
                <a:latin typeface="Inter Light" pitchFamily="34" charset="0"/>
                <a:ea typeface="Inter Light" pitchFamily="34" charset="-122"/>
                <a:cs typeface="Inter Light" pitchFamily="34" charset="-120"/>
              </a:rPr>
              <a:t>Extend the system to Android and iOS platforms</a:t>
            </a:r>
            <a:endParaRPr lang="en-US" sz="1450" dirty="0"/>
          </a:p>
        </p:txBody>
      </p:sp>
      <p:sp>
        <p:nvSpPr>
          <p:cNvPr id="7" name="Shape 4"/>
          <p:cNvSpPr/>
          <p:nvPr/>
        </p:nvSpPr>
        <p:spPr>
          <a:xfrm>
            <a:off x="834628" y="2717721"/>
            <a:ext cx="751284" cy="1127046"/>
          </a:xfrm>
          <a:prstGeom prst="roundRect">
            <a:avLst>
              <a:gd name="adj" fmla="val 360040"/>
            </a:avLst>
          </a:prstGeom>
          <a:solidFill>
            <a:srgbClr val="EFF0F6"/>
          </a:solidFill>
          <a:ln w="7620">
            <a:solidFill>
              <a:srgbClr val="C5C7D2"/>
            </a:solidFill>
            <a:prstDash val="solid"/>
          </a:ln>
        </p:spPr>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419" y="3140393"/>
            <a:ext cx="281702" cy="281702"/>
          </a:xfrm>
          <a:prstGeom prst="rect">
            <a:avLst/>
          </a:prstGeom>
        </p:spPr>
      </p:pic>
      <p:sp>
        <p:nvSpPr>
          <p:cNvPr id="9" name="Text 5"/>
          <p:cNvSpPr/>
          <p:nvPr/>
        </p:nvSpPr>
        <p:spPr>
          <a:xfrm>
            <a:off x="1741408" y="2905482"/>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3D3E44"/>
                </a:solidFill>
                <a:latin typeface="Montserrat Medium" pitchFamily="34" charset="0"/>
                <a:ea typeface="Montserrat Medium" pitchFamily="34" charset="-122"/>
                <a:cs typeface="Montserrat Medium" pitchFamily="34" charset="-120"/>
              </a:rPr>
              <a:t>Push Notifications</a:t>
            </a:r>
            <a:endParaRPr lang="en-US" sz="1800" dirty="0"/>
          </a:p>
        </p:txBody>
      </p:sp>
      <p:sp>
        <p:nvSpPr>
          <p:cNvPr id="10" name="Text 6"/>
          <p:cNvSpPr/>
          <p:nvPr/>
        </p:nvSpPr>
        <p:spPr>
          <a:xfrm>
            <a:off x="1741408" y="3292197"/>
            <a:ext cx="12054245" cy="274677"/>
          </a:xfrm>
          <a:prstGeom prst="rect">
            <a:avLst/>
          </a:prstGeom>
          <a:noFill/>
          <a:ln/>
        </p:spPr>
        <p:txBody>
          <a:bodyPr wrap="none" lIns="0" tIns="0" rIns="0" bIns="0" rtlCol="0" anchor="t"/>
          <a:lstStyle/>
          <a:p>
            <a:pPr marL="0" indent="0" algn="l">
              <a:lnSpc>
                <a:spcPts val="2150"/>
              </a:lnSpc>
              <a:buNone/>
            </a:pPr>
            <a:r>
              <a:rPr lang="en-US" sz="1450" dirty="0">
                <a:solidFill>
                  <a:srgbClr val="3D3E44"/>
                </a:solidFill>
                <a:latin typeface="Inter Light" pitchFamily="34" charset="0"/>
                <a:ea typeface="Inter Light" pitchFamily="34" charset="-122"/>
                <a:cs typeface="Inter Light" pitchFamily="34" charset="-120"/>
              </a:rPr>
              <a:t>Real-time alerts directly on the user's device</a:t>
            </a:r>
            <a:endParaRPr lang="en-US" sz="1450" dirty="0"/>
          </a:p>
        </p:txBody>
      </p:sp>
      <p:sp>
        <p:nvSpPr>
          <p:cNvPr id="11" name="Shape 7"/>
          <p:cNvSpPr/>
          <p:nvPr/>
        </p:nvSpPr>
        <p:spPr>
          <a:xfrm>
            <a:off x="834628" y="4000262"/>
            <a:ext cx="751284" cy="1127046"/>
          </a:xfrm>
          <a:prstGeom prst="roundRect">
            <a:avLst>
              <a:gd name="adj" fmla="val 360040"/>
            </a:avLst>
          </a:prstGeom>
          <a:solidFill>
            <a:srgbClr val="EFF0F6"/>
          </a:solidFill>
          <a:ln w="7620">
            <a:solidFill>
              <a:srgbClr val="C5C7D2"/>
            </a:solidFill>
            <a:prstDash val="solid"/>
          </a:ln>
        </p:spPr>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9419" y="4422934"/>
            <a:ext cx="281702" cy="281702"/>
          </a:xfrm>
          <a:prstGeom prst="rect">
            <a:avLst/>
          </a:prstGeom>
        </p:spPr>
      </p:pic>
      <p:sp>
        <p:nvSpPr>
          <p:cNvPr id="13" name="Text 8"/>
          <p:cNvSpPr/>
          <p:nvPr/>
        </p:nvSpPr>
        <p:spPr>
          <a:xfrm>
            <a:off x="1741408" y="4188023"/>
            <a:ext cx="2463641" cy="293489"/>
          </a:xfrm>
          <a:prstGeom prst="rect">
            <a:avLst/>
          </a:prstGeom>
          <a:noFill/>
          <a:ln/>
        </p:spPr>
        <p:txBody>
          <a:bodyPr wrap="none" lIns="0" tIns="0" rIns="0" bIns="0" rtlCol="0" anchor="t"/>
          <a:lstStyle/>
          <a:p>
            <a:pPr marL="0" indent="0" algn="l">
              <a:lnSpc>
                <a:spcPts val="2300"/>
              </a:lnSpc>
              <a:buNone/>
            </a:pPr>
            <a:r>
              <a:rPr lang="en-US" sz="1800" dirty="0">
                <a:solidFill>
                  <a:srgbClr val="3D3E44"/>
                </a:solidFill>
                <a:latin typeface="Montserrat Medium" pitchFamily="34" charset="0"/>
                <a:ea typeface="Montserrat Medium" pitchFamily="34" charset="-122"/>
                <a:cs typeface="Montserrat Medium" pitchFamily="34" charset="-120"/>
              </a:rPr>
              <a:t>Calendar Integration</a:t>
            </a:r>
            <a:endParaRPr lang="en-US" sz="1800" dirty="0"/>
          </a:p>
        </p:txBody>
      </p:sp>
      <p:sp>
        <p:nvSpPr>
          <p:cNvPr id="14" name="Text 9"/>
          <p:cNvSpPr/>
          <p:nvPr/>
        </p:nvSpPr>
        <p:spPr>
          <a:xfrm>
            <a:off x="1741408" y="4574738"/>
            <a:ext cx="12054245" cy="274677"/>
          </a:xfrm>
          <a:prstGeom prst="rect">
            <a:avLst/>
          </a:prstGeom>
          <a:noFill/>
          <a:ln/>
        </p:spPr>
        <p:txBody>
          <a:bodyPr wrap="none" lIns="0" tIns="0" rIns="0" bIns="0" rtlCol="0" anchor="t"/>
          <a:lstStyle/>
          <a:p>
            <a:pPr marL="0" indent="0" algn="l">
              <a:lnSpc>
                <a:spcPts val="2150"/>
              </a:lnSpc>
              <a:buNone/>
            </a:pPr>
            <a:r>
              <a:rPr lang="en-US" sz="1450" dirty="0">
                <a:solidFill>
                  <a:srgbClr val="3D3E44"/>
                </a:solidFill>
                <a:latin typeface="Inter Light" pitchFamily="34" charset="0"/>
                <a:ea typeface="Inter Light" pitchFamily="34" charset="-122"/>
                <a:cs typeface="Inter Light" pitchFamily="34" charset="-120"/>
              </a:rPr>
              <a:t>Sync tasks with Google Calendar or similar tools</a:t>
            </a:r>
            <a:endParaRPr lang="en-US" sz="1450" dirty="0"/>
          </a:p>
        </p:txBody>
      </p:sp>
      <p:sp>
        <p:nvSpPr>
          <p:cNvPr id="15" name="Shape 10"/>
          <p:cNvSpPr/>
          <p:nvPr/>
        </p:nvSpPr>
        <p:spPr>
          <a:xfrm>
            <a:off x="834628" y="5282803"/>
            <a:ext cx="751284" cy="1127046"/>
          </a:xfrm>
          <a:prstGeom prst="roundRect">
            <a:avLst>
              <a:gd name="adj" fmla="val 360040"/>
            </a:avLst>
          </a:prstGeom>
          <a:solidFill>
            <a:srgbClr val="EFF0F6"/>
          </a:solidFill>
          <a:ln w="7620">
            <a:solidFill>
              <a:srgbClr val="C5C7D2"/>
            </a:solidFill>
            <a:prstDash val="solid"/>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9419" y="5705475"/>
            <a:ext cx="281702" cy="281702"/>
          </a:xfrm>
          <a:prstGeom prst="rect">
            <a:avLst/>
          </a:prstGeom>
        </p:spPr>
      </p:pic>
      <p:sp>
        <p:nvSpPr>
          <p:cNvPr id="17" name="Text 11"/>
          <p:cNvSpPr/>
          <p:nvPr/>
        </p:nvSpPr>
        <p:spPr>
          <a:xfrm>
            <a:off x="1741408" y="5470565"/>
            <a:ext cx="2895957" cy="293489"/>
          </a:xfrm>
          <a:prstGeom prst="rect">
            <a:avLst/>
          </a:prstGeom>
          <a:noFill/>
          <a:ln/>
        </p:spPr>
        <p:txBody>
          <a:bodyPr wrap="none" lIns="0" tIns="0" rIns="0" bIns="0" rtlCol="0" anchor="t"/>
          <a:lstStyle/>
          <a:p>
            <a:pPr marL="0" indent="0" algn="l">
              <a:lnSpc>
                <a:spcPts val="2300"/>
              </a:lnSpc>
              <a:buNone/>
            </a:pPr>
            <a:r>
              <a:rPr lang="en-US" sz="1800" dirty="0">
                <a:solidFill>
                  <a:srgbClr val="3D3E44"/>
                </a:solidFill>
                <a:latin typeface="Montserrat Medium" pitchFamily="34" charset="0"/>
                <a:ea typeface="Montserrat Medium" pitchFamily="34" charset="-122"/>
                <a:cs typeface="Montserrat Medium" pitchFamily="34" charset="-120"/>
              </a:rPr>
              <a:t>Multi-User Collaboration</a:t>
            </a:r>
            <a:endParaRPr lang="en-US" sz="1800" dirty="0"/>
          </a:p>
        </p:txBody>
      </p:sp>
      <p:sp>
        <p:nvSpPr>
          <p:cNvPr id="18" name="Text 12"/>
          <p:cNvSpPr/>
          <p:nvPr/>
        </p:nvSpPr>
        <p:spPr>
          <a:xfrm>
            <a:off x="1741408" y="5857280"/>
            <a:ext cx="12054245" cy="274677"/>
          </a:xfrm>
          <a:prstGeom prst="rect">
            <a:avLst/>
          </a:prstGeom>
          <a:noFill/>
          <a:ln/>
        </p:spPr>
        <p:txBody>
          <a:bodyPr wrap="none" lIns="0" tIns="0" rIns="0" bIns="0" rtlCol="0" anchor="t"/>
          <a:lstStyle/>
          <a:p>
            <a:pPr marL="0" indent="0" algn="l">
              <a:lnSpc>
                <a:spcPts val="2150"/>
              </a:lnSpc>
              <a:buNone/>
            </a:pPr>
            <a:r>
              <a:rPr lang="en-US" sz="1450" dirty="0">
                <a:solidFill>
                  <a:srgbClr val="3D3E44"/>
                </a:solidFill>
                <a:latin typeface="Inter Light" pitchFamily="34" charset="0"/>
                <a:ea typeface="Inter Light" pitchFamily="34" charset="-122"/>
                <a:cs typeface="Inter Light" pitchFamily="34" charset="-120"/>
              </a:rPr>
              <a:t>Allow teams to share and assign tasks</a:t>
            </a:r>
            <a:endParaRPr lang="en-US" sz="1450" dirty="0"/>
          </a:p>
        </p:txBody>
      </p:sp>
      <p:sp>
        <p:nvSpPr>
          <p:cNvPr id="19" name="Shape 13"/>
          <p:cNvSpPr/>
          <p:nvPr/>
        </p:nvSpPr>
        <p:spPr>
          <a:xfrm>
            <a:off x="834628" y="6565344"/>
            <a:ext cx="751284" cy="1127046"/>
          </a:xfrm>
          <a:prstGeom prst="roundRect">
            <a:avLst>
              <a:gd name="adj" fmla="val 360040"/>
            </a:avLst>
          </a:prstGeom>
          <a:solidFill>
            <a:srgbClr val="EFF0F6"/>
          </a:solidFill>
          <a:ln w="7620">
            <a:solidFill>
              <a:srgbClr val="C5C7D2"/>
            </a:solidFill>
            <a:prstDash val="solid"/>
          </a:ln>
        </p:spPr>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9419" y="6988016"/>
            <a:ext cx="281702" cy="281702"/>
          </a:xfrm>
          <a:prstGeom prst="rect">
            <a:avLst/>
          </a:prstGeom>
        </p:spPr>
      </p:pic>
      <p:sp>
        <p:nvSpPr>
          <p:cNvPr id="21" name="Text 14"/>
          <p:cNvSpPr/>
          <p:nvPr/>
        </p:nvSpPr>
        <p:spPr>
          <a:xfrm>
            <a:off x="1741408" y="6753106"/>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3D3E44"/>
                </a:solidFill>
                <a:latin typeface="Montserrat Medium" pitchFamily="34" charset="0"/>
                <a:ea typeface="Montserrat Medium" pitchFamily="34" charset="-122"/>
                <a:cs typeface="Montserrat Medium" pitchFamily="34" charset="-120"/>
              </a:rPr>
              <a:t>Cloud Deployment</a:t>
            </a:r>
            <a:endParaRPr lang="en-US" sz="1800" dirty="0"/>
          </a:p>
        </p:txBody>
      </p:sp>
      <p:sp>
        <p:nvSpPr>
          <p:cNvPr id="22" name="Text 15"/>
          <p:cNvSpPr/>
          <p:nvPr/>
        </p:nvSpPr>
        <p:spPr>
          <a:xfrm>
            <a:off x="1741408" y="7139821"/>
            <a:ext cx="12054245" cy="274677"/>
          </a:xfrm>
          <a:prstGeom prst="rect">
            <a:avLst/>
          </a:prstGeom>
          <a:noFill/>
          <a:ln/>
        </p:spPr>
        <p:txBody>
          <a:bodyPr wrap="none" lIns="0" tIns="0" rIns="0" bIns="0" rtlCol="0" anchor="t"/>
          <a:lstStyle/>
          <a:p>
            <a:pPr marL="0" indent="0" algn="l">
              <a:lnSpc>
                <a:spcPts val="2150"/>
              </a:lnSpc>
              <a:buNone/>
            </a:pPr>
            <a:r>
              <a:rPr lang="en-US" sz="1450" dirty="0">
                <a:solidFill>
                  <a:srgbClr val="3D3E44"/>
                </a:solidFill>
                <a:latin typeface="Inter Light" pitchFamily="34" charset="0"/>
                <a:ea typeface="Inter Light" pitchFamily="34" charset="-122"/>
                <a:cs typeface="Inter Light" pitchFamily="34" charset="-120"/>
              </a:rPr>
              <a:t>Host the application on AWS or similar cloud platforms</a:t>
            </a:r>
            <a:endParaRPr lang="en-US" sz="1450" dirty="0"/>
          </a:p>
        </p:txBody>
      </p:sp>
      <p:grpSp>
        <p:nvGrpSpPr>
          <p:cNvPr id="119" name="Group 118">
            <a:extLst>
              <a:ext uri="{FF2B5EF4-FFF2-40B4-BE49-F238E27FC236}">
                <a16:creationId xmlns:a16="http://schemas.microsoft.com/office/drawing/2014/main" id="{486788B8-D772-E6E0-1880-208FC59A52C9}"/>
              </a:ext>
            </a:extLst>
          </p:cNvPr>
          <p:cNvGrpSpPr/>
          <p:nvPr/>
        </p:nvGrpSpPr>
        <p:grpSpPr>
          <a:xfrm>
            <a:off x="12968438" y="7794843"/>
            <a:ext cx="1550520" cy="256680"/>
            <a:chOff x="12968438" y="7794843"/>
            <a:chExt cx="1550520" cy="256680"/>
          </a:xfrm>
        </p:grpSpPr>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1F3EE34F-0452-81FF-40FE-1320300063E7}"/>
                    </a:ext>
                  </a:extLst>
                </p14:cNvPr>
                <p14:cNvContentPartPr/>
                <p14:nvPr/>
              </p14:nvContentPartPr>
              <p14:xfrm>
                <a:off x="14518598" y="7950723"/>
                <a:ext cx="360" cy="360"/>
              </p14:xfrm>
            </p:contentPart>
          </mc:Choice>
          <mc:Fallback xmlns="">
            <p:pic>
              <p:nvPicPr>
                <p:cNvPr id="23" name="Ink 22">
                  <a:extLst>
                    <a:ext uri="{FF2B5EF4-FFF2-40B4-BE49-F238E27FC236}">
                      <a16:creationId xmlns:a16="http://schemas.microsoft.com/office/drawing/2014/main" id="{1F3EE34F-0452-81FF-40FE-1320300063E7}"/>
                    </a:ext>
                  </a:extLst>
                </p:cNvPr>
                <p:cNvPicPr/>
                <p:nvPr/>
              </p:nvPicPr>
              <p:blipFill>
                <a:blip r:embed="rId9"/>
                <a:stretch>
                  <a:fillRect/>
                </a:stretch>
              </p:blipFill>
              <p:spPr>
                <a:xfrm>
                  <a:off x="1445559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4" name="Ink 23">
                  <a:extLst>
                    <a:ext uri="{FF2B5EF4-FFF2-40B4-BE49-F238E27FC236}">
                      <a16:creationId xmlns:a16="http://schemas.microsoft.com/office/drawing/2014/main" id="{379CDF30-A933-6B28-6463-94D9836E3C4D}"/>
                    </a:ext>
                  </a:extLst>
                </p14:cNvPr>
                <p14:cNvContentPartPr/>
                <p14:nvPr/>
              </p14:nvContentPartPr>
              <p14:xfrm>
                <a:off x="14518598" y="7950723"/>
                <a:ext cx="360" cy="360"/>
              </p14:xfrm>
            </p:contentPart>
          </mc:Choice>
          <mc:Fallback xmlns="">
            <p:pic>
              <p:nvPicPr>
                <p:cNvPr id="24" name="Ink 23">
                  <a:extLst>
                    <a:ext uri="{FF2B5EF4-FFF2-40B4-BE49-F238E27FC236}">
                      <a16:creationId xmlns:a16="http://schemas.microsoft.com/office/drawing/2014/main" id="{379CDF30-A933-6B28-6463-94D9836E3C4D}"/>
                    </a:ext>
                  </a:extLst>
                </p:cNvPr>
                <p:cNvPicPr/>
                <p:nvPr/>
              </p:nvPicPr>
              <p:blipFill>
                <a:blip r:embed="rId9"/>
                <a:stretch>
                  <a:fillRect/>
                </a:stretch>
              </p:blipFill>
              <p:spPr>
                <a:xfrm>
                  <a:off x="1445559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5E154162-96A2-EC88-7265-0B459F955425}"/>
                    </a:ext>
                  </a:extLst>
                </p14:cNvPr>
                <p14:cNvContentPartPr/>
                <p14:nvPr/>
              </p14:nvContentPartPr>
              <p14:xfrm>
                <a:off x="14518598" y="7950723"/>
                <a:ext cx="360" cy="360"/>
              </p14:xfrm>
            </p:contentPart>
          </mc:Choice>
          <mc:Fallback xmlns="">
            <p:pic>
              <p:nvPicPr>
                <p:cNvPr id="25" name="Ink 24">
                  <a:extLst>
                    <a:ext uri="{FF2B5EF4-FFF2-40B4-BE49-F238E27FC236}">
                      <a16:creationId xmlns:a16="http://schemas.microsoft.com/office/drawing/2014/main" id="{5E154162-96A2-EC88-7265-0B459F955425}"/>
                    </a:ext>
                  </a:extLst>
                </p:cNvPr>
                <p:cNvPicPr/>
                <p:nvPr/>
              </p:nvPicPr>
              <p:blipFill>
                <a:blip r:embed="rId9"/>
                <a:stretch>
                  <a:fillRect/>
                </a:stretch>
              </p:blipFill>
              <p:spPr>
                <a:xfrm>
                  <a:off x="1445559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Ink 25">
                  <a:extLst>
                    <a:ext uri="{FF2B5EF4-FFF2-40B4-BE49-F238E27FC236}">
                      <a16:creationId xmlns:a16="http://schemas.microsoft.com/office/drawing/2014/main" id="{CD0B68F4-0E8F-2D8D-3344-4AB471131313}"/>
                    </a:ext>
                  </a:extLst>
                </p14:cNvPr>
                <p14:cNvContentPartPr/>
                <p14:nvPr/>
              </p14:nvContentPartPr>
              <p14:xfrm>
                <a:off x="14518598" y="7950723"/>
                <a:ext cx="360" cy="360"/>
              </p14:xfrm>
            </p:contentPart>
          </mc:Choice>
          <mc:Fallback xmlns="">
            <p:pic>
              <p:nvPicPr>
                <p:cNvPr id="26" name="Ink 25">
                  <a:extLst>
                    <a:ext uri="{FF2B5EF4-FFF2-40B4-BE49-F238E27FC236}">
                      <a16:creationId xmlns:a16="http://schemas.microsoft.com/office/drawing/2014/main" id="{CD0B68F4-0E8F-2D8D-3344-4AB471131313}"/>
                    </a:ext>
                  </a:extLst>
                </p:cNvPr>
                <p:cNvPicPr/>
                <p:nvPr/>
              </p:nvPicPr>
              <p:blipFill>
                <a:blip r:embed="rId9"/>
                <a:stretch>
                  <a:fillRect/>
                </a:stretch>
              </p:blipFill>
              <p:spPr>
                <a:xfrm>
                  <a:off x="14455598" y="7887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7" name="Ink 26">
                  <a:extLst>
                    <a:ext uri="{FF2B5EF4-FFF2-40B4-BE49-F238E27FC236}">
                      <a16:creationId xmlns:a16="http://schemas.microsoft.com/office/drawing/2014/main" id="{B2812199-86B4-B6B0-68A0-C1C38E59D94C}"/>
                    </a:ext>
                  </a:extLst>
                </p14:cNvPr>
                <p14:cNvContentPartPr/>
                <p14:nvPr/>
              </p14:nvContentPartPr>
              <p14:xfrm>
                <a:off x="14440478" y="7928403"/>
                <a:ext cx="360" cy="360"/>
              </p14:xfrm>
            </p:contentPart>
          </mc:Choice>
          <mc:Fallback xmlns="">
            <p:pic>
              <p:nvPicPr>
                <p:cNvPr id="27" name="Ink 26">
                  <a:extLst>
                    <a:ext uri="{FF2B5EF4-FFF2-40B4-BE49-F238E27FC236}">
                      <a16:creationId xmlns:a16="http://schemas.microsoft.com/office/drawing/2014/main" id="{B2812199-86B4-B6B0-68A0-C1C38E59D94C}"/>
                    </a:ext>
                  </a:extLst>
                </p:cNvPr>
                <p:cNvPicPr/>
                <p:nvPr/>
              </p:nvPicPr>
              <p:blipFill>
                <a:blip r:embed="rId9"/>
                <a:stretch>
                  <a:fillRect/>
                </a:stretch>
              </p:blipFill>
              <p:spPr>
                <a:xfrm>
                  <a:off x="14377838" y="7865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6E0F29A4-E593-98F5-4473-C5463CD1E6B3}"/>
                    </a:ext>
                  </a:extLst>
                </p14:cNvPr>
                <p14:cNvContentPartPr/>
                <p14:nvPr/>
              </p14:nvContentPartPr>
              <p14:xfrm>
                <a:off x="14418518" y="7905723"/>
                <a:ext cx="360" cy="360"/>
              </p14:xfrm>
            </p:contentPart>
          </mc:Choice>
          <mc:Fallback xmlns="">
            <p:pic>
              <p:nvPicPr>
                <p:cNvPr id="28" name="Ink 27">
                  <a:extLst>
                    <a:ext uri="{FF2B5EF4-FFF2-40B4-BE49-F238E27FC236}">
                      <a16:creationId xmlns:a16="http://schemas.microsoft.com/office/drawing/2014/main" id="{6E0F29A4-E593-98F5-4473-C5463CD1E6B3}"/>
                    </a:ext>
                  </a:extLst>
                </p:cNvPr>
                <p:cNvPicPr/>
                <p:nvPr/>
              </p:nvPicPr>
              <p:blipFill>
                <a:blip r:embed="rId9"/>
                <a:stretch>
                  <a:fillRect/>
                </a:stretch>
              </p:blipFill>
              <p:spPr>
                <a:xfrm>
                  <a:off x="1435551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9" name="Ink 28">
                  <a:extLst>
                    <a:ext uri="{FF2B5EF4-FFF2-40B4-BE49-F238E27FC236}">
                      <a16:creationId xmlns:a16="http://schemas.microsoft.com/office/drawing/2014/main" id="{7D981192-4E0A-8E0E-EE57-D24BC0FE1634}"/>
                    </a:ext>
                  </a:extLst>
                </p14:cNvPr>
                <p14:cNvContentPartPr/>
                <p14:nvPr/>
              </p14:nvContentPartPr>
              <p14:xfrm>
                <a:off x="14418518" y="7905723"/>
                <a:ext cx="360" cy="360"/>
              </p14:xfrm>
            </p:contentPart>
          </mc:Choice>
          <mc:Fallback xmlns="">
            <p:pic>
              <p:nvPicPr>
                <p:cNvPr id="29" name="Ink 28">
                  <a:extLst>
                    <a:ext uri="{FF2B5EF4-FFF2-40B4-BE49-F238E27FC236}">
                      <a16:creationId xmlns:a16="http://schemas.microsoft.com/office/drawing/2014/main" id="{7D981192-4E0A-8E0E-EE57-D24BC0FE1634}"/>
                    </a:ext>
                  </a:extLst>
                </p:cNvPr>
                <p:cNvPicPr/>
                <p:nvPr/>
              </p:nvPicPr>
              <p:blipFill>
                <a:blip r:embed="rId9"/>
                <a:stretch>
                  <a:fillRect/>
                </a:stretch>
              </p:blipFill>
              <p:spPr>
                <a:xfrm>
                  <a:off x="1435551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0" name="Ink 29">
                  <a:extLst>
                    <a:ext uri="{FF2B5EF4-FFF2-40B4-BE49-F238E27FC236}">
                      <a16:creationId xmlns:a16="http://schemas.microsoft.com/office/drawing/2014/main" id="{4E16813C-F56A-575C-8BBC-4F6041452184}"/>
                    </a:ext>
                  </a:extLst>
                </p14:cNvPr>
                <p14:cNvContentPartPr/>
                <p14:nvPr/>
              </p14:nvContentPartPr>
              <p14:xfrm>
                <a:off x="14418518" y="7905723"/>
                <a:ext cx="360" cy="360"/>
              </p14:xfrm>
            </p:contentPart>
          </mc:Choice>
          <mc:Fallback xmlns="">
            <p:pic>
              <p:nvPicPr>
                <p:cNvPr id="30" name="Ink 29">
                  <a:extLst>
                    <a:ext uri="{FF2B5EF4-FFF2-40B4-BE49-F238E27FC236}">
                      <a16:creationId xmlns:a16="http://schemas.microsoft.com/office/drawing/2014/main" id="{4E16813C-F56A-575C-8BBC-4F6041452184}"/>
                    </a:ext>
                  </a:extLst>
                </p:cNvPr>
                <p:cNvPicPr/>
                <p:nvPr/>
              </p:nvPicPr>
              <p:blipFill>
                <a:blip r:embed="rId9"/>
                <a:stretch>
                  <a:fillRect/>
                </a:stretch>
              </p:blipFill>
              <p:spPr>
                <a:xfrm>
                  <a:off x="14355518" y="78430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1" name="Ink 30">
                  <a:extLst>
                    <a:ext uri="{FF2B5EF4-FFF2-40B4-BE49-F238E27FC236}">
                      <a16:creationId xmlns:a16="http://schemas.microsoft.com/office/drawing/2014/main" id="{07420CD1-6D27-C110-D655-ADCDE2F0DC0A}"/>
                    </a:ext>
                  </a:extLst>
                </p14:cNvPr>
                <p14:cNvContentPartPr/>
                <p14:nvPr/>
              </p14:nvContentPartPr>
              <p14:xfrm>
                <a:off x="14382878" y="7894923"/>
                <a:ext cx="2160" cy="360"/>
              </p14:xfrm>
            </p:contentPart>
          </mc:Choice>
          <mc:Fallback xmlns="">
            <p:pic>
              <p:nvPicPr>
                <p:cNvPr id="31" name="Ink 30">
                  <a:extLst>
                    <a:ext uri="{FF2B5EF4-FFF2-40B4-BE49-F238E27FC236}">
                      <a16:creationId xmlns:a16="http://schemas.microsoft.com/office/drawing/2014/main" id="{07420CD1-6D27-C110-D655-ADCDE2F0DC0A}"/>
                    </a:ext>
                  </a:extLst>
                </p:cNvPr>
                <p:cNvPicPr/>
                <p:nvPr/>
              </p:nvPicPr>
              <p:blipFill>
                <a:blip r:embed="rId18"/>
                <a:stretch>
                  <a:fillRect/>
                </a:stretch>
              </p:blipFill>
              <p:spPr>
                <a:xfrm>
                  <a:off x="14319878" y="78319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B79C2BAE-DDA9-1216-F4DF-52BFF200F540}"/>
                    </a:ext>
                  </a:extLst>
                </p14:cNvPr>
                <p14:cNvContentPartPr/>
                <p14:nvPr/>
              </p14:nvContentPartPr>
              <p14:xfrm>
                <a:off x="14338598" y="7894923"/>
                <a:ext cx="2160" cy="360"/>
              </p14:xfrm>
            </p:contentPart>
          </mc:Choice>
          <mc:Fallback xmlns="">
            <p:pic>
              <p:nvPicPr>
                <p:cNvPr id="32" name="Ink 31">
                  <a:extLst>
                    <a:ext uri="{FF2B5EF4-FFF2-40B4-BE49-F238E27FC236}">
                      <a16:creationId xmlns:a16="http://schemas.microsoft.com/office/drawing/2014/main" id="{B79C2BAE-DDA9-1216-F4DF-52BFF200F540}"/>
                    </a:ext>
                  </a:extLst>
                </p:cNvPr>
                <p:cNvPicPr/>
                <p:nvPr/>
              </p:nvPicPr>
              <p:blipFill>
                <a:blip r:embed="rId18"/>
                <a:stretch>
                  <a:fillRect/>
                </a:stretch>
              </p:blipFill>
              <p:spPr>
                <a:xfrm>
                  <a:off x="14275598" y="78319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353ABE6F-7237-A57A-0599-75298643C4E9}"/>
                    </a:ext>
                  </a:extLst>
                </p14:cNvPr>
                <p14:cNvContentPartPr/>
                <p14:nvPr/>
              </p14:nvContentPartPr>
              <p14:xfrm>
                <a:off x="14315918" y="7894923"/>
                <a:ext cx="13680" cy="360"/>
              </p14:xfrm>
            </p:contentPart>
          </mc:Choice>
          <mc:Fallback xmlns="">
            <p:pic>
              <p:nvPicPr>
                <p:cNvPr id="33" name="Ink 32">
                  <a:extLst>
                    <a:ext uri="{FF2B5EF4-FFF2-40B4-BE49-F238E27FC236}">
                      <a16:creationId xmlns:a16="http://schemas.microsoft.com/office/drawing/2014/main" id="{353ABE6F-7237-A57A-0599-75298643C4E9}"/>
                    </a:ext>
                  </a:extLst>
                </p:cNvPr>
                <p:cNvPicPr/>
                <p:nvPr/>
              </p:nvPicPr>
              <p:blipFill>
                <a:blip r:embed="rId21"/>
                <a:stretch>
                  <a:fillRect/>
                </a:stretch>
              </p:blipFill>
              <p:spPr>
                <a:xfrm>
                  <a:off x="14253278" y="7831923"/>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4" name="Ink 33">
                  <a:extLst>
                    <a:ext uri="{FF2B5EF4-FFF2-40B4-BE49-F238E27FC236}">
                      <a16:creationId xmlns:a16="http://schemas.microsoft.com/office/drawing/2014/main" id="{BE97AE17-A099-8B52-C547-FEFDC7F6F2BF}"/>
                    </a:ext>
                  </a:extLst>
                </p14:cNvPr>
                <p14:cNvContentPartPr/>
                <p14:nvPr/>
              </p14:nvContentPartPr>
              <p14:xfrm>
                <a:off x="14251478" y="7894923"/>
                <a:ext cx="22320" cy="360"/>
              </p14:xfrm>
            </p:contentPart>
          </mc:Choice>
          <mc:Fallback xmlns="">
            <p:pic>
              <p:nvPicPr>
                <p:cNvPr id="34" name="Ink 33">
                  <a:extLst>
                    <a:ext uri="{FF2B5EF4-FFF2-40B4-BE49-F238E27FC236}">
                      <a16:creationId xmlns:a16="http://schemas.microsoft.com/office/drawing/2014/main" id="{BE97AE17-A099-8B52-C547-FEFDC7F6F2BF}"/>
                    </a:ext>
                  </a:extLst>
                </p:cNvPr>
                <p:cNvPicPr/>
                <p:nvPr/>
              </p:nvPicPr>
              <p:blipFill>
                <a:blip r:embed="rId23"/>
                <a:stretch>
                  <a:fillRect/>
                </a:stretch>
              </p:blipFill>
              <p:spPr>
                <a:xfrm>
                  <a:off x="14188838" y="783192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5" name="Ink 34">
                  <a:extLst>
                    <a:ext uri="{FF2B5EF4-FFF2-40B4-BE49-F238E27FC236}">
                      <a16:creationId xmlns:a16="http://schemas.microsoft.com/office/drawing/2014/main" id="{5BB1B46C-31F0-5D0B-A6C8-E791A8FC1743}"/>
                    </a:ext>
                  </a:extLst>
                </p14:cNvPr>
                <p14:cNvContentPartPr/>
                <p14:nvPr/>
              </p14:nvContentPartPr>
              <p14:xfrm>
                <a:off x="14182358" y="7894923"/>
                <a:ext cx="13680" cy="360"/>
              </p14:xfrm>
            </p:contentPart>
          </mc:Choice>
          <mc:Fallback xmlns="">
            <p:pic>
              <p:nvPicPr>
                <p:cNvPr id="35" name="Ink 34">
                  <a:extLst>
                    <a:ext uri="{FF2B5EF4-FFF2-40B4-BE49-F238E27FC236}">
                      <a16:creationId xmlns:a16="http://schemas.microsoft.com/office/drawing/2014/main" id="{5BB1B46C-31F0-5D0B-A6C8-E791A8FC1743}"/>
                    </a:ext>
                  </a:extLst>
                </p:cNvPr>
                <p:cNvPicPr/>
                <p:nvPr/>
              </p:nvPicPr>
              <p:blipFill>
                <a:blip r:embed="rId21"/>
                <a:stretch>
                  <a:fillRect/>
                </a:stretch>
              </p:blipFill>
              <p:spPr>
                <a:xfrm>
                  <a:off x="14119358" y="7831923"/>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6" name="Ink 35">
                  <a:extLst>
                    <a:ext uri="{FF2B5EF4-FFF2-40B4-BE49-F238E27FC236}">
                      <a16:creationId xmlns:a16="http://schemas.microsoft.com/office/drawing/2014/main" id="{43DBB5B7-CEC9-6AF6-8B95-0F44022E8D06}"/>
                    </a:ext>
                  </a:extLst>
                </p14:cNvPr>
                <p14:cNvContentPartPr/>
                <p14:nvPr/>
              </p14:nvContentPartPr>
              <p14:xfrm>
                <a:off x="14150678" y="7850643"/>
                <a:ext cx="360" cy="360"/>
              </p14:xfrm>
            </p:contentPart>
          </mc:Choice>
          <mc:Fallback xmlns="">
            <p:pic>
              <p:nvPicPr>
                <p:cNvPr id="36" name="Ink 35">
                  <a:extLst>
                    <a:ext uri="{FF2B5EF4-FFF2-40B4-BE49-F238E27FC236}">
                      <a16:creationId xmlns:a16="http://schemas.microsoft.com/office/drawing/2014/main" id="{43DBB5B7-CEC9-6AF6-8B95-0F44022E8D06}"/>
                    </a:ext>
                  </a:extLst>
                </p:cNvPr>
                <p:cNvPicPr/>
                <p:nvPr/>
              </p:nvPicPr>
              <p:blipFill>
                <a:blip r:embed="rId9"/>
                <a:stretch>
                  <a:fillRect/>
                </a:stretch>
              </p:blipFill>
              <p:spPr>
                <a:xfrm>
                  <a:off x="14088038" y="77876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7" name="Ink 36">
                  <a:extLst>
                    <a:ext uri="{FF2B5EF4-FFF2-40B4-BE49-F238E27FC236}">
                      <a16:creationId xmlns:a16="http://schemas.microsoft.com/office/drawing/2014/main" id="{716ABE87-A106-B832-7297-BF2DDD84B7C1}"/>
                    </a:ext>
                  </a:extLst>
                </p14:cNvPr>
                <p14:cNvContentPartPr/>
                <p14:nvPr/>
              </p14:nvContentPartPr>
              <p14:xfrm>
                <a:off x="14172998" y="7850643"/>
                <a:ext cx="13680" cy="360"/>
              </p14:xfrm>
            </p:contentPart>
          </mc:Choice>
          <mc:Fallback xmlns="">
            <p:pic>
              <p:nvPicPr>
                <p:cNvPr id="37" name="Ink 36">
                  <a:extLst>
                    <a:ext uri="{FF2B5EF4-FFF2-40B4-BE49-F238E27FC236}">
                      <a16:creationId xmlns:a16="http://schemas.microsoft.com/office/drawing/2014/main" id="{716ABE87-A106-B832-7297-BF2DDD84B7C1}"/>
                    </a:ext>
                  </a:extLst>
                </p:cNvPr>
                <p:cNvPicPr/>
                <p:nvPr/>
              </p:nvPicPr>
              <p:blipFill>
                <a:blip r:embed="rId21"/>
                <a:stretch>
                  <a:fillRect/>
                </a:stretch>
              </p:blipFill>
              <p:spPr>
                <a:xfrm>
                  <a:off x="14109998" y="7787643"/>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8" name="Ink 37">
                  <a:extLst>
                    <a:ext uri="{FF2B5EF4-FFF2-40B4-BE49-F238E27FC236}">
                      <a16:creationId xmlns:a16="http://schemas.microsoft.com/office/drawing/2014/main" id="{5098DCE7-F9B1-F6A6-A8BF-14BCD6CDBC2E}"/>
                    </a:ext>
                  </a:extLst>
                </p14:cNvPr>
                <p14:cNvContentPartPr/>
                <p14:nvPr/>
              </p14:nvContentPartPr>
              <p14:xfrm>
                <a:off x="14340398" y="7816803"/>
                <a:ext cx="2160" cy="360"/>
              </p14:xfrm>
            </p:contentPart>
          </mc:Choice>
          <mc:Fallback xmlns="">
            <p:pic>
              <p:nvPicPr>
                <p:cNvPr id="38" name="Ink 37">
                  <a:extLst>
                    <a:ext uri="{FF2B5EF4-FFF2-40B4-BE49-F238E27FC236}">
                      <a16:creationId xmlns:a16="http://schemas.microsoft.com/office/drawing/2014/main" id="{5098DCE7-F9B1-F6A6-A8BF-14BCD6CDBC2E}"/>
                    </a:ext>
                  </a:extLst>
                </p:cNvPr>
                <p:cNvPicPr/>
                <p:nvPr/>
              </p:nvPicPr>
              <p:blipFill>
                <a:blip r:embed="rId18"/>
                <a:stretch>
                  <a:fillRect/>
                </a:stretch>
              </p:blipFill>
              <p:spPr>
                <a:xfrm>
                  <a:off x="14277758" y="775416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9" name="Ink 38">
                  <a:extLst>
                    <a:ext uri="{FF2B5EF4-FFF2-40B4-BE49-F238E27FC236}">
                      <a16:creationId xmlns:a16="http://schemas.microsoft.com/office/drawing/2014/main" id="{85255C75-DC7D-4322-199F-3A79B9E26351}"/>
                    </a:ext>
                  </a:extLst>
                </p14:cNvPr>
                <p14:cNvContentPartPr/>
                <p14:nvPr/>
              </p14:nvContentPartPr>
              <p14:xfrm>
                <a:off x="14351558" y="7816803"/>
                <a:ext cx="360" cy="2160"/>
              </p14:xfrm>
            </p:contentPart>
          </mc:Choice>
          <mc:Fallback xmlns="">
            <p:pic>
              <p:nvPicPr>
                <p:cNvPr id="39" name="Ink 38">
                  <a:extLst>
                    <a:ext uri="{FF2B5EF4-FFF2-40B4-BE49-F238E27FC236}">
                      <a16:creationId xmlns:a16="http://schemas.microsoft.com/office/drawing/2014/main" id="{85255C75-DC7D-4322-199F-3A79B9E26351}"/>
                    </a:ext>
                  </a:extLst>
                </p:cNvPr>
                <p:cNvPicPr/>
                <p:nvPr/>
              </p:nvPicPr>
              <p:blipFill>
                <a:blip r:embed="rId29"/>
                <a:stretch>
                  <a:fillRect/>
                </a:stretch>
              </p:blipFill>
              <p:spPr>
                <a:xfrm>
                  <a:off x="14288558" y="775416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0" name="Ink 39">
                  <a:extLst>
                    <a:ext uri="{FF2B5EF4-FFF2-40B4-BE49-F238E27FC236}">
                      <a16:creationId xmlns:a16="http://schemas.microsoft.com/office/drawing/2014/main" id="{77CE85FF-1332-EA87-8936-98D1A82E4512}"/>
                    </a:ext>
                  </a:extLst>
                </p14:cNvPr>
                <p14:cNvContentPartPr/>
                <p14:nvPr/>
              </p14:nvContentPartPr>
              <p14:xfrm>
                <a:off x="14272718" y="7839123"/>
                <a:ext cx="34560" cy="13680"/>
              </p14:xfrm>
            </p:contentPart>
          </mc:Choice>
          <mc:Fallback xmlns="">
            <p:pic>
              <p:nvPicPr>
                <p:cNvPr id="40" name="Ink 39">
                  <a:extLst>
                    <a:ext uri="{FF2B5EF4-FFF2-40B4-BE49-F238E27FC236}">
                      <a16:creationId xmlns:a16="http://schemas.microsoft.com/office/drawing/2014/main" id="{77CE85FF-1332-EA87-8936-98D1A82E4512}"/>
                    </a:ext>
                  </a:extLst>
                </p:cNvPr>
                <p:cNvPicPr/>
                <p:nvPr/>
              </p:nvPicPr>
              <p:blipFill>
                <a:blip r:embed="rId31"/>
                <a:stretch>
                  <a:fillRect/>
                </a:stretch>
              </p:blipFill>
              <p:spPr>
                <a:xfrm>
                  <a:off x="14209718" y="7776123"/>
                  <a:ext cx="1602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1" name="Ink 40">
                  <a:extLst>
                    <a:ext uri="{FF2B5EF4-FFF2-40B4-BE49-F238E27FC236}">
                      <a16:creationId xmlns:a16="http://schemas.microsoft.com/office/drawing/2014/main" id="{8DC8686E-07C6-28FE-7C4A-6EBA5595C03F}"/>
                    </a:ext>
                  </a:extLst>
                </p14:cNvPr>
                <p14:cNvContentPartPr/>
                <p14:nvPr/>
              </p14:nvContentPartPr>
              <p14:xfrm>
                <a:off x="14136998" y="7872603"/>
                <a:ext cx="36360" cy="7200"/>
              </p14:xfrm>
            </p:contentPart>
          </mc:Choice>
          <mc:Fallback xmlns="">
            <p:pic>
              <p:nvPicPr>
                <p:cNvPr id="41" name="Ink 40">
                  <a:extLst>
                    <a:ext uri="{FF2B5EF4-FFF2-40B4-BE49-F238E27FC236}">
                      <a16:creationId xmlns:a16="http://schemas.microsoft.com/office/drawing/2014/main" id="{8DC8686E-07C6-28FE-7C4A-6EBA5595C03F}"/>
                    </a:ext>
                  </a:extLst>
                </p:cNvPr>
                <p:cNvPicPr/>
                <p:nvPr/>
              </p:nvPicPr>
              <p:blipFill>
                <a:blip r:embed="rId33"/>
                <a:stretch>
                  <a:fillRect/>
                </a:stretch>
              </p:blipFill>
              <p:spPr>
                <a:xfrm>
                  <a:off x="14073998" y="7809963"/>
                  <a:ext cx="1620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2" name="Ink 41">
                  <a:extLst>
                    <a:ext uri="{FF2B5EF4-FFF2-40B4-BE49-F238E27FC236}">
                      <a16:creationId xmlns:a16="http://schemas.microsoft.com/office/drawing/2014/main" id="{5C9FAD8F-5369-5CED-2433-647BB7AB4A1C}"/>
                    </a:ext>
                  </a:extLst>
                </p14:cNvPr>
                <p14:cNvContentPartPr/>
                <p14:nvPr/>
              </p14:nvContentPartPr>
              <p14:xfrm>
                <a:off x="14061758" y="7883763"/>
                <a:ext cx="360" cy="360"/>
              </p14:xfrm>
            </p:contentPart>
          </mc:Choice>
          <mc:Fallback xmlns="">
            <p:pic>
              <p:nvPicPr>
                <p:cNvPr id="42" name="Ink 41">
                  <a:extLst>
                    <a:ext uri="{FF2B5EF4-FFF2-40B4-BE49-F238E27FC236}">
                      <a16:creationId xmlns:a16="http://schemas.microsoft.com/office/drawing/2014/main" id="{5C9FAD8F-5369-5CED-2433-647BB7AB4A1C}"/>
                    </a:ext>
                  </a:extLst>
                </p:cNvPr>
                <p:cNvPicPr/>
                <p:nvPr/>
              </p:nvPicPr>
              <p:blipFill>
                <a:blip r:embed="rId9"/>
                <a:stretch>
                  <a:fillRect/>
                </a:stretch>
              </p:blipFill>
              <p:spPr>
                <a:xfrm>
                  <a:off x="13999118" y="7820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3" name="Ink 42">
                  <a:extLst>
                    <a:ext uri="{FF2B5EF4-FFF2-40B4-BE49-F238E27FC236}">
                      <a16:creationId xmlns:a16="http://schemas.microsoft.com/office/drawing/2014/main" id="{3917787D-69DF-83CB-856B-4B4C55DA0935}"/>
                    </a:ext>
                  </a:extLst>
                </p14:cNvPr>
                <p14:cNvContentPartPr/>
                <p14:nvPr/>
              </p14:nvContentPartPr>
              <p14:xfrm>
                <a:off x="14014958" y="7883763"/>
                <a:ext cx="2160" cy="360"/>
              </p14:xfrm>
            </p:contentPart>
          </mc:Choice>
          <mc:Fallback xmlns="">
            <p:pic>
              <p:nvPicPr>
                <p:cNvPr id="43" name="Ink 42">
                  <a:extLst>
                    <a:ext uri="{FF2B5EF4-FFF2-40B4-BE49-F238E27FC236}">
                      <a16:creationId xmlns:a16="http://schemas.microsoft.com/office/drawing/2014/main" id="{3917787D-69DF-83CB-856B-4B4C55DA0935}"/>
                    </a:ext>
                  </a:extLst>
                </p:cNvPr>
                <p:cNvPicPr/>
                <p:nvPr/>
              </p:nvPicPr>
              <p:blipFill>
                <a:blip r:embed="rId36"/>
                <a:stretch>
                  <a:fillRect/>
                </a:stretch>
              </p:blipFill>
              <p:spPr>
                <a:xfrm>
                  <a:off x="13952318" y="782076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4" name="Ink 43">
                  <a:extLst>
                    <a:ext uri="{FF2B5EF4-FFF2-40B4-BE49-F238E27FC236}">
                      <a16:creationId xmlns:a16="http://schemas.microsoft.com/office/drawing/2014/main" id="{64489F65-F30B-DBBB-8B9C-CD23D44DD8CA}"/>
                    </a:ext>
                  </a:extLst>
                </p14:cNvPr>
                <p14:cNvContentPartPr/>
                <p14:nvPr/>
              </p14:nvContentPartPr>
              <p14:xfrm>
                <a:off x="13992998" y="7861443"/>
                <a:ext cx="2160" cy="360"/>
              </p14:xfrm>
            </p:contentPart>
          </mc:Choice>
          <mc:Fallback xmlns="">
            <p:pic>
              <p:nvPicPr>
                <p:cNvPr id="44" name="Ink 43">
                  <a:extLst>
                    <a:ext uri="{FF2B5EF4-FFF2-40B4-BE49-F238E27FC236}">
                      <a16:creationId xmlns:a16="http://schemas.microsoft.com/office/drawing/2014/main" id="{64489F65-F30B-DBBB-8B9C-CD23D44DD8CA}"/>
                    </a:ext>
                  </a:extLst>
                </p:cNvPr>
                <p:cNvPicPr/>
                <p:nvPr/>
              </p:nvPicPr>
              <p:blipFill>
                <a:blip r:embed="rId18"/>
                <a:stretch>
                  <a:fillRect/>
                </a:stretch>
              </p:blipFill>
              <p:spPr>
                <a:xfrm>
                  <a:off x="13929998" y="77988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5" name="Ink 44">
                  <a:extLst>
                    <a:ext uri="{FF2B5EF4-FFF2-40B4-BE49-F238E27FC236}">
                      <a16:creationId xmlns:a16="http://schemas.microsoft.com/office/drawing/2014/main" id="{AE900F95-7261-77AE-9575-C5FE3B3A3F7E}"/>
                    </a:ext>
                  </a:extLst>
                </p14:cNvPr>
                <p14:cNvContentPartPr/>
                <p14:nvPr/>
              </p14:nvContentPartPr>
              <p14:xfrm>
                <a:off x="13959158" y="7861443"/>
                <a:ext cx="13320" cy="360"/>
              </p14:xfrm>
            </p:contentPart>
          </mc:Choice>
          <mc:Fallback xmlns="">
            <p:pic>
              <p:nvPicPr>
                <p:cNvPr id="45" name="Ink 44">
                  <a:extLst>
                    <a:ext uri="{FF2B5EF4-FFF2-40B4-BE49-F238E27FC236}">
                      <a16:creationId xmlns:a16="http://schemas.microsoft.com/office/drawing/2014/main" id="{AE900F95-7261-77AE-9575-C5FE3B3A3F7E}"/>
                    </a:ext>
                  </a:extLst>
                </p:cNvPr>
                <p:cNvPicPr/>
                <p:nvPr/>
              </p:nvPicPr>
              <p:blipFill>
                <a:blip r:embed="rId39"/>
                <a:stretch>
                  <a:fillRect/>
                </a:stretch>
              </p:blipFill>
              <p:spPr>
                <a:xfrm>
                  <a:off x="13896518" y="779880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6" name="Ink 45">
                  <a:extLst>
                    <a:ext uri="{FF2B5EF4-FFF2-40B4-BE49-F238E27FC236}">
                      <a16:creationId xmlns:a16="http://schemas.microsoft.com/office/drawing/2014/main" id="{7E1D82FF-B9A6-355B-48DB-9F2059C57E86}"/>
                    </a:ext>
                  </a:extLst>
                </p14:cNvPr>
                <p14:cNvContentPartPr/>
                <p14:nvPr/>
              </p14:nvContentPartPr>
              <p14:xfrm>
                <a:off x="13877078" y="7861443"/>
                <a:ext cx="6480" cy="360"/>
              </p14:xfrm>
            </p:contentPart>
          </mc:Choice>
          <mc:Fallback xmlns="">
            <p:pic>
              <p:nvPicPr>
                <p:cNvPr id="46" name="Ink 45">
                  <a:extLst>
                    <a:ext uri="{FF2B5EF4-FFF2-40B4-BE49-F238E27FC236}">
                      <a16:creationId xmlns:a16="http://schemas.microsoft.com/office/drawing/2014/main" id="{7E1D82FF-B9A6-355B-48DB-9F2059C57E86}"/>
                    </a:ext>
                  </a:extLst>
                </p:cNvPr>
                <p:cNvPicPr/>
                <p:nvPr/>
              </p:nvPicPr>
              <p:blipFill>
                <a:blip r:embed="rId41"/>
                <a:stretch>
                  <a:fillRect/>
                </a:stretch>
              </p:blipFill>
              <p:spPr>
                <a:xfrm>
                  <a:off x="13814078" y="779880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7" name="Ink 46">
                  <a:extLst>
                    <a:ext uri="{FF2B5EF4-FFF2-40B4-BE49-F238E27FC236}">
                      <a16:creationId xmlns:a16="http://schemas.microsoft.com/office/drawing/2014/main" id="{C23189D0-2EB0-2C5B-3BDB-B87223FAD382}"/>
                    </a:ext>
                  </a:extLst>
                </p14:cNvPr>
                <p14:cNvContentPartPr/>
                <p14:nvPr/>
              </p14:nvContentPartPr>
              <p14:xfrm>
                <a:off x="13783118" y="7861443"/>
                <a:ext cx="22320" cy="360"/>
              </p14:xfrm>
            </p:contentPart>
          </mc:Choice>
          <mc:Fallback xmlns="">
            <p:pic>
              <p:nvPicPr>
                <p:cNvPr id="47" name="Ink 46">
                  <a:extLst>
                    <a:ext uri="{FF2B5EF4-FFF2-40B4-BE49-F238E27FC236}">
                      <a16:creationId xmlns:a16="http://schemas.microsoft.com/office/drawing/2014/main" id="{C23189D0-2EB0-2C5B-3BDB-B87223FAD382}"/>
                    </a:ext>
                  </a:extLst>
                </p:cNvPr>
                <p:cNvPicPr/>
                <p:nvPr/>
              </p:nvPicPr>
              <p:blipFill>
                <a:blip r:embed="rId23"/>
                <a:stretch>
                  <a:fillRect/>
                </a:stretch>
              </p:blipFill>
              <p:spPr>
                <a:xfrm>
                  <a:off x="13720478" y="779880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8" name="Ink 47">
                  <a:extLst>
                    <a:ext uri="{FF2B5EF4-FFF2-40B4-BE49-F238E27FC236}">
                      <a16:creationId xmlns:a16="http://schemas.microsoft.com/office/drawing/2014/main" id="{F55CC548-23F4-7947-038A-559D12CAF8C6}"/>
                    </a:ext>
                  </a:extLst>
                </p14:cNvPr>
                <p14:cNvContentPartPr/>
                <p14:nvPr/>
              </p14:nvContentPartPr>
              <p14:xfrm>
                <a:off x="13687358" y="7861443"/>
                <a:ext cx="6480" cy="360"/>
              </p14:xfrm>
            </p:contentPart>
          </mc:Choice>
          <mc:Fallback xmlns="">
            <p:pic>
              <p:nvPicPr>
                <p:cNvPr id="48" name="Ink 47">
                  <a:extLst>
                    <a:ext uri="{FF2B5EF4-FFF2-40B4-BE49-F238E27FC236}">
                      <a16:creationId xmlns:a16="http://schemas.microsoft.com/office/drawing/2014/main" id="{F55CC548-23F4-7947-038A-559D12CAF8C6}"/>
                    </a:ext>
                  </a:extLst>
                </p:cNvPr>
                <p:cNvPicPr/>
                <p:nvPr/>
              </p:nvPicPr>
              <p:blipFill>
                <a:blip r:embed="rId41"/>
                <a:stretch>
                  <a:fillRect/>
                </a:stretch>
              </p:blipFill>
              <p:spPr>
                <a:xfrm>
                  <a:off x="13624358" y="779880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9" name="Ink 48">
                  <a:extLst>
                    <a:ext uri="{FF2B5EF4-FFF2-40B4-BE49-F238E27FC236}">
                      <a16:creationId xmlns:a16="http://schemas.microsoft.com/office/drawing/2014/main" id="{2D72AE19-CA4B-2A26-6742-D44232F5F80A}"/>
                    </a:ext>
                  </a:extLst>
                </p14:cNvPr>
                <p14:cNvContentPartPr/>
                <p14:nvPr/>
              </p14:nvContentPartPr>
              <p14:xfrm>
                <a:off x="13624718" y="7861443"/>
                <a:ext cx="13320" cy="360"/>
              </p14:xfrm>
            </p:contentPart>
          </mc:Choice>
          <mc:Fallback xmlns="">
            <p:pic>
              <p:nvPicPr>
                <p:cNvPr id="49" name="Ink 48">
                  <a:extLst>
                    <a:ext uri="{FF2B5EF4-FFF2-40B4-BE49-F238E27FC236}">
                      <a16:creationId xmlns:a16="http://schemas.microsoft.com/office/drawing/2014/main" id="{2D72AE19-CA4B-2A26-6742-D44232F5F80A}"/>
                    </a:ext>
                  </a:extLst>
                </p:cNvPr>
                <p:cNvPicPr/>
                <p:nvPr/>
              </p:nvPicPr>
              <p:blipFill>
                <a:blip r:embed="rId39"/>
                <a:stretch>
                  <a:fillRect/>
                </a:stretch>
              </p:blipFill>
              <p:spPr>
                <a:xfrm>
                  <a:off x="13561718" y="779880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0" name="Ink 49">
                  <a:extLst>
                    <a:ext uri="{FF2B5EF4-FFF2-40B4-BE49-F238E27FC236}">
                      <a16:creationId xmlns:a16="http://schemas.microsoft.com/office/drawing/2014/main" id="{D1381385-B6B0-27E3-D083-098EBDD4FE27}"/>
                    </a:ext>
                  </a:extLst>
                </p14:cNvPr>
                <p14:cNvContentPartPr/>
                <p14:nvPr/>
              </p14:nvContentPartPr>
              <p14:xfrm>
                <a:off x="13568918" y="7861443"/>
                <a:ext cx="13320" cy="360"/>
              </p14:xfrm>
            </p:contentPart>
          </mc:Choice>
          <mc:Fallback xmlns="">
            <p:pic>
              <p:nvPicPr>
                <p:cNvPr id="50" name="Ink 49">
                  <a:extLst>
                    <a:ext uri="{FF2B5EF4-FFF2-40B4-BE49-F238E27FC236}">
                      <a16:creationId xmlns:a16="http://schemas.microsoft.com/office/drawing/2014/main" id="{D1381385-B6B0-27E3-D083-098EBDD4FE27}"/>
                    </a:ext>
                  </a:extLst>
                </p:cNvPr>
                <p:cNvPicPr/>
                <p:nvPr/>
              </p:nvPicPr>
              <p:blipFill>
                <a:blip r:embed="rId39"/>
                <a:stretch>
                  <a:fillRect/>
                </a:stretch>
              </p:blipFill>
              <p:spPr>
                <a:xfrm>
                  <a:off x="13505918" y="779880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Ink 50">
                  <a:extLst>
                    <a:ext uri="{FF2B5EF4-FFF2-40B4-BE49-F238E27FC236}">
                      <a16:creationId xmlns:a16="http://schemas.microsoft.com/office/drawing/2014/main" id="{A9584DB2-162A-AE6E-51E9-91C26FFC3404}"/>
                    </a:ext>
                  </a:extLst>
                </p14:cNvPr>
                <p14:cNvContentPartPr/>
                <p14:nvPr/>
              </p14:nvContentPartPr>
              <p14:xfrm>
                <a:off x="13482158" y="7861443"/>
                <a:ext cx="21960" cy="360"/>
              </p14:xfrm>
            </p:contentPart>
          </mc:Choice>
          <mc:Fallback xmlns="">
            <p:pic>
              <p:nvPicPr>
                <p:cNvPr id="51" name="Ink 50">
                  <a:extLst>
                    <a:ext uri="{FF2B5EF4-FFF2-40B4-BE49-F238E27FC236}">
                      <a16:creationId xmlns:a16="http://schemas.microsoft.com/office/drawing/2014/main" id="{A9584DB2-162A-AE6E-51E9-91C26FFC3404}"/>
                    </a:ext>
                  </a:extLst>
                </p:cNvPr>
                <p:cNvPicPr/>
                <p:nvPr/>
              </p:nvPicPr>
              <p:blipFill>
                <a:blip r:embed="rId23"/>
                <a:stretch>
                  <a:fillRect/>
                </a:stretch>
              </p:blipFill>
              <p:spPr>
                <a:xfrm>
                  <a:off x="13419158" y="7798803"/>
                  <a:ext cx="1476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2" name="Ink 51">
                  <a:extLst>
                    <a:ext uri="{FF2B5EF4-FFF2-40B4-BE49-F238E27FC236}">
                      <a16:creationId xmlns:a16="http://schemas.microsoft.com/office/drawing/2014/main" id="{696F9794-EBF8-2F35-02C1-CEB94D64D856}"/>
                    </a:ext>
                  </a:extLst>
                </p14:cNvPr>
                <p14:cNvContentPartPr/>
                <p14:nvPr/>
              </p14:nvContentPartPr>
              <p14:xfrm>
                <a:off x="13357958" y="7839123"/>
                <a:ext cx="46080" cy="23040"/>
              </p14:xfrm>
            </p:contentPart>
          </mc:Choice>
          <mc:Fallback xmlns="">
            <p:pic>
              <p:nvPicPr>
                <p:cNvPr id="52" name="Ink 51">
                  <a:extLst>
                    <a:ext uri="{FF2B5EF4-FFF2-40B4-BE49-F238E27FC236}">
                      <a16:creationId xmlns:a16="http://schemas.microsoft.com/office/drawing/2014/main" id="{696F9794-EBF8-2F35-02C1-CEB94D64D856}"/>
                    </a:ext>
                  </a:extLst>
                </p:cNvPr>
                <p:cNvPicPr/>
                <p:nvPr/>
              </p:nvPicPr>
              <p:blipFill>
                <a:blip r:embed="rId48"/>
                <a:stretch>
                  <a:fillRect/>
                </a:stretch>
              </p:blipFill>
              <p:spPr>
                <a:xfrm>
                  <a:off x="13294958" y="7776123"/>
                  <a:ext cx="1717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3" name="Ink 52">
                  <a:extLst>
                    <a:ext uri="{FF2B5EF4-FFF2-40B4-BE49-F238E27FC236}">
                      <a16:creationId xmlns:a16="http://schemas.microsoft.com/office/drawing/2014/main" id="{E43CBE7B-C93C-FABA-15A5-504FE57EEFB9}"/>
                    </a:ext>
                  </a:extLst>
                </p14:cNvPr>
                <p14:cNvContentPartPr/>
                <p14:nvPr/>
              </p14:nvContentPartPr>
              <p14:xfrm>
                <a:off x="13207838" y="7827963"/>
                <a:ext cx="6480" cy="360"/>
              </p14:xfrm>
            </p:contentPart>
          </mc:Choice>
          <mc:Fallback xmlns="">
            <p:pic>
              <p:nvPicPr>
                <p:cNvPr id="53" name="Ink 52">
                  <a:extLst>
                    <a:ext uri="{FF2B5EF4-FFF2-40B4-BE49-F238E27FC236}">
                      <a16:creationId xmlns:a16="http://schemas.microsoft.com/office/drawing/2014/main" id="{E43CBE7B-C93C-FABA-15A5-504FE57EEFB9}"/>
                    </a:ext>
                  </a:extLst>
                </p:cNvPr>
                <p:cNvPicPr/>
                <p:nvPr/>
              </p:nvPicPr>
              <p:blipFill>
                <a:blip r:embed="rId41"/>
                <a:stretch>
                  <a:fillRect/>
                </a:stretch>
              </p:blipFill>
              <p:spPr>
                <a:xfrm>
                  <a:off x="13145198" y="776496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4" name="Ink 53">
                  <a:extLst>
                    <a:ext uri="{FF2B5EF4-FFF2-40B4-BE49-F238E27FC236}">
                      <a16:creationId xmlns:a16="http://schemas.microsoft.com/office/drawing/2014/main" id="{39DE5304-5899-BA9D-A9DB-AAA1BFBC744A}"/>
                    </a:ext>
                  </a:extLst>
                </p14:cNvPr>
                <p14:cNvContentPartPr/>
                <p14:nvPr/>
              </p14:nvContentPartPr>
              <p14:xfrm>
                <a:off x="13164998" y="7826163"/>
                <a:ext cx="4680" cy="2160"/>
              </p14:xfrm>
            </p:contentPart>
          </mc:Choice>
          <mc:Fallback xmlns="">
            <p:pic>
              <p:nvPicPr>
                <p:cNvPr id="54" name="Ink 53">
                  <a:extLst>
                    <a:ext uri="{FF2B5EF4-FFF2-40B4-BE49-F238E27FC236}">
                      <a16:creationId xmlns:a16="http://schemas.microsoft.com/office/drawing/2014/main" id="{39DE5304-5899-BA9D-A9DB-AAA1BFBC744A}"/>
                    </a:ext>
                  </a:extLst>
                </p:cNvPr>
                <p:cNvPicPr/>
                <p:nvPr/>
              </p:nvPicPr>
              <p:blipFill>
                <a:blip r:embed="rId51"/>
                <a:stretch>
                  <a:fillRect/>
                </a:stretch>
              </p:blipFill>
              <p:spPr>
                <a:xfrm>
                  <a:off x="13101998" y="7763163"/>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5" name="Ink 54">
                  <a:extLst>
                    <a:ext uri="{FF2B5EF4-FFF2-40B4-BE49-F238E27FC236}">
                      <a16:creationId xmlns:a16="http://schemas.microsoft.com/office/drawing/2014/main" id="{B79EAEA9-7A17-657B-4056-664D9D0455C0}"/>
                    </a:ext>
                  </a:extLst>
                </p14:cNvPr>
                <p14:cNvContentPartPr/>
                <p14:nvPr/>
              </p14:nvContentPartPr>
              <p14:xfrm>
                <a:off x="13100558" y="7805643"/>
                <a:ext cx="2160" cy="360"/>
              </p14:xfrm>
            </p:contentPart>
          </mc:Choice>
          <mc:Fallback xmlns="">
            <p:pic>
              <p:nvPicPr>
                <p:cNvPr id="55" name="Ink 54">
                  <a:extLst>
                    <a:ext uri="{FF2B5EF4-FFF2-40B4-BE49-F238E27FC236}">
                      <a16:creationId xmlns:a16="http://schemas.microsoft.com/office/drawing/2014/main" id="{B79EAEA9-7A17-657B-4056-664D9D0455C0}"/>
                    </a:ext>
                  </a:extLst>
                </p:cNvPr>
                <p:cNvPicPr/>
                <p:nvPr/>
              </p:nvPicPr>
              <p:blipFill>
                <a:blip r:embed="rId18"/>
                <a:stretch>
                  <a:fillRect/>
                </a:stretch>
              </p:blipFill>
              <p:spPr>
                <a:xfrm>
                  <a:off x="13037558" y="77430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6" name="Ink 55">
                  <a:extLst>
                    <a:ext uri="{FF2B5EF4-FFF2-40B4-BE49-F238E27FC236}">
                      <a16:creationId xmlns:a16="http://schemas.microsoft.com/office/drawing/2014/main" id="{B42E19E5-DBB4-9B91-3BB4-684CEDE8A623}"/>
                    </a:ext>
                  </a:extLst>
                </p14:cNvPr>
                <p14:cNvContentPartPr/>
                <p14:nvPr/>
              </p14:nvContentPartPr>
              <p14:xfrm>
                <a:off x="13036118" y="7794843"/>
                <a:ext cx="22680" cy="360"/>
              </p14:xfrm>
            </p:contentPart>
          </mc:Choice>
          <mc:Fallback xmlns="">
            <p:pic>
              <p:nvPicPr>
                <p:cNvPr id="56" name="Ink 55">
                  <a:extLst>
                    <a:ext uri="{FF2B5EF4-FFF2-40B4-BE49-F238E27FC236}">
                      <a16:creationId xmlns:a16="http://schemas.microsoft.com/office/drawing/2014/main" id="{B42E19E5-DBB4-9B91-3BB4-684CEDE8A623}"/>
                    </a:ext>
                  </a:extLst>
                </p:cNvPr>
                <p:cNvPicPr/>
                <p:nvPr/>
              </p:nvPicPr>
              <p:blipFill>
                <a:blip r:embed="rId23"/>
                <a:stretch>
                  <a:fillRect/>
                </a:stretch>
              </p:blipFill>
              <p:spPr>
                <a:xfrm>
                  <a:off x="12973118" y="7731843"/>
                  <a:ext cx="148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7" name="Ink 56">
                  <a:extLst>
                    <a:ext uri="{FF2B5EF4-FFF2-40B4-BE49-F238E27FC236}">
                      <a16:creationId xmlns:a16="http://schemas.microsoft.com/office/drawing/2014/main" id="{787E9679-90E4-30FD-13C5-74DEFBF862F0}"/>
                    </a:ext>
                  </a:extLst>
                </p14:cNvPr>
                <p14:cNvContentPartPr/>
                <p14:nvPr/>
              </p14:nvContentPartPr>
              <p14:xfrm>
                <a:off x="12997958" y="7805643"/>
                <a:ext cx="15480" cy="39600"/>
              </p14:xfrm>
            </p:contentPart>
          </mc:Choice>
          <mc:Fallback xmlns="">
            <p:pic>
              <p:nvPicPr>
                <p:cNvPr id="57" name="Ink 56">
                  <a:extLst>
                    <a:ext uri="{FF2B5EF4-FFF2-40B4-BE49-F238E27FC236}">
                      <a16:creationId xmlns:a16="http://schemas.microsoft.com/office/drawing/2014/main" id="{787E9679-90E4-30FD-13C5-74DEFBF862F0}"/>
                    </a:ext>
                  </a:extLst>
                </p:cNvPr>
                <p:cNvPicPr/>
                <p:nvPr/>
              </p:nvPicPr>
              <p:blipFill>
                <a:blip r:embed="rId55"/>
                <a:stretch>
                  <a:fillRect/>
                </a:stretch>
              </p:blipFill>
              <p:spPr>
                <a:xfrm>
                  <a:off x="12935318" y="7743003"/>
                  <a:ext cx="1411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8" name="Ink 57">
                  <a:extLst>
                    <a:ext uri="{FF2B5EF4-FFF2-40B4-BE49-F238E27FC236}">
                      <a16:creationId xmlns:a16="http://schemas.microsoft.com/office/drawing/2014/main" id="{7AED85CD-CB06-8D2D-BE9F-14F4B27381A5}"/>
                    </a:ext>
                  </a:extLst>
                </p14:cNvPr>
                <p14:cNvContentPartPr/>
                <p14:nvPr/>
              </p14:nvContentPartPr>
              <p14:xfrm>
                <a:off x="12968438" y="7883763"/>
                <a:ext cx="360" cy="360"/>
              </p14:xfrm>
            </p:contentPart>
          </mc:Choice>
          <mc:Fallback xmlns="">
            <p:pic>
              <p:nvPicPr>
                <p:cNvPr id="58" name="Ink 57">
                  <a:extLst>
                    <a:ext uri="{FF2B5EF4-FFF2-40B4-BE49-F238E27FC236}">
                      <a16:creationId xmlns:a16="http://schemas.microsoft.com/office/drawing/2014/main" id="{7AED85CD-CB06-8D2D-BE9F-14F4B27381A5}"/>
                    </a:ext>
                  </a:extLst>
                </p:cNvPr>
                <p:cNvPicPr/>
                <p:nvPr/>
              </p:nvPicPr>
              <p:blipFill>
                <a:blip r:embed="rId9"/>
                <a:stretch>
                  <a:fillRect/>
                </a:stretch>
              </p:blipFill>
              <p:spPr>
                <a:xfrm>
                  <a:off x="12905798" y="7820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9" name="Ink 58">
                  <a:extLst>
                    <a:ext uri="{FF2B5EF4-FFF2-40B4-BE49-F238E27FC236}">
                      <a16:creationId xmlns:a16="http://schemas.microsoft.com/office/drawing/2014/main" id="{B8CE3650-D2C8-5C7B-426B-B03E7459B566}"/>
                    </a:ext>
                  </a:extLst>
                </p14:cNvPr>
                <p14:cNvContentPartPr/>
                <p14:nvPr/>
              </p14:nvContentPartPr>
              <p14:xfrm>
                <a:off x="12968438" y="7883763"/>
                <a:ext cx="360" cy="360"/>
              </p14:xfrm>
            </p:contentPart>
          </mc:Choice>
          <mc:Fallback xmlns="">
            <p:pic>
              <p:nvPicPr>
                <p:cNvPr id="59" name="Ink 58">
                  <a:extLst>
                    <a:ext uri="{FF2B5EF4-FFF2-40B4-BE49-F238E27FC236}">
                      <a16:creationId xmlns:a16="http://schemas.microsoft.com/office/drawing/2014/main" id="{B8CE3650-D2C8-5C7B-426B-B03E7459B566}"/>
                    </a:ext>
                  </a:extLst>
                </p:cNvPr>
                <p:cNvPicPr/>
                <p:nvPr/>
              </p:nvPicPr>
              <p:blipFill>
                <a:blip r:embed="rId9"/>
                <a:stretch>
                  <a:fillRect/>
                </a:stretch>
              </p:blipFill>
              <p:spPr>
                <a:xfrm>
                  <a:off x="12905798" y="782076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0" name="Ink 59">
                  <a:extLst>
                    <a:ext uri="{FF2B5EF4-FFF2-40B4-BE49-F238E27FC236}">
                      <a16:creationId xmlns:a16="http://schemas.microsoft.com/office/drawing/2014/main" id="{B5B286EE-C71F-0893-69B4-DC66A199EADE}"/>
                    </a:ext>
                  </a:extLst>
                </p14:cNvPr>
                <p14:cNvContentPartPr/>
                <p14:nvPr/>
              </p14:nvContentPartPr>
              <p14:xfrm>
                <a:off x="12968438" y="7894923"/>
                <a:ext cx="360" cy="6840"/>
              </p14:xfrm>
            </p:contentPart>
          </mc:Choice>
          <mc:Fallback xmlns="">
            <p:pic>
              <p:nvPicPr>
                <p:cNvPr id="60" name="Ink 59">
                  <a:extLst>
                    <a:ext uri="{FF2B5EF4-FFF2-40B4-BE49-F238E27FC236}">
                      <a16:creationId xmlns:a16="http://schemas.microsoft.com/office/drawing/2014/main" id="{B5B286EE-C71F-0893-69B4-DC66A199EADE}"/>
                    </a:ext>
                  </a:extLst>
                </p:cNvPr>
                <p:cNvPicPr/>
                <p:nvPr/>
              </p:nvPicPr>
              <p:blipFill>
                <a:blip r:embed="rId59"/>
                <a:stretch>
                  <a:fillRect/>
                </a:stretch>
              </p:blipFill>
              <p:spPr>
                <a:xfrm>
                  <a:off x="12905798" y="7831923"/>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1" name="Ink 60">
                  <a:extLst>
                    <a:ext uri="{FF2B5EF4-FFF2-40B4-BE49-F238E27FC236}">
                      <a16:creationId xmlns:a16="http://schemas.microsoft.com/office/drawing/2014/main" id="{27DE5FF7-0BF1-14EE-449E-B294FA3E4032}"/>
                    </a:ext>
                  </a:extLst>
                </p14:cNvPr>
                <p14:cNvContentPartPr/>
                <p14:nvPr/>
              </p14:nvContentPartPr>
              <p14:xfrm>
                <a:off x="12968438" y="7928403"/>
                <a:ext cx="360" cy="6480"/>
              </p14:xfrm>
            </p:contentPart>
          </mc:Choice>
          <mc:Fallback xmlns="">
            <p:pic>
              <p:nvPicPr>
                <p:cNvPr id="61" name="Ink 60">
                  <a:extLst>
                    <a:ext uri="{FF2B5EF4-FFF2-40B4-BE49-F238E27FC236}">
                      <a16:creationId xmlns:a16="http://schemas.microsoft.com/office/drawing/2014/main" id="{27DE5FF7-0BF1-14EE-449E-B294FA3E4032}"/>
                    </a:ext>
                  </a:extLst>
                </p:cNvPr>
                <p:cNvPicPr/>
                <p:nvPr/>
              </p:nvPicPr>
              <p:blipFill>
                <a:blip r:embed="rId61"/>
                <a:stretch>
                  <a:fillRect/>
                </a:stretch>
              </p:blipFill>
              <p:spPr>
                <a:xfrm>
                  <a:off x="12905798" y="7865763"/>
                  <a:ext cx="126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2" name="Ink 61">
                  <a:extLst>
                    <a:ext uri="{FF2B5EF4-FFF2-40B4-BE49-F238E27FC236}">
                      <a16:creationId xmlns:a16="http://schemas.microsoft.com/office/drawing/2014/main" id="{64873FFB-0011-75F1-B5B3-26D45E0C3058}"/>
                    </a:ext>
                  </a:extLst>
                </p14:cNvPr>
                <p14:cNvContentPartPr/>
                <p14:nvPr/>
              </p14:nvContentPartPr>
              <p14:xfrm>
                <a:off x="12968438" y="7961883"/>
                <a:ext cx="9000" cy="13680"/>
              </p14:xfrm>
            </p:contentPart>
          </mc:Choice>
          <mc:Fallback xmlns="">
            <p:pic>
              <p:nvPicPr>
                <p:cNvPr id="62" name="Ink 61">
                  <a:extLst>
                    <a:ext uri="{FF2B5EF4-FFF2-40B4-BE49-F238E27FC236}">
                      <a16:creationId xmlns:a16="http://schemas.microsoft.com/office/drawing/2014/main" id="{64873FFB-0011-75F1-B5B3-26D45E0C3058}"/>
                    </a:ext>
                  </a:extLst>
                </p:cNvPr>
                <p:cNvPicPr/>
                <p:nvPr/>
              </p:nvPicPr>
              <p:blipFill>
                <a:blip r:embed="rId63"/>
                <a:stretch>
                  <a:fillRect/>
                </a:stretch>
              </p:blipFill>
              <p:spPr>
                <a:xfrm>
                  <a:off x="12905798" y="7898883"/>
                  <a:ext cx="1346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3" name="Ink 62">
                  <a:extLst>
                    <a:ext uri="{FF2B5EF4-FFF2-40B4-BE49-F238E27FC236}">
                      <a16:creationId xmlns:a16="http://schemas.microsoft.com/office/drawing/2014/main" id="{F2640772-96F5-E6AA-5E20-C8766A65612C}"/>
                    </a:ext>
                  </a:extLst>
                </p14:cNvPr>
                <p14:cNvContentPartPr/>
                <p14:nvPr/>
              </p14:nvContentPartPr>
              <p14:xfrm>
                <a:off x="13035398" y="7984203"/>
                <a:ext cx="2160" cy="360"/>
              </p14:xfrm>
            </p:contentPart>
          </mc:Choice>
          <mc:Fallback xmlns="">
            <p:pic>
              <p:nvPicPr>
                <p:cNvPr id="63" name="Ink 62">
                  <a:extLst>
                    <a:ext uri="{FF2B5EF4-FFF2-40B4-BE49-F238E27FC236}">
                      <a16:creationId xmlns:a16="http://schemas.microsoft.com/office/drawing/2014/main" id="{F2640772-96F5-E6AA-5E20-C8766A65612C}"/>
                    </a:ext>
                  </a:extLst>
                </p:cNvPr>
                <p:cNvPicPr/>
                <p:nvPr/>
              </p:nvPicPr>
              <p:blipFill>
                <a:blip r:embed="rId36"/>
                <a:stretch>
                  <a:fillRect/>
                </a:stretch>
              </p:blipFill>
              <p:spPr>
                <a:xfrm>
                  <a:off x="12972758" y="792156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4" name="Ink 63">
                  <a:extLst>
                    <a:ext uri="{FF2B5EF4-FFF2-40B4-BE49-F238E27FC236}">
                      <a16:creationId xmlns:a16="http://schemas.microsoft.com/office/drawing/2014/main" id="{1A6CACEF-7D1F-9F20-BA0C-F8A113F4B77D}"/>
                    </a:ext>
                  </a:extLst>
                </p14:cNvPr>
                <p14:cNvContentPartPr/>
                <p14:nvPr/>
              </p14:nvContentPartPr>
              <p14:xfrm>
                <a:off x="13058078" y="7959723"/>
                <a:ext cx="360" cy="2160"/>
              </p14:xfrm>
            </p:contentPart>
          </mc:Choice>
          <mc:Fallback xmlns="">
            <p:pic>
              <p:nvPicPr>
                <p:cNvPr id="64" name="Ink 63">
                  <a:extLst>
                    <a:ext uri="{FF2B5EF4-FFF2-40B4-BE49-F238E27FC236}">
                      <a16:creationId xmlns:a16="http://schemas.microsoft.com/office/drawing/2014/main" id="{1A6CACEF-7D1F-9F20-BA0C-F8A113F4B77D}"/>
                    </a:ext>
                  </a:extLst>
                </p:cNvPr>
                <p:cNvPicPr/>
                <p:nvPr/>
              </p:nvPicPr>
              <p:blipFill>
                <a:blip r:embed="rId66"/>
                <a:stretch>
                  <a:fillRect/>
                </a:stretch>
              </p:blipFill>
              <p:spPr>
                <a:xfrm>
                  <a:off x="12995438" y="78970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5" name="Ink 64">
                  <a:extLst>
                    <a:ext uri="{FF2B5EF4-FFF2-40B4-BE49-F238E27FC236}">
                      <a16:creationId xmlns:a16="http://schemas.microsoft.com/office/drawing/2014/main" id="{D231D918-54C6-F50E-F374-7A9936371197}"/>
                    </a:ext>
                  </a:extLst>
                </p14:cNvPr>
                <p14:cNvContentPartPr/>
                <p14:nvPr/>
              </p14:nvContentPartPr>
              <p14:xfrm>
                <a:off x="13069238" y="7926603"/>
                <a:ext cx="11520" cy="2160"/>
              </p14:xfrm>
            </p:contentPart>
          </mc:Choice>
          <mc:Fallback xmlns="">
            <p:pic>
              <p:nvPicPr>
                <p:cNvPr id="65" name="Ink 64">
                  <a:extLst>
                    <a:ext uri="{FF2B5EF4-FFF2-40B4-BE49-F238E27FC236}">
                      <a16:creationId xmlns:a16="http://schemas.microsoft.com/office/drawing/2014/main" id="{D231D918-54C6-F50E-F374-7A9936371197}"/>
                    </a:ext>
                  </a:extLst>
                </p:cNvPr>
                <p:cNvPicPr/>
                <p:nvPr/>
              </p:nvPicPr>
              <p:blipFill>
                <a:blip r:embed="rId68"/>
                <a:stretch>
                  <a:fillRect/>
                </a:stretch>
              </p:blipFill>
              <p:spPr>
                <a:xfrm>
                  <a:off x="13006238" y="7863963"/>
                  <a:ext cx="1371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6" name="Ink 65">
                  <a:extLst>
                    <a:ext uri="{FF2B5EF4-FFF2-40B4-BE49-F238E27FC236}">
                      <a16:creationId xmlns:a16="http://schemas.microsoft.com/office/drawing/2014/main" id="{11973E05-691D-6521-6B48-5FECC4882F00}"/>
                    </a:ext>
                  </a:extLst>
                </p14:cNvPr>
                <p14:cNvContentPartPr/>
                <p14:nvPr/>
              </p14:nvContentPartPr>
              <p14:xfrm>
                <a:off x="13169318" y="7894923"/>
                <a:ext cx="48240" cy="7200"/>
              </p14:xfrm>
            </p:contentPart>
          </mc:Choice>
          <mc:Fallback xmlns="">
            <p:pic>
              <p:nvPicPr>
                <p:cNvPr id="66" name="Ink 65">
                  <a:extLst>
                    <a:ext uri="{FF2B5EF4-FFF2-40B4-BE49-F238E27FC236}">
                      <a16:creationId xmlns:a16="http://schemas.microsoft.com/office/drawing/2014/main" id="{11973E05-691D-6521-6B48-5FECC4882F00}"/>
                    </a:ext>
                  </a:extLst>
                </p:cNvPr>
                <p:cNvPicPr/>
                <p:nvPr/>
              </p:nvPicPr>
              <p:blipFill>
                <a:blip r:embed="rId70"/>
                <a:stretch>
                  <a:fillRect/>
                </a:stretch>
              </p:blipFill>
              <p:spPr>
                <a:xfrm>
                  <a:off x="13106678" y="7831923"/>
                  <a:ext cx="1738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7" name="Ink 66">
                  <a:extLst>
                    <a:ext uri="{FF2B5EF4-FFF2-40B4-BE49-F238E27FC236}">
                      <a16:creationId xmlns:a16="http://schemas.microsoft.com/office/drawing/2014/main" id="{B8D60C2D-ABB8-2507-4773-E5C25FAF16B6}"/>
                    </a:ext>
                  </a:extLst>
                </p14:cNvPr>
                <p14:cNvContentPartPr/>
                <p14:nvPr/>
              </p14:nvContentPartPr>
              <p14:xfrm>
                <a:off x="13258958" y="7905723"/>
                <a:ext cx="11520" cy="2160"/>
              </p14:xfrm>
            </p:contentPart>
          </mc:Choice>
          <mc:Fallback xmlns="">
            <p:pic>
              <p:nvPicPr>
                <p:cNvPr id="67" name="Ink 66">
                  <a:extLst>
                    <a:ext uri="{FF2B5EF4-FFF2-40B4-BE49-F238E27FC236}">
                      <a16:creationId xmlns:a16="http://schemas.microsoft.com/office/drawing/2014/main" id="{B8D60C2D-ABB8-2507-4773-E5C25FAF16B6}"/>
                    </a:ext>
                  </a:extLst>
                </p:cNvPr>
                <p:cNvPicPr/>
                <p:nvPr/>
              </p:nvPicPr>
              <p:blipFill>
                <a:blip r:embed="rId72"/>
                <a:stretch>
                  <a:fillRect/>
                </a:stretch>
              </p:blipFill>
              <p:spPr>
                <a:xfrm>
                  <a:off x="13195958" y="7843083"/>
                  <a:ext cx="1371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8" name="Ink 67">
                  <a:extLst>
                    <a:ext uri="{FF2B5EF4-FFF2-40B4-BE49-F238E27FC236}">
                      <a16:creationId xmlns:a16="http://schemas.microsoft.com/office/drawing/2014/main" id="{B3D6D05F-807C-AC68-5C4E-4F9B1C6CDA20}"/>
                    </a:ext>
                  </a:extLst>
                </p14:cNvPr>
                <p14:cNvContentPartPr/>
                <p14:nvPr/>
              </p14:nvContentPartPr>
              <p14:xfrm>
                <a:off x="13219358" y="7961883"/>
                <a:ext cx="17280" cy="15480"/>
              </p14:xfrm>
            </p:contentPart>
          </mc:Choice>
          <mc:Fallback xmlns="">
            <p:pic>
              <p:nvPicPr>
                <p:cNvPr id="68" name="Ink 67">
                  <a:extLst>
                    <a:ext uri="{FF2B5EF4-FFF2-40B4-BE49-F238E27FC236}">
                      <a16:creationId xmlns:a16="http://schemas.microsoft.com/office/drawing/2014/main" id="{B3D6D05F-807C-AC68-5C4E-4F9B1C6CDA20}"/>
                    </a:ext>
                  </a:extLst>
                </p:cNvPr>
                <p:cNvPicPr/>
                <p:nvPr/>
              </p:nvPicPr>
              <p:blipFill>
                <a:blip r:embed="rId74"/>
                <a:stretch>
                  <a:fillRect/>
                </a:stretch>
              </p:blipFill>
              <p:spPr>
                <a:xfrm>
                  <a:off x="13156718" y="7898883"/>
                  <a:ext cx="1429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9" name="Ink 68">
                  <a:extLst>
                    <a:ext uri="{FF2B5EF4-FFF2-40B4-BE49-F238E27FC236}">
                      <a16:creationId xmlns:a16="http://schemas.microsoft.com/office/drawing/2014/main" id="{CE5E62D5-BC09-25C2-DD34-A011F30CE45F}"/>
                    </a:ext>
                  </a:extLst>
                </p14:cNvPr>
                <p14:cNvContentPartPr/>
                <p14:nvPr/>
              </p14:nvContentPartPr>
              <p14:xfrm>
                <a:off x="13163198" y="7995363"/>
                <a:ext cx="6480" cy="360"/>
              </p14:xfrm>
            </p:contentPart>
          </mc:Choice>
          <mc:Fallback xmlns="">
            <p:pic>
              <p:nvPicPr>
                <p:cNvPr id="69" name="Ink 68">
                  <a:extLst>
                    <a:ext uri="{FF2B5EF4-FFF2-40B4-BE49-F238E27FC236}">
                      <a16:creationId xmlns:a16="http://schemas.microsoft.com/office/drawing/2014/main" id="{CE5E62D5-BC09-25C2-DD34-A011F30CE45F}"/>
                    </a:ext>
                  </a:extLst>
                </p:cNvPr>
                <p:cNvPicPr/>
                <p:nvPr/>
              </p:nvPicPr>
              <p:blipFill>
                <a:blip r:embed="rId41"/>
                <a:stretch>
                  <a:fillRect/>
                </a:stretch>
              </p:blipFill>
              <p:spPr>
                <a:xfrm>
                  <a:off x="13100198" y="79327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0" name="Ink 69">
                  <a:extLst>
                    <a:ext uri="{FF2B5EF4-FFF2-40B4-BE49-F238E27FC236}">
                      <a16:creationId xmlns:a16="http://schemas.microsoft.com/office/drawing/2014/main" id="{9A69FFD0-E94A-9AAF-B911-43D6031ECB83}"/>
                    </a:ext>
                  </a:extLst>
                </p14:cNvPr>
                <p14:cNvContentPartPr/>
                <p14:nvPr/>
              </p14:nvContentPartPr>
              <p14:xfrm>
                <a:off x="13085078" y="8006523"/>
                <a:ext cx="6480" cy="360"/>
              </p14:xfrm>
            </p:contentPart>
          </mc:Choice>
          <mc:Fallback xmlns="">
            <p:pic>
              <p:nvPicPr>
                <p:cNvPr id="70" name="Ink 69">
                  <a:extLst>
                    <a:ext uri="{FF2B5EF4-FFF2-40B4-BE49-F238E27FC236}">
                      <a16:creationId xmlns:a16="http://schemas.microsoft.com/office/drawing/2014/main" id="{9A69FFD0-E94A-9AAF-B911-43D6031ECB83}"/>
                    </a:ext>
                  </a:extLst>
                </p:cNvPr>
                <p:cNvPicPr/>
                <p:nvPr/>
              </p:nvPicPr>
              <p:blipFill>
                <a:blip r:embed="rId41"/>
                <a:stretch>
                  <a:fillRect/>
                </a:stretch>
              </p:blipFill>
              <p:spPr>
                <a:xfrm>
                  <a:off x="13022438" y="79435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1" name="Ink 70">
                  <a:extLst>
                    <a:ext uri="{FF2B5EF4-FFF2-40B4-BE49-F238E27FC236}">
                      <a16:creationId xmlns:a16="http://schemas.microsoft.com/office/drawing/2014/main" id="{BBD626BA-C4DC-5E0A-5F43-E3E3611E90C3}"/>
                    </a:ext>
                  </a:extLst>
                </p14:cNvPr>
                <p14:cNvContentPartPr/>
                <p14:nvPr/>
              </p14:nvContentPartPr>
              <p14:xfrm>
                <a:off x="13011638" y="8006523"/>
                <a:ext cx="2160" cy="360"/>
              </p14:xfrm>
            </p:contentPart>
          </mc:Choice>
          <mc:Fallback xmlns="">
            <p:pic>
              <p:nvPicPr>
                <p:cNvPr id="71" name="Ink 70">
                  <a:extLst>
                    <a:ext uri="{FF2B5EF4-FFF2-40B4-BE49-F238E27FC236}">
                      <a16:creationId xmlns:a16="http://schemas.microsoft.com/office/drawing/2014/main" id="{BBD626BA-C4DC-5E0A-5F43-E3E3611E90C3}"/>
                    </a:ext>
                  </a:extLst>
                </p:cNvPr>
                <p:cNvPicPr/>
                <p:nvPr/>
              </p:nvPicPr>
              <p:blipFill>
                <a:blip r:embed="rId18"/>
                <a:stretch>
                  <a:fillRect/>
                </a:stretch>
              </p:blipFill>
              <p:spPr>
                <a:xfrm>
                  <a:off x="1294863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2" name="Ink 71">
                  <a:extLst>
                    <a:ext uri="{FF2B5EF4-FFF2-40B4-BE49-F238E27FC236}">
                      <a16:creationId xmlns:a16="http://schemas.microsoft.com/office/drawing/2014/main" id="{CE18C738-9F3B-7085-0292-E856DB81E6EE}"/>
                    </a:ext>
                  </a:extLst>
                </p14:cNvPr>
                <p14:cNvContentPartPr/>
                <p14:nvPr/>
              </p14:nvContentPartPr>
              <p14:xfrm>
                <a:off x="12989318" y="8017683"/>
                <a:ext cx="2160" cy="360"/>
              </p14:xfrm>
            </p:contentPart>
          </mc:Choice>
          <mc:Fallback xmlns="">
            <p:pic>
              <p:nvPicPr>
                <p:cNvPr id="72" name="Ink 71">
                  <a:extLst>
                    <a:ext uri="{FF2B5EF4-FFF2-40B4-BE49-F238E27FC236}">
                      <a16:creationId xmlns:a16="http://schemas.microsoft.com/office/drawing/2014/main" id="{CE18C738-9F3B-7085-0292-E856DB81E6EE}"/>
                    </a:ext>
                  </a:extLst>
                </p:cNvPr>
                <p:cNvPicPr/>
                <p:nvPr/>
              </p:nvPicPr>
              <p:blipFill>
                <a:blip r:embed="rId18"/>
                <a:stretch>
                  <a:fillRect/>
                </a:stretch>
              </p:blipFill>
              <p:spPr>
                <a:xfrm>
                  <a:off x="12926318" y="7954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3" name="Ink 72">
                  <a:extLst>
                    <a:ext uri="{FF2B5EF4-FFF2-40B4-BE49-F238E27FC236}">
                      <a16:creationId xmlns:a16="http://schemas.microsoft.com/office/drawing/2014/main" id="{7166F103-3A1B-ABDC-F105-1B14B4B6673B}"/>
                    </a:ext>
                  </a:extLst>
                </p14:cNvPr>
                <p14:cNvContentPartPr/>
                <p14:nvPr/>
              </p14:nvContentPartPr>
              <p14:xfrm>
                <a:off x="12979598" y="8017683"/>
                <a:ext cx="2160" cy="360"/>
              </p14:xfrm>
            </p:contentPart>
          </mc:Choice>
          <mc:Fallback xmlns="">
            <p:pic>
              <p:nvPicPr>
                <p:cNvPr id="73" name="Ink 72">
                  <a:extLst>
                    <a:ext uri="{FF2B5EF4-FFF2-40B4-BE49-F238E27FC236}">
                      <a16:creationId xmlns:a16="http://schemas.microsoft.com/office/drawing/2014/main" id="{7166F103-3A1B-ABDC-F105-1B14B4B6673B}"/>
                    </a:ext>
                  </a:extLst>
                </p:cNvPr>
                <p:cNvPicPr/>
                <p:nvPr/>
              </p:nvPicPr>
              <p:blipFill>
                <a:blip r:embed="rId36"/>
                <a:stretch>
                  <a:fillRect/>
                </a:stretch>
              </p:blipFill>
              <p:spPr>
                <a:xfrm>
                  <a:off x="12916958" y="7954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4" name="Ink 73">
                  <a:extLst>
                    <a:ext uri="{FF2B5EF4-FFF2-40B4-BE49-F238E27FC236}">
                      <a16:creationId xmlns:a16="http://schemas.microsoft.com/office/drawing/2014/main" id="{9E636AD6-CFE4-27D9-EA8B-DF98FE10D85E}"/>
                    </a:ext>
                  </a:extLst>
                </p14:cNvPr>
                <p14:cNvContentPartPr/>
                <p14:nvPr/>
              </p14:nvContentPartPr>
              <p14:xfrm>
                <a:off x="13069238" y="8017683"/>
                <a:ext cx="2160" cy="360"/>
              </p14:xfrm>
            </p:contentPart>
          </mc:Choice>
          <mc:Fallback xmlns="">
            <p:pic>
              <p:nvPicPr>
                <p:cNvPr id="74" name="Ink 73">
                  <a:extLst>
                    <a:ext uri="{FF2B5EF4-FFF2-40B4-BE49-F238E27FC236}">
                      <a16:creationId xmlns:a16="http://schemas.microsoft.com/office/drawing/2014/main" id="{9E636AD6-CFE4-27D9-EA8B-DF98FE10D85E}"/>
                    </a:ext>
                  </a:extLst>
                </p:cNvPr>
                <p:cNvPicPr/>
                <p:nvPr/>
              </p:nvPicPr>
              <p:blipFill>
                <a:blip r:embed="rId18"/>
                <a:stretch>
                  <a:fillRect/>
                </a:stretch>
              </p:blipFill>
              <p:spPr>
                <a:xfrm>
                  <a:off x="13006238" y="7954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5" name="Ink 74">
                  <a:extLst>
                    <a:ext uri="{FF2B5EF4-FFF2-40B4-BE49-F238E27FC236}">
                      <a16:creationId xmlns:a16="http://schemas.microsoft.com/office/drawing/2014/main" id="{D0E75752-8051-EBD0-516B-AE9899B12D95}"/>
                    </a:ext>
                  </a:extLst>
                </p14:cNvPr>
                <p14:cNvContentPartPr/>
                <p14:nvPr/>
              </p14:nvContentPartPr>
              <p14:xfrm>
                <a:off x="13102358" y="8006523"/>
                <a:ext cx="6840" cy="360"/>
              </p14:xfrm>
            </p:contentPart>
          </mc:Choice>
          <mc:Fallback xmlns="">
            <p:pic>
              <p:nvPicPr>
                <p:cNvPr id="75" name="Ink 74">
                  <a:extLst>
                    <a:ext uri="{FF2B5EF4-FFF2-40B4-BE49-F238E27FC236}">
                      <a16:creationId xmlns:a16="http://schemas.microsoft.com/office/drawing/2014/main" id="{D0E75752-8051-EBD0-516B-AE9899B12D95}"/>
                    </a:ext>
                  </a:extLst>
                </p:cNvPr>
                <p:cNvPicPr/>
                <p:nvPr/>
              </p:nvPicPr>
              <p:blipFill>
                <a:blip r:embed="rId82"/>
                <a:stretch>
                  <a:fillRect/>
                </a:stretch>
              </p:blipFill>
              <p:spPr>
                <a:xfrm>
                  <a:off x="13039718" y="794352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6" name="Ink 75">
                  <a:extLst>
                    <a:ext uri="{FF2B5EF4-FFF2-40B4-BE49-F238E27FC236}">
                      <a16:creationId xmlns:a16="http://schemas.microsoft.com/office/drawing/2014/main" id="{B7EC4165-F285-D91B-4EC3-D17694A3FE7D}"/>
                    </a:ext>
                  </a:extLst>
                </p14:cNvPr>
                <p14:cNvContentPartPr/>
                <p14:nvPr/>
              </p14:nvContentPartPr>
              <p14:xfrm>
                <a:off x="13147358" y="8006523"/>
                <a:ext cx="32400" cy="360"/>
              </p14:xfrm>
            </p:contentPart>
          </mc:Choice>
          <mc:Fallback xmlns="">
            <p:pic>
              <p:nvPicPr>
                <p:cNvPr id="76" name="Ink 75">
                  <a:extLst>
                    <a:ext uri="{FF2B5EF4-FFF2-40B4-BE49-F238E27FC236}">
                      <a16:creationId xmlns:a16="http://schemas.microsoft.com/office/drawing/2014/main" id="{B7EC4165-F285-D91B-4EC3-D17694A3FE7D}"/>
                    </a:ext>
                  </a:extLst>
                </p:cNvPr>
                <p:cNvPicPr/>
                <p:nvPr/>
              </p:nvPicPr>
              <p:blipFill>
                <a:blip r:embed="rId84"/>
                <a:stretch>
                  <a:fillRect/>
                </a:stretch>
              </p:blipFill>
              <p:spPr>
                <a:xfrm>
                  <a:off x="13084358" y="794352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7" name="Ink 76">
                  <a:extLst>
                    <a:ext uri="{FF2B5EF4-FFF2-40B4-BE49-F238E27FC236}">
                      <a16:creationId xmlns:a16="http://schemas.microsoft.com/office/drawing/2014/main" id="{64827FFC-ECC7-72C8-8491-E75D47DAE645}"/>
                    </a:ext>
                  </a:extLst>
                </p14:cNvPr>
                <p14:cNvContentPartPr/>
                <p14:nvPr/>
              </p14:nvContentPartPr>
              <p14:xfrm>
                <a:off x="13225118" y="7995363"/>
                <a:ext cx="360" cy="360"/>
              </p14:xfrm>
            </p:contentPart>
          </mc:Choice>
          <mc:Fallback xmlns="">
            <p:pic>
              <p:nvPicPr>
                <p:cNvPr id="77" name="Ink 76">
                  <a:extLst>
                    <a:ext uri="{FF2B5EF4-FFF2-40B4-BE49-F238E27FC236}">
                      <a16:creationId xmlns:a16="http://schemas.microsoft.com/office/drawing/2014/main" id="{64827FFC-ECC7-72C8-8491-E75D47DAE645}"/>
                    </a:ext>
                  </a:extLst>
                </p:cNvPr>
                <p:cNvPicPr/>
                <p:nvPr/>
              </p:nvPicPr>
              <p:blipFill>
                <a:blip r:embed="rId9"/>
                <a:stretch>
                  <a:fillRect/>
                </a:stretch>
              </p:blipFill>
              <p:spPr>
                <a:xfrm>
                  <a:off x="13162478" y="79327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9" name="Ink 78">
                  <a:extLst>
                    <a:ext uri="{FF2B5EF4-FFF2-40B4-BE49-F238E27FC236}">
                      <a16:creationId xmlns:a16="http://schemas.microsoft.com/office/drawing/2014/main" id="{4BEB460B-ED5E-C0BE-533B-D458F2C60272}"/>
                    </a:ext>
                  </a:extLst>
                </p14:cNvPr>
                <p14:cNvContentPartPr/>
                <p14:nvPr/>
              </p14:nvContentPartPr>
              <p14:xfrm>
                <a:off x="13102358" y="8051163"/>
                <a:ext cx="360" cy="360"/>
              </p14:xfrm>
            </p:contentPart>
          </mc:Choice>
          <mc:Fallback xmlns="">
            <p:pic>
              <p:nvPicPr>
                <p:cNvPr id="79" name="Ink 78">
                  <a:extLst>
                    <a:ext uri="{FF2B5EF4-FFF2-40B4-BE49-F238E27FC236}">
                      <a16:creationId xmlns:a16="http://schemas.microsoft.com/office/drawing/2014/main" id="{4BEB460B-ED5E-C0BE-533B-D458F2C60272}"/>
                    </a:ext>
                  </a:extLst>
                </p:cNvPr>
                <p:cNvPicPr/>
                <p:nvPr/>
              </p:nvPicPr>
              <p:blipFill>
                <a:blip r:embed="rId9"/>
                <a:stretch>
                  <a:fillRect/>
                </a:stretch>
              </p:blipFill>
              <p:spPr>
                <a:xfrm>
                  <a:off x="1303971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0" name="Ink 79">
                  <a:extLst>
                    <a:ext uri="{FF2B5EF4-FFF2-40B4-BE49-F238E27FC236}">
                      <a16:creationId xmlns:a16="http://schemas.microsoft.com/office/drawing/2014/main" id="{6C342C0C-4864-0D7F-77B7-21DFFB05BFD1}"/>
                    </a:ext>
                  </a:extLst>
                </p14:cNvPr>
                <p14:cNvContentPartPr/>
                <p14:nvPr/>
              </p14:nvContentPartPr>
              <p14:xfrm>
                <a:off x="13102358" y="8051163"/>
                <a:ext cx="360" cy="360"/>
              </p14:xfrm>
            </p:contentPart>
          </mc:Choice>
          <mc:Fallback xmlns="">
            <p:pic>
              <p:nvPicPr>
                <p:cNvPr id="80" name="Ink 79">
                  <a:extLst>
                    <a:ext uri="{FF2B5EF4-FFF2-40B4-BE49-F238E27FC236}">
                      <a16:creationId xmlns:a16="http://schemas.microsoft.com/office/drawing/2014/main" id="{6C342C0C-4864-0D7F-77B7-21DFFB05BFD1}"/>
                    </a:ext>
                  </a:extLst>
                </p:cNvPr>
                <p:cNvPicPr/>
                <p:nvPr/>
              </p:nvPicPr>
              <p:blipFill>
                <a:blip r:embed="rId9"/>
                <a:stretch>
                  <a:fillRect/>
                </a:stretch>
              </p:blipFill>
              <p:spPr>
                <a:xfrm>
                  <a:off x="13039718" y="7988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1" name="Ink 80">
                  <a:extLst>
                    <a:ext uri="{FF2B5EF4-FFF2-40B4-BE49-F238E27FC236}">
                      <a16:creationId xmlns:a16="http://schemas.microsoft.com/office/drawing/2014/main" id="{C79F3046-FABC-BAD6-1DD4-486D53D705A8}"/>
                    </a:ext>
                  </a:extLst>
                </p14:cNvPr>
                <p14:cNvContentPartPr/>
                <p14:nvPr/>
              </p14:nvContentPartPr>
              <p14:xfrm>
                <a:off x="13147358" y="8017683"/>
                <a:ext cx="6480" cy="360"/>
              </p14:xfrm>
            </p:contentPart>
          </mc:Choice>
          <mc:Fallback xmlns="">
            <p:pic>
              <p:nvPicPr>
                <p:cNvPr id="81" name="Ink 80">
                  <a:extLst>
                    <a:ext uri="{FF2B5EF4-FFF2-40B4-BE49-F238E27FC236}">
                      <a16:creationId xmlns:a16="http://schemas.microsoft.com/office/drawing/2014/main" id="{C79F3046-FABC-BAD6-1DD4-486D53D705A8}"/>
                    </a:ext>
                  </a:extLst>
                </p:cNvPr>
                <p:cNvPicPr/>
                <p:nvPr/>
              </p:nvPicPr>
              <p:blipFill>
                <a:blip r:embed="rId41"/>
                <a:stretch>
                  <a:fillRect/>
                </a:stretch>
              </p:blipFill>
              <p:spPr>
                <a:xfrm>
                  <a:off x="13084358" y="795468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2" name="Ink 81">
                  <a:extLst>
                    <a:ext uri="{FF2B5EF4-FFF2-40B4-BE49-F238E27FC236}">
                      <a16:creationId xmlns:a16="http://schemas.microsoft.com/office/drawing/2014/main" id="{27750AFB-023D-843E-14E4-8E1DA9349FCB}"/>
                    </a:ext>
                  </a:extLst>
                </p14:cNvPr>
                <p14:cNvContentPartPr/>
                <p14:nvPr/>
              </p14:nvContentPartPr>
              <p14:xfrm>
                <a:off x="13191998" y="8017683"/>
                <a:ext cx="32040" cy="360"/>
              </p14:xfrm>
            </p:contentPart>
          </mc:Choice>
          <mc:Fallback xmlns="">
            <p:pic>
              <p:nvPicPr>
                <p:cNvPr id="82" name="Ink 81">
                  <a:extLst>
                    <a:ext uri="{FF2B5EF4-FFF2-40B4-BE49-F238E27FC236}">
                      <a16:creationId xmlns:a16="http://schemas.microsoft.com/office/drawing/2014/main" id="{27750AFB-023D-843E-14E4-8E1DA9349FCB}"/>
                    </a:ext>
                  </a:extLst>
                </p:cNvPr>
                <p:cNvPicPr/>
                <p:nvPr/>
              </p:nvPicPr>
              <p:blipFill>
                <a:blip r:embed="rId84"/>
                <a:stretch>
                  <a:fillRect/>
                </a:stretch>
              </p:blipFill>
              <p:spPr>
                <a:xfrm>
                  <a:off x="13128998" y="7954683"/>
                  <a:ext cx="157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3" name="Ink 82">
                  <a:extLst>
                    <a:ext uri="{FF2B5EF4-FFF2-40B4-BE49-F238E27FC236}">
                      <a16:creationId xmlns:a16="http://schemas.microsoft.com/office/drawing/2014/main" id="{725DEBFF-5E88-73B2-1F8B-8E530E57C123}"/>
                    </a:ext>
                  </a:extLst>
                </p14:cNvPr>
                <p14:cNvContentPartPr/>
                <p14:nvPr/>
              </p14:nvContentPartPr>
              <p14:xfrm>
                <a:off x="13247438" y="8017683"/>
                <a:ext cx="360" cy="360"/>
              </p14:xfrm>
            </p:contentPart>
          </mc:Choice>
          <mc:Fallback xmlns="">
            <p:pic>
              <p:nvPicPr>
                <p:cNvPr id="83" name="Ink 82">
                  <a:extLst>
                    <a:ext uri="{FF2B5EF4-FFF2-40B4-BE49-F238E27FC236}">
                      <a16:creationId xmlns:a16="http://schemas.microsoft.com/office/drawing/2014/main" id="{725DEBFF-5E88-73B2-1F8B-8E530E57C123}"/>
                    </a:ext>
                  </a:extLst>
                </p:cNvPr>
                <p:cNvPicPr/>
                <p:nvPr/>
              </p:nvPicPr>
              <p:blipFill>
                <a:blip r:embed="rId9"/>
                <a:stretch>
                  <a:fillRect/>
                </a:stretch>
              </p:blipFill>
              <p:spPr>
                <a:xfrm>
                  <a:off x="1318443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4" name="Ink 83">
                  <a:extLst>
                    <a:ext uri="{FF2B5EF4-FFF2-40B4-BE49-F238E27FC236}">
                      <a16:creationId xmlns:a16="http://schemas.microsoft.com/office/drawing/2014/main" id="{63FCA3E6-7241-FF41-7B80-142DDC999735}"/>
                    </a:ext>
                  </a:extLst>
                </p14:cNvPr>
                <p14:cNvContentPartPr/>
                <p14:nvPr/>
              </p14:nvContentPartPr>
              <p14:xfrm>
                <a:off x="13280918" y="8017683"/>
                <a:ext cx="360" cy="360"/>
              </p14:xfrm>
            </p:contentPart>
          </mc:Choice>
          <mc:Fallback xmlns="">
            <p:pic>
              <p:nvPicPr>
                <p:cNvPr id="84" name="Ink 83">
                  <a:extLst>
                    <a:ext uri="{FF2B5EF4-FFF2-40B4-BE49-F238E27FC236}">
                      <a16:creationId xmlns:a16="http://schemas.microsoft.com/office/drawing/2014/main" id="{63FCA3E6-7241-FF41-7B80-142DDC999735}"/>
                    </a:ext>
                  </a:extLst>
                </p:cNvPr>
                <p:cNvPicPr/>
                <p:nvPr/>
              </p:nvPicPr>
              <p:blipFill>
                <a:blip r:embed="rId9"/>
                <a:stretch>
                  <a:fillRect/>
                </a:stretch>
              </p:blipFill>
              <p:spPr>
                <a:xfrm>
                  <a:off x="1321827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5" name="Ink 84">
                  <a:extLst>
                    <a:ext uri="{FF2B5EF4-FFF2-40B4-BE49-F238E27FC236}">
                      <a16:creationId xmlns:a16="http://schemas.microsoft.com/office/drawing/2014/main" id="{ABF94575-8830-C736-8F5A-BF9A0E172709}"/>
                    </a:ext>
                  </a:extLst>
                </p14:cNvPr>
                <p14:cNvContentPartPr/>
                <p14:nvPr/>
              </p14:nvContentPartPr>
              <p14:xfrm>
                <a:off x="13292078" y="8017683"/>
                <a:ext cx="360" cy="360"/>
              </p14:xfrm>
            </p:contentPart>
          </mc:Choice>
          <mc:Fallback xmlns="">
            <p:pic>
              <p:nvPicPr>
                <p:cNvPr id="85" name="Ink 84">
                  <a:extLst>
                    <a:ext uri="{FF2B5EF4-FFF2-40B4-BE49-F238E27FC236}">
                      <a16:creationId xmlns:a16="http://schemas.microsoft.com/office/drawing/2014/main" id="{ABF94575-8830-C736-8F5A-BF9A0E172709}"/>
                    </a:ext>
                  </a:extLst>
                </p:cNvPr>
                <p:cNvPicPr/>
                <p:nvPr/>
              </p:nvPicPr>
              <p:blipFill>
                <a:blip r:embed="rId9"/>
                <a:stretch>
                  <a:fillRect/>
                </a:stretch>
              </p:blipFill>
              <p:spPr>
                <a:xfrm>
                  <a:off x="13229078" y="79546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6" name="Ink 85">
                  <a:extLst>
                    <a:ext uri="{FF2B5EF4-FFF2-40B4-BE49-F238E27FC236}">
                      <a16:creationId xmlns:a16="http://schemas.microsoft.com/office/drawing/2014/main" id="{22BEA29F-EE72-7AEF-790C-E1779CC977F7}"/>
                    </a:ext>
                  </a:extLst>
                </p14:cNvPr>
                <p14:cNvContentPartPr/>
                <p14:nvPr/>
              </p14:nvContentPartPr>
              <p14:xfrm>
                <a:off x="13303238" y="8017683"/>
                <a:ext cx="6840" cy="360"/>
              </p14:xfrm>
            </p:contentPart>
          </mc:Choice>
          <mc:Fallback xmlns="">
            <p:pic>
              <p:nvPicPr>
                <p:cNvPr id="86" name="Ink 85">
                  <a:extLst>
                    <a:ext uri="{FF2B5EF4-FFF2-40B4-BE49-F238E27FC236}">
                      <a16:creationId xmlns:a16="http://schemas.microsoft.com/office/drawing/2014/main" id="{22BEA29F-EE72-7AEF-790C-E1779CC977F7}"/>
                    </a:ext>
                  </a:extLst>
                </p:cNvPr>
                <p:cNvPicPr/>
                <p:nvPr/>
              </p:nvPicPr>
              <p:blipFill>
                <a:blip r:embed="rId41"/>
                <a:stretch>
                  <a:fillRect/>
                </a:stretch>
              </p:blipFill>
              <p:spPr>
                <a:xfrm>
                  <a:off x="13240238" y="795468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7" name="Ink 86">
                  <a:extLst>
                    <a:ext uri="{FF2B5EF4-FFF2-40B4-BE49-F238E27FC236}">
                      <a16:creationId xmlns:a16="http://schemas.microsoft.com/office/drawing/2014/main" id="{7E857572-9B82-526B-D42B-BAFDDB92274F}"/>
                    </a:ext>
                  </a:extLst>
                </p14:cNvPr>
                <p14:cNvContentPartPr/>
                <p14:nvPr/>
              </p14:nvContentPartPr>
              <p14:xfrm>
                <a:off x="13359038" y="8017683"/>
                <a:ext cx="32400" cy="360"/>
              </p14:xfrm>
            </p:contentPart>
          </mc:Choice>
          <mc:Fallback xmlns="">
            <p:pic>
              <p:nvPicPr>
                <p:cNvPr id="87" name="Ink 86">
                  <a:extLst>
                    <a:ext uri="{FF2B5EF4-FFF2-40B4-BE49-F238E27FC236}">
                      <a16:creationId xmlns:a16="http://schemas.microsoft.com/office/drawing/2014/main" id="{7E857572-9B82-526B-D42B-BAFDDB92274F}"/>
                    </a:ext>
                  </a:extLst>
                </p:cNvPr>
                <p:cNvPicPr/>
                <p:nvPr/>
              </p:nvPicPr>
              <p:blipFill>
                <a:blip r:embed="rId95"/>
                <a:stretch>
                  <a:fillRect/>
                </a:stretch>
              </p:blipFill>
              <p:spPr>
                <a:xfrm>
                  <a:off x="13296038" y="795468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8" name="Ink 87">
                  <a:extLst>
                    <a:ext uri="{FF2B5EF4-FFF2-40B4-BE49-F238E27FC236}">
                      <a16:creationId xmlns:a16="http://schemas.microsoft.com/office/drawing/2014/main" id="{70ECB8C0-D55C-4639-64BF-10607135AC2E}"/>
                    </a:ext>
                  </a:extLst>
                </p14:cNvPr>
                <p14:cNvContentPartPr/>
                <p14:nvPr/>
              </p14:nvContentPartPr>
              <p14:xfrm>
                <a:off x="13503758" y="8006523"/>
                <a:ext cx="32400" cy="360"/>
              </p14:xfrm>
            </p:contentPart>
          </mc:Choice>
          <mc:Fallback xmlns="">
            <p:pic>
              <p:nvPicPr>
                <p:cNvPr id="88" name="Ink 87">
                  <a:extLst>
                    <a:ext uri="{FF2B5EF4-FFF2-40B4-BE49-F238E27FC236}">
                      <a16:creationId xmlns:a16="http://schemas.microsoft.com/office/drawing/2014/main" id="{70ECB8C0-D55C-4639-64BF-10607135AC2E}"/>
                    </a:ext>
                  </a:extLst>
                </p:cNvPr>
                <p:cNvPicPr/>
                <p:nvPr/>
              </p:nvPicPr>
              <p:blipFill>
                <a:blip r:embed="rId97"/>
                <a:stretch>
                  <a:fillRect/>
                </a:stretch>
              </p:blipFill>
              <p:spPr>
                <a:xfrm>
                  <a:off x="13441118" y="794352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9" name="Ink 88">
                  <a:extLst>
                    <a:ext uri="{FF2B5EF4-FFF2-40B4-BE49-F238E27FC236}">
                      <a16:creationId xmlns:a16="http://schemas.microsoft.com/office/drawing/2014/main" id="{268BFCDD-C304-BBB0-1CBE-9FF851424B81}"/>
                    </a:ext>
                  </a:extLst>
                </p14:cNvPr>
                <p14:cNvContentPartPr/>
                <p14:nvPr/>
              </p14:nvContentPartPr>
              <p14:xfrm>
                <a:off x="13604558" y="8006523"/>
                <a:ext cx="13320" cy="360"/>
              </p14:xfrm>
            </p:contentPart>
          </mc:Choice>
          <mc:Fallback xmlns="">
            <p:pic>
              <p:nvPicPr>
                <p:cNvPr id="89" name="Ink 88">
                  <a:extLst>
                    <a:ext uri="{FF2B5EF4-FFF2-40B4-BE49-F238E27FC236}">
                      <a16:creationId xmlns:a16="http://schemas.microsoft.com/office/drawing/2014/main" id="{268BFCDD-C304-BBB0-1CBE-9FF851424B81}"/>
                    </a:ext>
                  </a:extLst>
                </p:cNvPr>
                <p:cNvPicPr/>
                <p:nvPr/>
              </p:nvPicPr>
              <p:blipFill>
                <a:blip r:embed="rId39"/>
                <a:stretch>
                  <a:fillRect/>
                </a:stretch>
              </p:blipFill>
              <p:spPr>
                <a:xfrm>
                  <a:off x="13541558" y="794352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90" name="Ink 89">
                  <a:extLst>
                    <a:ext uri="{FF2B5EF4-FFF2-40B4-BE49-F238E27FC236}">
                      <a16:creationId xmlns:a16="http://schemas.microsoft.com/office/drawing/2014/main" id="{FC105958-24F6-9053-3E3D-0D2C07B64D53}"/>
                    </a:ext>
                  </a:extLst>
                </p14:cNvPr>
                <p14:cNvContentPartPr/>
                <p14:nvPr/>
              </p14:nvContentPartPr>
              <p14:xfrm>
                <a:off x="13693478" y="8006523"/>
                <a:ext cx="43560" cy="360"/>
              </p14:xfrm>
            </p:contentPart>
          </mc:Choice>
          <mc:Fallback xmlns="">
            <p:pic>
              <p:nvPicPr>
                <p:cNvPr id="90" name="Ink 89">
                  <a:extLst>
                    <a:ext uri="{FF2B5EF4-FFF2-40B4-BE49-F238E27FC236}">
                      <a16:creationId xmlns:a16="http://schemas.microsoft.com/office/drawing/2014/main" id="{FC105958-24F6-9053-3E3D-0D2C07B64D53}"/>
                    </a:ext>
                  </a:extLst>
                </p:cNvPr>
                <p:cNvPicPr/>
                <p:nvPr/>
              </p:nvPicPr>
              <p:blipFill>
                <a:blip r:embed="rId100"/>
                <a:stretch>
                  <a:fillRect/>
                </a:stretch>
              </p:blipFill>
              <p:spPr>
                <a:xfrm>
                  <a:off x="13630838" y="7943523"/>
                  <a:ext cx="1692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91" name="Ink 90">
                  <a:extLst>
                    <a:ext uri="{FF2B5EF4-FFF2-40B4-BE49-F238E27FC236}">
                      <a16:creationId xmlns:a16="http://schemas.microsoft.com/office/drawing/2014/main" id="{5FD8D7A9-8E8D-8BE9-ADAF-6940380EB8DB}"/>
                    </a:ext>
                  </a:extLst>
                </p14:cNvPr>
                <p14:cNvContentPartPr/>
                <p14:nvPr/>
              </p14:nvContentPartPr>
              <p14:xfrm>
                <a:off x="13827398" y="7984203"/>
                <a:ext cx="32400" cy="360"/>
              </p14:xfrm>
            </p:contentPart>
          </mc:Choice>
          <mc:Fallback xmlns="">
            <p:pic>
              <p:nvPicPr>
                <p:cNvPr id="91" name="Ink 90">
                  <a:extLst>
                    <a:ext uri="{FF2B5EF4-FFF2-40B4-BE49-F238E27FC236}">
                      <a16:creationId xmlns:a16="http://schemas.microsoft.com/office/drawing/2014/main" id="{5FD8D7A9-8E8D-8BE9-ADAF-6940380EB8DB}"/>
                    </a:ext>
                  </a:extLst>
                </p:cNvPr>
                <p:cNvPicPr/>
                <p:nvPr/>
              </p:nvPicPr>
              <p:blipFill>
                <a:blip r:embed="rId95"/>
                <a:stretch>
                  <a:fillRect/>
                </a:stretch>
              </p:blipFill>
              <p:spPr>
                <a:xfrm>
                  <a:off x="13764398" y="7921563"/>
                  <a:ext cx="158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2" name="Ink 91">
                  <a:extLst>
                    <a:ext uri="{FF2B5EF4-FFF2-40B4-BE49-F238E27FC236}">
                      <a16:creationId xmlns:a16="http://schemas.microsoft.com/office/drawing/2014/main" id="{832A8028-1575-4335-423B-98D9CC6F440E}"/>
                    </a:ext>
                  </a:extLst>
                </p14:cNvPr>
                <p14:cNvContentPartPr/>
                <p14:nvPr/>
              </p14:nvContentPartPr>
              <p14:xfrm>
                <a:off x="13994798" y="7970883"/>
                <a:ext cx="41040" cy="2160"/>
              </p14:xfrm>
            </p:contentPart>
          </mc:Choice>
          <mc:Fallback xmlns="">
            <p:pic>
              <p:nvPicPr>
                <p:cNvPr id="92" name="Ink 91">
                  <a:extLst>
                    <a:ext uri="{FF2B5EF4-FFF2-40B4-BE49-F238E27FC236}">
                      <a16:creationId xmlns:a16="http://schemas.microsoft.com/office/drawing/2014/main" id="{832A8028-1575-4335-423B-98D9CC6F440E}"/>
                    </a:ext>
                  </a:extLst>
                </p:cNvPr>
                <p:cNvPicPr/>
                <p:nvPr/>
              </p:nvPicPr>
              <p:blipFill>
                <a:blip r:embed="rId103"/>
                <a:stretch>
                  <a:fillRect/>
                </a:stretch>
              </p:blipFill>
              <p:spPr>
                <a:xfrm>
                  <a:off x="13932158" y="7908243"/>
                  <a:ext cx="1666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3" name="Ink 92">
                  <a:extLst>
                    <a:ext uri="{FF2B5EF4-FFF2-40B4-BE49-F238E27FC236}">
                      <a16:creationId xmlns:a16="http://schemas.microsoft.com/office/drawing/2014/main" id="{77F457FE-CEE6-10A2-1113-B28F3646C8A5}"/>
                    </a:ext>
                  </a:extLst>
                </p14:cNvPr>
                <p14:cNvContentPartPr/>
                <p14:nvPr/>
              </p14:nvContentPartPr>
              <p14:xfrm>
                <a:off x="14050238" y="7961883"/>
                <a:ext cx="360" cy="360"/>
              </p14:xfrm>
            </p:contentPart>
          </mc:Choice>
          <mc:Fallback xmlns="">
            <p:pic>
              <p:nvPicPr>
                <p:cNvPr id="93" name="Ink 92">
                  <a:extLst>
                    <a:ext uri="{FF2B5EF4-FFF2-40B4-BE49-F238E27FC236}">
                      <a16:creationId xmlns:a16="http://schemas.microsoft.com/office/drawing/2014/main" id="{77F457FE-CEE6-10A2-1113-B28F3646C8A5}"/>
                    </a:ext>
                  </a:extLst>
                </p:cNvPr>
                <p:cNvPicPr/>
                <p:nvPr/>
              </p:nvPicPr>
              <p:blipFill>
                <a:blip r:embed="rId9"/>
                <a:stretch>
                  <a:fillRect/>
                </a:stretch>
              </p:blipFill>
              <p:spPr>
                <a:xfrm>
                  <a:off x="13987238" y="78988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94" name="Ink 93">
                  <a:extLst>
                    <a:ext uri="{FF2B5EF4-FFF2-40B4-BE49-F238E27FC236}">
                      <a16:creationId xmlns:a16="http://schemas.microsoft.com/office/drawing/2014/main" id="{CBC3C2E5-DAA1-C29D-EB93-6122C9E4EF10}"/>
                    </a:ext>
                  </a:extLst>
                </p14:cNvPr>
                <p14:cNvContentPartPr/>
                <p14:nvPr/>
              </p14:nvContentPartPr>
              <p14:xfrm>
                <a:off x="14072918" y="7950723"/>
                <a:ext cx="6480" cy="360"/>
              </p14:xfrm>
            </p:contentPart>
          </mc:Choice>
          <mc:Fallback xmlns="">
            <p:pic>
              <p:nvPicPr>
                <p:cNvPr id="94" name="Ink 93">
                  <a:extLst>
                    <a:ext uri="{FF2B5EF4-FFF2-40B4-BE49-F238E27FC236}">
                      <a16:creationId xmlns:a16="http://schemas.microsoft.com/office/drawing/2014/main" id="{CBC3C2E5-DAA1-C29D-EB93-6122C9E4EF10}"/>
                    </a:ext>
                  </a:extLst>
                </p:cNvPr>
                <p:cNvPicPr/>
                <p:nvPr/>
              </p:nvPicPr>
              <p:blipFill>
                <a:blip r:embed="rId41"/>
                <a:stretch>
                  <a:fillRect/>
                </a:stretch>
              </p:blipFill>
              <p:spPr>
                <a:xfrm>
                  <a:off x="14009918" y="78877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5" name="Ink 94">
                  <a:extLst>
                    <a:ext uri="{FF2B5EF4-FFF2-40B4-BE49-F238E27FC236}">
                      <a16:creationId xmlns:a16="http://schemas.microsoft.com/office/drawing/2014/main" id="{4561FD19-4DE2-B37A-3731-98CA349743BE}"/>
                    </a:ext>
                  </a:extLst>
                </p14:cNvPr>
                <p14:cNvContentPartPr/>
                <p14:nvPr/>
              </p14:nvContentPartPr>
              <p14:xfrm>
                <a:off x="14161838" y="7939563"/>
                <a:ext cx="13320" cy="360"/>
              </p14:xfrm>
            </p:contentPart>
          </mc:Choice>
          <mc:Fallback xmlns="">
            <p:pic>
              <p:nvPicPr>
                <p:cNvPr id="95" name="Ink 94">
                  <a:extLst>
                    <a:ext uri="{FF2B5EF4-FFF2-40B4-BE49-F238E27FC236}">
                      <a16:creationId xmlns:a16="http://schemas.microsoft.com/office/drawing/2014/main" id="{4561FD19-4DE2-B37A-3731-98CA349743BE}"/>
                    </a:ext>
                  </a:extLst>
                </p:cNvPr>
                <p:cNvPicPr/>
                <p:nvPr/>
              </p:nvPicPr>
              <p:blipFill>
                <a:blip r:embed="rId21"/>
                <a:stretch>
                  <a:fillRect/>
                </a:stretch>
              </p:blipFill>
              <p:spPr>
                <a:xfrm>
                  <a:off x="14099198" y="787692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6" name="Ink 95">
                  <a:extLst>
                    <a:ext uri="{FF2B5EF4-FFF2-40B4-BE49-F238E27FC236}">
                      <a16:creationId xmlns:a16="http://schemas.microsoft.com/office/drawing/2014/main" id="{5C1DA0AE-FC86-1EC1-70A9-EE71D88BB2F2}"/>
                    </a:ext>
                  </a:extLst>
                </p14:cNvPr>
                <p14:cNvContentPartPr/>
                <p14:nvPr/>
              </p14:nvContentPartPr>
              <p14:xfrm>
                <a:off x="14206478" y="7939563"/>
                <a:ext cx="13320" cy="360"/>
              </p14:xfrm>
            </p:contentPart>
          </mc:Choice>
          <mc:Fallback xmlns="">
            <p:pic>
              <p:nvPicPr>
                <p:cNvPr id="96" name="Ink 95">
                  <a:extLst>
                    <a:ext uri="{FF2B5EF4-FFF2-40B4-BE49-F238E27FC236}">
                      <a16:creationId xmlns:a16="http://schemas.microsoft.com/office/drawing/2014/main" id="{5C1DA0AE-FC86-1EC1-70A9-EE71D88BB2F2}"/>
                    </a:ext>
                  </a:extLst>
                </p:cNvPr>
                <p:cNvPicPr/>
                <p:nvPr/>
              </p:nvPicPr>
              <p:blipFill>
                <a:blip r:embed="rId21"/>
                <a:stretch>
                  <a:fillRect/>
                </a:stretch>
              </p:blipFill>
              <p:spPr>
                <a:xfrm>
                  <a:off x="14143838" y="787692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7" name="Ink 96">
                  <a:extLst>
                    <a:ext uri="{FF2B5EF4-FFF2-40B4-BE49-F238E27FC236}">
                      <a16:creationId xmlns:a16="http://schemas.microsoft.com/office/drawing/2014/main" id="{66FBA897-BCBD-B737-CEAE-20AFA9852F0C}"/>
                    </a:ext>
                  </a:extLst>
                </p14:cNvPr>
                <p14:cNvContentPartPr/>
                <p14:nvPr/>
              </p14:nvContentPartPr>
              <p14:xfrm>
                <a:off x="14317718" y="7939563"/>
                <a:ext cx="6840" cy="360"/>
              </p14:xfrm>
            </p:contentPart>
          </mc:Choice>
          <mc:Fallback xmlns="">
            <p:pic>
              <p:nvPicPr>
                <p:cNvPr id="97" name="Ink 96">
                  <a:extLst>
                    <a:ext uri="{FF2B5EF4-FFF2-40B4-BE49-F238E27FC236}">
                      <a16:creationId xmlns:a16="http://schemas.microsoft.com/office/drawing/2014/main" id="{66FBA897-BCBD-B737-CEAE-20AFA9852F0C}"/>
                    </a:ext>
                  </a:extLst>
                </p:cNvPr>
                <p:cNvPicPr/>
                <p:nvPr/>
              </p:nvPicPr>
              <p:blipFill>
                <a:blip r:embed="rId82"/>
                <a:stretch>
                  <a:fillRect/>
                </a:stretch>
              </p:blipFill>
              <p:spPr>
                <a:xfrm>
                  <a:off x="14255078" y="787692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8" name="Ink 97">
                  <a:extLst>
                    <a:ext uri="{FF2B5EF4-FFF2-40B4-BE49-F238E27FC236}">
                      <a16:creationId xmlns:a16="http://schemas.microsoft.com/office/drawing/2014/main" id="{E137B027-12F3-0370-5D6B-2D0148B80D8E}"/>
                    </a:ext>
                  </a:extLst>
                </p14:cNvPr>
                <p14:cNvContentPartPr/>
                <p14:nvPr/>
              </p14:nvContentPartPr>
              <p14:xfrm>
                <a:off x="14340398" y="7939563"/>
                <a:ext cx="4680" cy="2160"/>
              </p14:xfrm>
            </p:contentPart>
          </mc:Choice>
          <mc:Fallback xmlns="">
            <p:pic>
              <p:nvPicPr>
                <p:cNvPr id="98" name="Ink 97">
                  <a:extLst>
                    <a:ext uri="{FF2B5EF4-FFF2-40B4-BE49-F238E27FC236}">
                      <a16:creationId xmlns:a16="http://schemas.microsoft.com/office/drawing/2014/main" id="{E137B027-12F3-0370-5D6B-2D0148B80D8E}"/>
                    </a:ext>
                  </a:extLst>
                </p:cNvPr>
                <p:cNvPicPr/>
                <p:nvPr/>
              </p:nvPicPr>
              <p:blipFill>
                <a:blip r:embed="rId110"/>
                <a:stretch>
                  <a:fillRect/>
                </a:stretch>
              </p:blipFill>
              <p:spPr>
                <a:xfrm>
                  <a:off x="14277758" y="7876923"/>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9" name="Ink 98">
                  <a:extLst>
                    <a:ext uri="{FF2B5EF4-FFF2-40B4-BE49-F238E27FC236}">
                      <a16:creationId xmlns:a16="http://schemas.microsoft.com/office/drawing/2014/main" id="{B2C5DF72-84D6-97D0-6492-7BA78592B44C}"/>
                    </a:ext>
                  </a:extLst>
                </p14:cNvPr>
                <p14:cNvContentPartPr/>
                <p14:nvPr/>
              </p14:nvContentPartPr>
              <p14:xfrm>
                <a:off x="14418518" y="8028483"/>
                <a:ext cx="360" cy="360"/>
              </p14:xfrm>
            </p:contentPart>
          </mc:Choice>
          <mc:Fallback xmlns="">
            <p:pic>
              <p:nvPicPr>
                <p:cNvPr id="99" name="Ink 98">
                  <a:extLst>
                    <a:ext uri="{FF2B5EF4-FFF2-40B4-BE49-F238E27FC236}">
                      <a16:creationId xmlns:a16="http://schemas.microsoft.com/office/drawing/2014/main" id="{B2C5DF72-84D6-97D0-6492-7BA78592B44C}"/>
                    </a:ext>
                  </a:extLst>
                </p:cNvPr>
                <p:cNvPicPr/>
                <p:nvPr/>
              </p:nvPicPr>
              <p:blipFill>
                <a:blip r:embed="rId9"/>
                <a:stretch>
                  <a:fillRect/>
                </a:stretch>
              </p:blipFill>
              <p:spPr>
                <a:xfrm>
                  <a:off x="143555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0" name="Ink 99">
                  <a:extLst>
                    <a:ext uri="{FF2B5EF4-FFF2-40B4-BE49-F238E27FC236}">
                      <a16:creationId xmlns:a16="http://schemas.microsoft.com/office/drawing/2014/main" id="{2806E25F-0077-0B7E-FCE3-A289D0C794B4}"/>
                    </a:ext>
                  </a:extLst>
                </p14:cNvPr>
                <p14:cNvContentPartPr/>
                <p14:nvPr/>
              </p14:nvContentPartPr>
              <p14:xfrm>
                <a:off x="14418518" y="8028483"/>
                <a:ext cx="360" cy="360"/>
              </p14:xfrm>
            </p:contentPart>
          </mc:Choice>
          <mc:Fallback xmlns="">
            <p:pic>
              <p:nvPicPr>
                <p:cNvPr id="100" name="Ink 99">
                  <a:extLst>
                    <a:ext uri="{FF2B5EF4-FFF2-40B4-BE49-F238E27FC236}">
                      <a16:creationId xmlns:a16="http://schemas.microsoft.com/office/drawing/2014/main" id="{2806E25F-0077-0B7E-FCE3-A289D0C794B4}"/>
                    </a:ext>
                  </a:extLst>
                </p:cNvPr>
                <p:cNvPicPr/>
                <p:nvPr/>
              </p:nvPicPr>
              <p:blipFill>
                <a:blip r:embed="rId9"/>
                <a:stretch>
                  <a:fillRect/>
                </a:stretch>
              </p:blipFill>
              <p:spPr>
                <a:xfrm>
                  <a:off x="143555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01" name="Ink 100">
                  <a:extLst>
                    <a:ext uri="{FF2B5EF4-FFF2-40B4-BE49-F238E27FC236}">
                      <a16:creationId xmlns:a16="http://schemas.microsoft.com/office/drawing/2014/main" id="{7CC23911-4BE3-C8C9-3DA1-114B510DE48C}"/>
                    </a:ext>
                  </a:extLst>
                </p14:cNvPr>
                <p14:cNvContentPartPr/>
                <p14:nvPr/>
              </p14:nvContentPartPr>
              <p14:xfrm>
                <a:off x="14418518" y="8028483"/>
                <a:ext cx="360" cy="360"/>
              </p14:xfrm>
            </p:contentPart>
          </mc:Choice>
          <mc:Fallback xmlns="">
            <p:pic>
              <p:nvPicPr>
                <p:cNvPr id="101" name="Ink 100">
                  <a:extLst>
                    <a:ext uri="{FF2B5EF4-FFF2-40B4-BE49-F238E27FC236}">
                      <a16:creationId xmlns:a16="http://schemas.microsoft.com/office/drawing/2014/main" id="{7CC23911-4BE3-C8C9-3DA1-114B510DE48C}"/>
                    </a:ext>
                  </a:extLst>
                </p:cNvPr>
                <p:cNvPicPr/>
                <p:nvPr/>
              </p:nvPicPr>
              <p:blipFill>
                <a:blip r:embed="rId9"/>
                <a:stretch>
                  <a:fillRect/>
                </a:stretch>
              </p:blipFill>
              <p:spPr>
                <a:xfrm>
                  <a:off x="143555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2" name="Ink 101">
                  <a:extLst>
                    <a:ext uri="{FF2B5EF4-FFF2-40B4-BE49-F238E27FC236}">
                      <a16:creationId xmlns:a16="http://schemas.microsoft.com/office/drawing/2014/main" id="{65235970-11ED-CDB9-73D5-7783520310AD}"/>
                    </a:ext>
                  </a:extLst>
                </p14:cNvPr>
                <p14:cNvContentPartPr/>
                <p14:nvPr/>
              </p14:nvContentPartPr>
              <p14:xfrm>
                <a:off x="14407358" y="8028483"/>
                <a:ext cx="360" cy="360"/>
              </p14:xfrm>
            </p:contentPart>
          </mc:Choice>
          <mc:Fallback xmlns="">
            <p:pic>
              <p:nvPicPr>
                <p:cNvPr id="102" name="Ink 101">
                  <a:extLst>
                    <a:ext uri="{FF2B5EF4-FFF2-40B4-BE49-F238E27FC236}">
                      <a16:creationId xmlns:a16="http://schemas.microsoft.com/office/drawing/2014/main" id="{65235970-11ED-CDB9-73D5-7783520310AD}"/>
                    </a:ext>
                  </a:extLst>
                </p:cNvPr>
                <p:cNvPicPr/>
                <p:nvPr/>
              </p:nvPicPr>
              <p:blipFill>
                <a:blip r:embed="rId9"/>
                <a:stretch>
                  <a:fillRect/>
                </a:stretch>
              </p:blipFill>
              <p:spPr>
                <a:xfrm>
                  <a:off x="143447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03" name="Ink 102">
                  <a:extLst>
                    <a:ext uri="{FF2B5EF4-FFF2-40B4-BE49-F238E27FC236}">
                      <a16:creationId xmlns:a16="http://schemas.microsoft.com/office/drawing/2014/main" id="{1275F1C8-0C64-4448-2080-A4FA3250B787}"/>
                    </a:ext>
                  </a:extLst>
                </p14:cNvPr>
                <p14:cNvContentPartPr/>
                <p14:nvPr/>
              </p14:nvContentPartPr>
              <p14:xfrm>
                <a:off x="14363078" y="8028483"/>
                <a:ext cx="21960" cy="360"/>
              </p14:xfrm>
            </p:contentPart>
          </mc:Choice>
          <mc:Fallback xmlns="">
            <p:pic>
              <p:nvPicPr>
                <p:cNvPr id="103" name="Ink 102">
                  <a:extLst>
                    <a:ext uri="{FF2B5EF4-FFF2-40B4-BE49-F238E27FC236}">
                      <a16:creationId xmlns:a16="http://schemas.microsoft.com/office/drawing/2014/main" id="{1275F1C8-0C64-4448-2080-A4FA3250B787}"/>
                    </a:ext>
                  </a:extLst>
                </p:cNvPr>
                <p:cNvPicPr/>
                <p:nvPr/>
              </p:nvPicPr>
              <p:blipFill>
                <a:blip r:embed="rId23"/>
                <a:stretch>
                  <a:fillRect/>
                </a:stretch>
              </p:blipFill>
              <p:spPr>
                <a:xfrm>
                  <a:off x="14300078" y="7965843"/>
                  <a:ext cx="1476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4" name="Ink 103">
                  <a:extLst>
                    <a:ext uri="{FF2B5EF4-FFF2-40B4-BE49-F238E27FC236}">
                      <a16:creationId xmlns:a16="http://schemas.microsoft.com/office/drawing/2014/main" id="{FAB61C9E-9B16-B244-8501-0B2F1B99A7CF}"/>
                    </a:ext>
                  </a:extLst>
                </p14:cNvPr>
                <p14:cNvContentPartPr/>
                <p14:nvPr/>
              </p14:nvContentPartPr>
              <p14:xfrm>
                <a:off x="14293958" y="8039643"/>
                <a:ext cx="2160" cy="360"/>
              </p14:xfrm>
            </p:contentPart>
          </mc:Choice>
          <mc:Fallback xmlns="">
            <p:pic>
              <p:nvPicPr>
                <p:cNvPr id="104" name="Ink 103">
                  <a:extLst>
                    <a:ext uri="{FF2B5EF4-FFF2-40B4-BE49-F238E27FC236}">
                      <a16:creationId xmlns:a16="http://schemas.microsoft.com/office/drawing/2014/main" id="{FAB61C9E-9B16-B244-8501-0B2F1B99A7CF}"/>
                    </a:ext>
                  </a:extLst>
                </p:cNvPr>
                <p:cNvPicPr/>
                <p:nvPr/>
              </p:nvPicPr>
              <p:blipFill>
                <a:blip r:embed="rId18"/>
                <a:stretch>
                  <a:fillRect/>
                </a:stretch>
              </p:blipFill>
              <p:spPr>
                <a:xfrm>
                  <a:off x="14230958" y="79770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5" name="Ink 104">
                  <a:extLst>
                    <a:ext uri="{FF2B5EF4-FFF2-40B4-BE49-F238E27FC236}">
                      <a16:creationId xmlns:a16="http://schemas.microsoft.com/office/drawing/2014/main" id="{32F279AD-B101-5B3C-3D75-85B1AEB76A56}"/>
                    </a:ext>
                  </a:extLst>
                </p14:cNvPr>
                <p14:cNvContentPartPr/>
                <p14:nvPr/>
              </p14:nvContentPartPr>
              <p14:xfrm>
                <a:off x="14248958" y="8039643"/>
                <a:ext cx="2160" cy="360"/>
              </p14:xfrm>
            </p:contentPart>
          </mc:Choice>
          <mc:Fallback xmlns="">
            <p:pic>
              <p:nvPicPr>
                <p:cNvPr id="105" name="Ink 104">
                  <a:extLst>
                    <a:ext uri="{FF2B5EF4-FFF2-40B4-BE49-F238E27FC236}">
                      <a16:creationId xmlns:a16="http://schemas.microsoft.com/office/drawing/2014/main" id="{32F279AD-B101-5B3C-3D75-85B1AEB76A56}"/>
                    </a:ext>
                  </a:extLst>
                </p:cNvPr>
                <p:cNvPicPr/>
                <p:nvPr/>
              </p:nvPicPr>
              <p:blipFill>
                <a:blip r:embed="rId18"/>
                <a:stretch>
                  <a:fillRect/>
                </a:stretch>
              </p:blipFill>
              <p:spPr>
                <a:xfrm>
                  <a:off x="14186318" y="79770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6" name="Ink 105">
                  <a:extLst>
                    <a:ext uri="{FF2B5EF4-FFF2-40B4-BE49-F238E27FC236}">
                      <a16:creationId xmlns:a16="http://schemas.microsoft.com/office/drawing/2014/main" id="{F2CC55A3-FC9E-7206-7F78-ECF464028867}"/>
                    </a:ext>
                  </a:extLst>
                </p14:cNvPr>
                <p14:cNvContentPartPr/>
                <p14:nvPr/>
              </p14:nvContentPartPr>
              <p14:xfrm>
                <a:off x="14239958" y="8039643"/>
                <a:ext cx="360" cy="360"/>
              </p14:xfrm>
            </p:contentPart>
          </mc:Choice>
          <mc:Fallback xmlns="">
            <p:pic>
              <p:nvPicPr>
                <p:cNvPr id="106" name="Ink 105">
                  <a:extLst>
                    <a:ext uri="{FF2B5EF4-FFF2-40B4-BE49-F238E27FC236}">
                      <a16:creationId xmlns:a16="http://schemas.microsoft.com/office/drawing/2014/main" id="{F2CC55A3-FC9E-7206-7F78-ECF464028867}"/>
                    </a:ext>
                  </a:extLst>
                </p:cNvPr>
                <p:cNvPicPr/>
                <p:nvPr/>
              </p:nvPicPr>
              <p:blipFill>
                <a:blip r:embed="rId9"/>
                <a:stretch>
                  <a:fillRect/>
                </a:stretch>
              </p:blipFill>
              <p:spPr>
                <a:xfrm>
                  <a:off x="1417695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7" name="Ink 106">
                  <a:extLst>
                    <a:ext uri="{FF2B5EF4-FFF2-40B4-BE49-F238E27FC236}">
                      <a16:creationId xmlns:a16="http://schemas.microsoft.com/office/drawing/2014/main" id="{A93DE474-4A55-5D3D-1035-C6275BEBD4BA}"/>
                    </a:ext>
                  </a:extLst>
                </p14:cNvPr>
                <p14:cNvContentPartPr/>
                <p14:nvPr/>
              </p14:nvContentPartPr>
              <p14:xfrm>
                <a:off x="14237798" y="8039643"/>
                <a:ext cx="2160" cy="360"/>
              </p14:xfrm>
            </p:contentPart>
          </mc:Choice>
          <mc:Fallback xmlns="">
            <p:pic>
              <p:nvPicPr>
                <p:cNvPr id="107" name="Ink 106">
                  <a:extLst>
                    <a:ext uri="{FF2B5EF4-FFF2-40B4-BE49-F238E27FC236}">
                      <a16:creationId xmlns:a16="http://schemas.microsoft.com/office/drawing/2014/main" id="{A93DE474-4A55-5D3D-1035-C6275BEBD4BA}"/>
                    </a:ext>
                  </a:extLst>
                </p:cNvPr>
                <p:cNvPicPr/>
                <p:nvPr/>
              </p:nvPicPr>
              <p:blipFill>
                <a:blip r:embed="rId36"/>
                <a:stretch>
                  <a:fillRect/>
                </a:stretch>
              </p:blipFill>
              <p:spPr>
                <a:xfrm>
                  <a:off x="14175158" y="79770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8" name="Ink 107">
                  <a:extLst>
                    <a:ext uri="{FF2B5EF4-FFF2-40B4-BE49-F238E27FC236}">
                      <a16:creationId xmlns:a16="http://schemas.microsoft.com/office/drawing/2014/main" id="{0260FD62-EBC9-64BA-B08B-D0CCA045BFB7}"/>
                    </a:ext>
                  </a:extLst>
                </p14:cNvPr>
                <p14:cNvContentPartPr/>
                <p14:nvPr/>
              </p14:nvContentPartPr>
              <p14:xfrm>
                <a:off x="14103878" y="8039643"/>
                <a:ext cx="13320" cy="360"/>
              </p14:xfrm>
            </p:contentPart>
          </mc:Choice>
          <mc:Fallback xmlns="">
            <p:pic>
              <p:nvPicPr>
                <p:cNvPr id="108" name="Ink 107">
                  <a:extLst>
                    <a:ext uri="{FF2B5EF4-FFF2-40B4-BE49-F238E27FC236}">
                      <a16:creationId xmlns:a16="http://schemas.microsoft.com/office/drawing/2014/main" id="{0260FD62-EBC9-64BA-B08B-D0CCA045BFB7}"/>
                    </a:ext>
                  </a:extLst>
                </p:cNvPr>
                <p:cNvPicPr/>
                <p:nvPr/>
              </p:nvPicPr>
              <p:blipFill>
                <a:blip r:embed="rId21"/>
                <a:stretch>
                  <a:fillRect/>
                </a:stretch>
              </p:blipFill>
              <p:spPr>
                <a:xfrm>
                  <a:off x="14041238" y="797700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9" name="Ink 108">
                  <a:extLst>
                    <a:ext uri="{FF2B5EF4-FFF2-40B4-BE49-F238E27FC236}">
                      <a16:creationId xmlns:a16="http://schemas.microsoft.com/office/drawing/2014/main" id="{4E300D39-9D24-F1F4-2AB6-50E699204CCE}"/>
                    </a:ext>
                  </a:extLst>
                </p14:cNvPr>
                <p14:cNvContentPartPr/>
                <p14:nvPr/>
              </p14:nvContentPartPr>
              <p14:xfrm>
                <a:off x="14003798" y="8039643"/>
                <a:ext cx="13320" cy="360"/>
              </p14:xfrm>
            </p:contentPart>
          </mc:Choice>
          <mc:Fallback xmlns="">
            <p:pic>
              <p:nvPicPr>
                <p:cNvPr id="109" name="Ink 108">
                  <a:extLst>
                    <a:ext uri="{FF2B5EF4-FFF2-40B4-BE49-F238E27FC236}">
                      <a16:creationId xmlns:a16="http://schemas.microsoft.com/office/drawing/2014/main" id="{4E300D39-9D24-F1F4-2AB6-50E699204CCE}"/>
                    </a:ext>
                  </a:extLst>
                </p:cNvPr>
                <p:cNvPicPr/>
                <p:nvPr/>
              </p:nvPicPr>
              <p:blipFill>
                <a:blip r:embed="rId21"/>
                <a:stretch>
                  <a:fillRect/>
                </a:stretch>
              </p:blipFill>
              <p:spPr>
                <a:xfrm>
                  <a:off x="13941158" y="797700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0" name="Ink 109">
                  <a:extLst>
                    <a:ext uri="{FF2B5EF4-FFF2-40B4-BE49-F238E27FC236}">
                      <a16:creationId xmlns:a16="http://schemas.microsoft.com/office/drawing/2014/main" id="{0821C3E8-05EA-DFA4-D715-6C090F3A507A}"/>
                    </a:ext>
                  </a:extLst>
                </p14:cNvPr>
                <p14:cNvContentPartPr/>
                <p14:nvPr/>
              </p14:nvContentPartPr>
              <p14:xfrm>
                <a:off x="13948358" y="8039643"/>
                <a:ext cx="2160" cy="360"/>
              </p14:xfrm>
            </p:contentPart>
          </mc:Choice>
          <mc:Fallback xmlns="">
            <p:pic>
              <p:nvPicPr>
                <p:cNvPr id="110" name="Ink 109">
                  <a:extLst>
                    <a:ext uri="{FF2B5EF4-FFF2-40B4-BE49-F238E27FC236}">
                      <a16:creationId xmlns:a16="http://schemas.microsoft.com/office/drawing/2014/main" id="{0821C3E8-05EA-DFA4-D715-6C090F3A507A}"/>
                    </a:ext>
                  </a:extLst>
                </p:cNvPr>
                <p:cNvPicPr/>
                <p:nvPr/>
              </p:nvPicPr>
              <p:blipFill>
                <a:blip r:embed="rId18"/>
                <a:stretch>
                  <a:fillRect/>
                </a:stretch>
              </p:blipFill>
              <p:spPr>
                <a:xfrm>
                  <a:off x="13885358" y="797700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11" name="Ink 110">
                  <a:extLst>
                    <a:ext uri="{FF2B5EF4-FFF2-40B4-BE49-F238E27FC236}">
                      <a16:creationId xmlns:a16="http://schemas.microsoft.com/office/drawing/2014/main" id="{B1E57A1B-5404-A50E-3EB9-AEB83711BABE}"/>
                    </a:ext>
                  </a:extLst>
                </p14:cNvPr>
                <p14:cNvContentPartPr/>
                <p14:nvPr/>
              </p14:nvContentPartPr>
              <p14:xfrm>
                <a:off x="13915598" y="8039643"/>
                <a:ext cx="23760" cy="9360"/>
              </p14:xfrm>
            </p:contentPart>
          </mc:Choice>
          <mc:Fallback xmlns="">
            <p:pic>
              <p:nvPicPr>
                <p:cNvPr id="111" name="Ink 110">
                  <a:extLst>
                    <a:ext uri="{FF2B5EF4-FFF2-40B4-BE49-F238E27FC236}">
                      <a16:creationId xmlns:a16="http://schemas.microsoft.com/office/drawing/2014/main" id="{B1E57A1B-5404-A50E-3EB9-AEB83711BABE}"/>
                    </a:ext>
                  </a:extLst>
                </p:cNvPr>
                <p:cNvPicPr/>
                <p:nvPr/>
              </p:nvPicPr>
              <p:blipFill>
                <a:blip r:embed="rId124"/>
                <a:stretch>
                  <a:fillRect/>
                </a:stretch>
              </p:blipFill>
              <p:spPr>
                <a:xfrm>
                  <a:off x="13852958" y="7977003"/>
                  <a:ext cx="1494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2" name="Ink 111">
                  <a:extLst>
                    <a:ext uri="{FF2B5EF4-FFF2-40B4-BE49-F238E27FC236}">
                      <a16:creationId xmlns:a16="http://schemas.microsoft.com/office/drawing/2014/main" id="{1439365E-43BC-E490-1264-6262ABF4BFAB}"/>
                    </a:ext>
                  </a:extLst>
                </p14:cNvPr>
                <p14:cNvContentPartPr/>
                <p14:nvPr/>
              </p14:nvContentPartPr>
              <p14:xfrm>
                <a:off x="13816598" y="8051163"/>
                <a:ext cx="21960" cy="360"/>
              </p14:xfrm>
            </p:contentPart>
          </mc:Choice>
          <mc:Fallback xmlns="">
            <p:pic>
              <p:nvPicPr>
                <p:cNvPr id="112" name="Ink 111">
                  <a:extLst>
                    <a:ext uri="{FF2B5EF4-FFF2-40B4-BE49-F238E27FC236}">
                      <a16:creationId xmlns:a16="http://schemas.microsoft.com/office/drawing/2014/main" id="{1439365E-43BC-E490-1264-6262ABF4BFAB}"/>
                    </a:ext>
                  </a:extLst>
                </p:cNvPr>
                <p:cNvPicPr/>
                <p:nvPr/>
              </p:nvPicPr>
              <p:blipFill>
                <a:blip r:embed="rId23"/>
                <a:stretch>
                  <a:fillRect/>
                </a:stretch>
              </p:blipFill>
              <p:spPr>
                <a:xfrm>
                  <a:off x="13753958" y="7988523"/>
                  <a:ext cx="1476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3" name="Ink 112">
                  <a:extLst>
                    <a:ext uri="{FF2B5EF4-FFF2-40B4-BE49-F238E27FC236}">
                      <a16:creationId xmlns:a16="http://schemas.microsoft.com/office/drawing/2014/main" id="{D44843DB-6874-577D-2E9F-D8D5DCD9E0F8}"/>
                    </a:ext>
                  </a:extLst>
                </p14:cNvPr>
                <p14:cNvContentPartPr/>
                <p14:nvPr/>
              </p14:nvContentPartPr>
              <p14:xfrm>
                <a:off x="13671518" y="8028483"/>
                <a:ext cx="360" cy="360"/>
              </p14:xfrm>
            </p:contentPart>
          </mc:Choice>
          <mc:Fallback xmlns="">
            <p:pic>
              <p:nvPicPr>
                <p:cNvPr id="113" name="Ink 112">
                  <a:extLst>
                    <a:ext uri="{FF2B5EF4-FFF2-40B4-BE49-F238E27FC236}">
                      <a16:creationId xmlns:a16="http://schemas.microsoft.com/office/drawing/2014/main" id="{D44843DB-6874-577D-2E9F-D8D5DCD9E0F8}"/>
                    </a:ext>
                  </a:extLst>
                </p:cNvPr>
                <p:cNvPicPr/>
                <p:nvPr/>
              </p:nvPicPr>
              <p:blipFill>
                <a:blip r:embed="rId9"/>
                <a:stretch>
                  <a:fillRect/>
                </a:stretch>
              </p:blipFill>
              <p:spPr>
                <a:xfrm>
                  <a:off x="13608518" y="79658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14" name="Ink 113">
                  <a:extLst>
                    <a:ext uri="{FF2B5EF4-FFF2-40B4-BE49-F238E27FC236}">
                      <a16:creationId xmlns:a16="http://schemas.microsoft.com/office/drawing/2014/main" id="{A35A9560-EA6B-B83A-3EA3-0951A53D60BE}"/>
                    </a:ext>
                  </a:extLst>
                </p14:cNvPr>
                <p14:cNvContentPartPr/>
                <p14:nvPr/>
              </p14:nvContentPartPr>
              <p14:xfrm>
                <a:off x="13646678" y="8017683"/>
                <a:ext cx="2160" cy="360"/>
              </p14:xfrm>
            </p:contentPart>
          </mc:Choice>
          <mc:Fallback xmlns="">
            <p:pic>
              <p:nvPicPr>
                <p:cNvPr id="114" name="Ink 113">
                  <a:extLst>
                    <a:ext uri="{FF2B5EF4-FFF2-40B4-BE49-F238E27FC236}">
                      <a16:creationId xmlns:a16="http://schemas.microsoft.com/office/drawing/2014/main" id="{A35A9560-EA6B-B83A-3EA3-0951A53D60BE}"/>
                    </a:ext>
                  </a:extLst>
                </p:cNvPr>
                <p:cNvPicPr/>
                <p:nvPr/>
              </p:nvPicPr>
              <p:blipFill>
                <a:blip r:embed="rId36"/>
                <a:stretch>
                  <a:fillRect/>
                </a:stretch>
              </p:blipFill>
              <p:spPr>
                <a:xfrm>
                  <a:off x="13584038" y="7954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5" name="Ink 114">
                  <a:extLst>
                    <a:ext uri="{FF2B5EF4-FFF2-40B4-BE49-F238E27FC236}">
                      <a16:creationId xmlns:a16="http://schemas.microsoft.com/office/drawing/2014/main" id="{EC848993-3F42-65D3-BA9E-97CBFB40FA7D}"/>
                    </a:ext>
                  </a:extLst>
                </p14:cNvPr>
                <p14:cNvContentPartPr/>
                <p14:nvPr/>
              </p14:nvContentPartPr>
              <p14:xfrm>
                <a:off x="13620398" y="8006523"/>
                <a:ext cx="6480" cy="360"/>
              </p14:xfrm>
            </p:contentPart>
          </mc:Choice>
          <mc:Fallback xmlns="">
            <p:pic>
              <p:nvPicPr>
                <p:cNvPr id="115" name="Ink 114">
                  <a:extLst>
                    <a:ext uri="{FF2B5EF4-FFF2-40B4-BE49-F238E27FC236}">
                      <a16:creationId xmlns:a16="http://schemas.microsoft.com/office/drawing/2014/main" id="{EC848993-3F42-65D3-BA9E-97CBFB40FA7D}"/>
                    </a:ext>
                  </a:extLst>
                </p:cNvPr>
                <p:cNvPicPr/>
                <p:nvPr/>
              </p:nvPicPr>
              <p:blipFill>
                <a:blip r:embed="rId41"/>
                <a:stretch>
                  <a:fillRect/>
                </a:stretch>
              </p:blipFill>
              <p:spPr>
                <a:xfrm>
                  <a:off x="13557398" y="79435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6" name="Ink 115">
                  <a:extLst>
                    <a:ext uri="{FF2B5EF4-FFF2-40B4-BE49-F238E27FC236}">
                      <a16:creationId xmlns:a16="http://schemas.microsoft.com/office/drawing/2014/main" id="{42041EDB-AAD3-1EF9-81E7-324F4D532F86}"/>
                    </a:ext>
                  </a:extLst>
                </p14:cNvPr>
                <p14:cNvContentPartPr/>
                <p14:nvPr/>
              </p14:nvContentPartPr>
              <p14:xfrm>
                <a:off x="13570718" y="8004723"/>
                <a:ext cx="360" cy="2160"/>
              </p14:xfrm>
            </p:contentPart>
          </mc:Choice>
          <mc:Fallback xmlns="">
            <p:pic>
              <p:nvPicPr>
                <p:cNvPr id="116" name="Ink 115">
                  <a:extLst>
                    <a:ext uri="{FF2B5EF4-FFF2-40B4-BE49-F238E27FC236}">
                      <a16:creationId xmlns:a16="http://schemas.microsoft.com/office/drawing/2014/main" id="{42041EDB-AAD3-1EF9-81E7-324F4D532F86}"/>
                    </a:ext>
                  </a:extLst>
                </p:cNvPr>
                <p:cNvPicPr/>
                <p:nvPr/>
              </p:nvPicPr>
              <p:blipFill>
                <a:blip r:embed="rId29"/>
                <a:stretch>
                  <a:fillRect/>
                </a:stretch>
              </p:blipFill>
              <p:spPr>
                <a:xfrm>
                  <a:off x="13508078" y="794172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7" name="Ink 116">
                  <a:extLst>
                    <a:ext uri="{FF2B5EF4-FFF2-40B4-BE49-F238E27FC236}">
                      <a16:creationId xmlns:a16="http://schemas.microsoft.com/office/drawing/2014/main" id="{645471FB-C22A-A2EB-E98C-6D33EA7609F2}"/>
                    </a:ext>
                  </a:extLst>
                </p14:cNvPr>
                <p14:cNvContentPartPr/>
                <p14:nvPr/>
              </p14:nvContentPartPr>
              <p14:xfrm>
                <a:off x="13531118" y="7995363"/>
                <a:ext cx="6840" cy="360"/>
              </p14:xfrm>
            </p:contentPart>
          </mc:Choice>
          <mc:Fallback xmlns="">
            <p:pic>
              <p:nvPicPr>
                <p:cNvPr id="117" name="Ink 116">
                  <a:extLst>
                    <a:ext uri="{FF2B5EF4-FFF2-40B4-BE49-F238E27FC236}">
                      <a16:creationId xmlns:a16="http://schemas.microsoft.com/office/drawing/2014/main" id="{645471FB-C22A-A2EB-E98C-6D33EA7609F2}"/>
                    </a:ext>
                  </a:extLst>
                </p:cNvPr>
                <p:cNvPicPr/>
                <p:nvPr/>
              </p:nvPicPr>
              <p:blipFill>
                <a:blip r:embed="rId82"/>
                <a:stretch>
                  <a:fillRect/>
                </a:stretch>
              </p:blipFill>
              <p:spPr>
                <a:xfrm>
                  <a:off x="13468478" y="7932723"/>
                  <a:ext cx="132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18" name="Ink 117">
                  <a:extLst>
                    <a:ext uri="{FF2B5EF4-FFF2-40B4-BE49-F238E27FC236}">
                      <a16:creationId xmlns:a16="http://schemas.microsoft.com/office/drawing/2014/main" id="{B90D3EED-2848-7913-4F38-C2C23BB3DEAB}"/>
                    </a:ext>
                  </a:extLst>
                </p14:cNvPr>
                <p14:cNvContentPartPr/>
                <p14:nvPr/>
              </p14:nvContentPartPr>
              <p14:xfrm>
                <a:off x="13514918" y="7995363"/>
                <a:ext cx="360" cy="360"/>
              </p14:xfrm>
            </p:contentPart>
          </mc:Choice>
          <mc:Fallback xmlns="">
            <p:pic>
              <p:nvPicPr>
                <p:cNvPr id="118" name="Ink 117">
                  <a:extLst>
                    <a:ext uri="{FF2B5EF4-FFF2-40B4-BE49-F238E27FC236}">
                      <a16:creationId xmlns:a16="http://schemas.microsoft.com/office/drawing/2014/main" id="{B90D3EED-2848-7913-4F38-C2C23BB3DEAB}"/>
                    </a:ext>
                  </a:extLst>
                </p:cNvPr>
                <p:cNvPicPr/>
                <p:nvPr/>
              </p:nvPicPr>
              <p:blipFill>
                <a:blip r:embed="rId9"/>
                <a:stretch>
                  <a:fillRect/>
                </a:stretch>
              </p:blipFill>
              <p:spPr>
                <a:xfrm>
                  <a:off x="13452278" y="7932723"/>
                  <a:ext cx="126000" cy="126000"/>
                </a:xfrm>
                <a:prstGeom prst="rect">
                  <a:avLst/>
                </a:prstGeom>
              </p:spPr>
            </p:pic>
          </mc:Fallback>
        </mc:AlternateContent>
      </p:grpSp>
      <p:grpSp>
        <p:nvGrpSpPr>
          <p:cNvPr id="128" name="Group 127">
            <a:extLst>
              <a:ext uri="{FF2B5EF4-FFF2-40B4-BE49-F238E27FC236}">
                <a16:creationId xmlns:a16="http://schemas.microsoft.com/office/drawing/2014/main" id="{1A9839F3-0502-3B18-6ECB-7C7DCCCDC3FD}"/>
              </a:ext>
            </a:extLst>
          </p:cNvPr>
          <p:cNvGrpSpPr/>
          <p:nvPr/>
        </p:nvGrpSpPr>
        <p:grpSpPr>
          <a:xfrm>
            <a:off x="13392878" y="8129283"/>
            <a:ext cx="300960" cy="11520"/>
            <a:chOff x="13392878" y="8129283"/>
            <a:chExt cx="300960" cy="11520"/>
          </a:xfrm>
        </p:grpSpPr>
        <mc:AlternateContent xmlns:mc="http://schemas.openxmlformats.org/markup-compatibility/2006" xmlns:p14="http://schemas.microsoft.com/office/powerpoint/2010/main">
          <mc:Choice Requires="p14">
            <p:contentPart p14:bwMode="auto" r:id="rId132">
              <p14:nvContentPartPr>
                <p14:cNvPr id="124" name="Ink 123">
                  <a:extLst>
                    <a:ext uri="{FF2B5EF4-FFF2-40B4-BE49-F238E27FC236}">
                      <a16:creationId xmlns:a16="http://schemas.microsoft.com/office/drawing/2014/main" id="{41663BC3-0B56-49B9-D2E5-427393BD6A68}"/>
                    </a:ext>
                  </a:extLst>
                </p14:cNvPr>
                <p14:cNvContentPartPr/>
                <p14:nvPr/>
              </p14:nvContentPartPr>
              <p14:xfrm>
                <a:off x="13514918" y="8129283"/>
                <a:ext cx="360" cy="2160"/>
              </p14:xfrm>
            </p:contentPart>
          </mc:Choice>
          <mc:Fallback xmlns="">
            <p:pic>
              <p:nvPicPr>
                <p:cNvPr id="124" name="Ink 123">
                  <a:extLst>
                    <a:ext uri="{FF2B5EF4-FFF2-40B4-BE49-F238E27FC236}">
                      <a16:creationId xmlns:a16="http://schemas.microsoft.com/office/drawing/2014/main" id="{41663BC3-0B56-49B9-D2E5-427393BD6A68}"/>
                    </a:ext>
                  </a:extLst>
                </p:cNvPr>
                <p:cNvPicPr/>
                <p:nvPr/>
              </p:nvPicPr>
              <p:blipFill>
                <a:blip r:embed="rId29"/>
                <a:stretch>
                  <a:fillRect/>
                </a:stretch>
              </p:blipFill>
              <p:spPr>
                <a:xfrm>
                  <a:off x="13452278" y="8066283"/>
                  <a:ext cx="126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25" name="Ink 124">
                  <a:extLst>
                    <a:ext uri="{FF2B5EF4-FFF2-40B4-BE49-F238E27FC236}">
                      <a16:creationId xmlns:a16="http://schemas.microsoft.com/office/drawing/2014/main" id="{57CAEC92-2F2C-ACCE-B513-5E4382BB3E7F}"/>
                    </a:ext>
                  </a:extLst>
                </p14:cNvPr>
                <p14:cNvContentPartPr/>
                <p14:nvPr/>
              </p14:nvContentPartPr>
              <p14:xfrm>
                <a:off x="13392878" y="8140443"/>
                <a:ext cx="360" cy="360"/>
              </p14:xfrm>
            </p:contentPart>
          </mc:Choice>
          <mc:Fallback xmlns="">
            <p:pic>
              <p:nvPicPr>
                <p:cNvPr id="125" name="Ink 124">
                  <a:extLst>
                    <a:ext uri="{FF2B5EF4-FFF2-40B4-BE49-F238E27FC236}">
                      <a16:creationId xmlns:a16="http://schemas.microsoft.com/office/drawing/2014/main" id="{57CAEC92-2F2C-ACCE-B513-5E4382BB3E7F}"/>
                    </a:ext>
                  </a:extLst>
                </p:cNvPr>
                <p:cNvPicPr/>
                <p:nvPr/>
              </p:nvPicPr>
              <p:blipFill>
                <a:blip r:embed="rId9"/>
                <a:stretch>
                  <a:fillRect/>
                </a:stretch>
              </p:blipFill>
              <p:spPr>
                <a:xfrm>
                  <a:off x="13329878" y="807744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26" name="Ink 125">
                  <a:extLst>
                    <a:ext uri="{FF2B5EF4-FFF2-40B4-BE49-F238E27FC236}">
                      <a16:creationId xmlns:a16="http://schemas.microsoft.com/office/drawing/2014/main" id="{75215F39-120F-46CA-0EF1-C27E631F759F}"/>
                    </a:ext>
                  </a:extLst>
                </p14:cNvPr>
                <p14:cNvContentPartPr/>
                <p14:nvPr/>
              </p14:nvContentPartPr>
              <p14:xfrm>
                <a:off x="13693478" y="8129283"/>
                <a:ext cx="360" cy="360"/>
              </p14:xfrm>
            </p:contentPart>
          </mc:Choice>
          <mc:Fallback xmlns="">
            <p:pic>
              <p:nvPicPr>
                <p:cNvPr id="126" name="Ink 125">
                  <a:extLst>
                    <a:ext uri="{FF2B5EF4-FFF2-40B4-BE49-F238E27FC236}">
                      <a16:creationId xmlns:a16="http://schemas.microsoft.com/office/drawing/2014/main" id="{75215F39-120F-46CA-0EF1-C27E631F759F}"/>
                    </a:ext>
                  </a:extLst>
                </p:cNvPr>
                <p:cNvPicPr/>
                <p:nvPr/>
              </p:nvPicPr>
              <p:blipFill>
                <a:blip r:embed="rId9"/>
                <a:stretch>
                  <a:fillRect/>
                </a:stretch>
              </p:blipFill>
              <p:spPr>
                <a:xfrm>
                  <a:off x="13630838" y="806628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27" name="Ink 126">
                  <a:extLst>
                    <a:ext uri="{FF2B5EF4-FFF2-40B4-BE49-F238E27FC236}">
                      <a16:creationId xmlns:a16="http://schemas.microsoft.com/office/drawing/2014/main" id="{ED34F1D9-D993-649C-3A77-1C40D3569CCE}"/>
                    </a:ext>
                  </a:extLst>
                </p14:cNvPr>
                <p14:cNvContentPartPr/>
                <p14:nvPr/>
              </p14:nvContentPartPr>
              <p14:xfrm>
                <a:off x="13570718" y="8129283"/>
                <a:ext cx="360" cy="360"/>
              </p14:xfrm>
            </p:contentPart>
          </mc:Choice>
          <mc:Fallback xmlns="">
            <p:pic>
              <p:nvPicPr>
                <p:cNvPr id="127" name="Ink 126">
                  <a:extLst>
                    <a:ext uri="{FF2B5EF4-FFF2-40B4-BE49-F238E27FC236}">
                      <a16:creationId xmlns:a16="http://schemas.microsoft.com/office/drawing/2014/main" id="{ED34F1D9-D993-649C-3A77-1C40D3569CCE}"/>
                    </a:ext>
                  </a:extLst>
                </p:cNvPr>
                <p:cNvPicPr/>
                <p:nvPr/>
              </p:nvPicPr>
              <p:blipFill>
                <a:blip r:embed="rId9"/>
                <a:stretch>
                  <a:fillRect/>
                </a:stretch>
              </p:blipFill>
              <p:spPr>
                <a:xfrm>
                  <a:off x="13508078" y="8066283"/>
                  <a:ext cx="126000" cy="126000"/>
                </a:xfrm>
                <a:prstGeom prst="rect">
                  <a:avLst/>
                </a:prstGeom>
              </p:spPr>
            </p:pic>
          </mc:Fallback>
        </mc:AlternateContent>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6513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767D"/>
                </a:solidFill>
                <a:latin typeface="Montserrat Medium" pitchFamily="34" charset="0"/>
                <a:ea typeface="Montserrat Medium" pitchFamily="34" charset="-122"/>
                <a:cs typeface="Montserrat Medium" pitchFamily="34" charset="-120"/>
              </a:rPr>
              <a:t>Conclusion</a:t>
            </a:r>
            <a:endParaRPr lang="en-US" sz="4450" dirty="0"/>
          </a:p>
        </p:txBody>
      </p:sp>
      <p:sp>
        <p:nvSpPr>
          <p:cNvPr id="3" name="Shape 1"/>
          <p:cNvSpPr/>
          <p:nvPr/>
        </p:nvSpPr>
        <p:spPr>
          <a:xfrm>
            <a:off x="793790" y="2227540"/>
            <a:ext cx="13042821" cy="3354943"/>
          </a:xfrm>
          <a:prstGeom prst="roundRect">
            <a:avLst>
              <a:gd name="adj" fmla="val 6085"/>
            </a:avLst>
          </a:prstGeom>
          <a:solidFill>
            <a:srgbClr val="EFF0F6"/>
          </a:solidFill>
          <a:ln w="7620">
            <a:solidFill>
              <a:srgbClr val="C5C7D2"/>
            </a:solidFill>
            <a:prstDash val="solid"/>
          </a:ln>
        </p:spPr>
      </p:sp>
      <p:sp>
        <p:nvSpPr>
          <p:cNvPr id="4" name="Shape 2"/>
          <p:cNvSpPr/>
          <p:nvPr/>
        </p:nvSpPr>
        <p:spPr>
          <a:xfrm>
            <a:off x="801410" y="2235160"/>
            <a:ext cx="6513790" cy="1669852"/>
          </a:xfrm>
          <a:prstGeom prst="roundRect">
            <a:avLst>
              <a:gd name="adj" fmla="val 12225"/>
            </a:avLst>
          </a:prstGeom>
          <a:solidFill>
            <a:srgbClr val="EFF0F6"/>
          </a:solidFill>
          <a:ln/>
        </p:spPr>
      </p:sp>
      <p:sp>
        <p:nvSpPr>
          <p:cNvPr id="5" name="Text 3"/>
          <p:cNvSpPr/>
          <p:nvPr/>
        </p:nvSpPr>
        <p:spPr>
          <a:xfrm>
            <a:off x="1028224" y="2461974"/>
            <a:ext cx="3943112"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Efficient Task Management</a:t>
            </a:r>
            <a:endParaRPr lang="en-US" sz="2200" dirty="0"/>
          </a:p>
        </p:txBody>
      </p:sp>
      <p:sp>
        <p:nvSpPr>
          <p:cNvPr id="6" name="Text 4"/>
          <p:cNvSpPr/>
          <p:nvPr/>
        </p:nvSpPr>
        <p:spPr>
          <a:xfrm>
            <a:off x="1028224" y="2952393"/>
            <a:ext cx="6060162"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The system helps users manage daily tasks without manual effort</a:t>
            </a:r>
            <a:endParaRPr lang="en-US" sz="1750" dirty="0"/>
          </a:p>
        </p:txBody>
      </p:sp>
      <p:sp>
        <p:nvSpPr>
          <p:cNvPr id="7" name="Shape 5"/>
          <p:cNvSpPr/>
          <p:nvPr/>
        </p:nvSpPr>
        <p:spPr>
          <a:xfrm>
            <a:off x="7315200" y="2235160"/>
            <a:ext cx="6513790" cy="1669852"/>
          </a:xfrm>
          <a:prstGeom prst="rect">
            <a:avLst/>
          </a:prstGeom>
          <a:solidFill>
            <a:srgbClr val="EFF0F6"/>
          </a:solidFill>
          <a:ln/>
        </p:spPr>
      </p:sp>
      <p:sp>
        <p:nvSpPr>
          <p:cNvPr id="8" name="Shape 6"/>
          <p:cNvSpPr/>
          <p:nvPr/>
        </p:nvSpPr>
        <p:spPr>
          <a:xfrm>
            <a:off x="7315200" y="2235160"/>
            <a:ext cx="30480" cy="1669852"/>
          </a:xfrm>
          <a:prstGeom prst="roundRect">
            <a:avLst>
              <a:gd name="adj" fmla="val 669768"/>
            </a:avLst>
          </a:prstGeom>
          <a:solidFill>
            <a:srgbClr val="C5C7D2"/>
          </a:solidFill>
          <a:ln/>
        </p:spPr>
      </p:sp>
      <p:sp>
        <p:nvSpPr>
          <p:cNvPr id="9" name="Text 7"/>
          <p:cNvSpPr/>
          <p:nvPr/>
        </p:nvSpPr>
        <p:spPr>
          <a:xfrm>
            <a:off x="7542014" y="2461974"/>
            <a:ext cx="3471029"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Fewer Missed Deadlines</a:t>
            </a:r>
            <a:endParaRPr lang="en-US" sz="2200" dirty="0"/>
          </a:p>
        </p:txBody>
      </p:sp>
      <p:sp>
        <p:nvSpPr>
          <p:cNvPr id="10" name="Text 8"/>
          <p:cNvSpPr/>
          <p:nvPr/>
        </p:nvSpPr>
        <p:spPr>
          <a:xfrm>
            <a:off x="7542014" y="2952393"/>
            <a:ext cx="6060162"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Automated reminders reduce the chances of missing important tasks</a:t>
            </a:r>
            <a:endParaRPr lang="en-US" sz="1750" dirty="0"/>
          </a:p>
        </p:txBody>
      </p:sp>
      <p:sp>
        <p:nvSpPr>
          <p:cNvPr id="11" name="Shape 9"/>
          <p:cNvSpPr/>
          <p:nvPr/>
        </p:nvSpPr>
        <p:spPr>
          <a:xfrm>
            <a:off x="801410" y="3905012"/>
            <a:ext cx="6513790" cy="1669852"/>
          </a:xfrm>
          <a:prstGeom prst="rect">
            <a:avLst/>
          </a:prstGeom>
          <a:solidFill>
            <a:srgbClr val="EFF0F6"/>
          </a:solidFill>
          <a:ln/>
        </p:spPr>
      </p:sp>
      <p:sp>
        <p:nvSpPr>
          <p:cNvPr id="12" name="Shape 10"/>
          <p:cNvSpPr/>
          <p:nvPr/>
        </p:nvSpPr>
        <p:spPr>
          <a:xfrm>
            <a:off x="801410" y="3905012"/>
            <a:ext cx="6513790" cy="30480"/>
          </a:xfrm>
          <a:prstGeom prst="roundRect">
            <a:avLst>
              <a:gd name="adj" fmla="val 669768"/>
            </a:avLst>
          </a:prstGeom>
          <a:solidFill>
            <a:srgbClr val="C5C7D2"/>
          </a:solidFill>
          <a:ln/>
        </p:spPr>
      </p:sp>
      <p:sp>
        <p:nvSpPr>
          <p:cNvPr id="13" name="Text 11"/>
          <p:cNvSpPr/>
          <p:nvPr/>
        </p:nvSpPr>
        <p:spPr>
          <a:xfrm>
            <a:off x="1028224" y="4131826"/>
            <a:ext cx="3204924"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Improved Productivity</a:t>
            </a:r>
            <a:endParaRPr lang="en-US" sz="2200" dirty="0"/>
          </a:p>
        </p:txBody>
      </p:sp>
      <p:sp>
        <p:nvSpPr>
          <p:cNvPr id="14" name="Text 12"/>
          <p:cNvSpPr/>
          <p:nvPr/>
        </p:nvSpPr>
        <p:spPr>
          <a:xfrm>
            <a:off x="1028224" y="4622244"/>
            <a:ext cx="6060162" cy="362903"/>
          </a:xfrm>
          <a:prstGeom prst="rect">
            <a:avLst/>
          </a:prstGeom>
          <a:noFill/>
          <a:ln/>
        </p:spPr>
        <p:txBody>
          <a:bodyPr wrap="non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Better time management leads to higher productivity</a:t>
            </a:r>
            <a:endParaRPr lang="en-US" sz="1750" dirty="0"/>
          </a:p>
        </p:txBody>
      </p:sp>
      <p:sp>
        <p:nvSpPr>
          <p:cNvPr id="15" name="Shape 13"/>
          <p:cNvSpPr/>
          <p:nvPr/>
        </p:nvSpPr>
        <p:spPr>
          <a:xfrm>
            <a:off x="7315200" y="3905012"/>
            <a:ext cx="6513790" cy="1669852"/>
          </a:xfrm>
          <a:prstGeom prst="rect">
            <a:avLst/>
          </a:prstGeom>
          <a:solidFill>
            <a:srgbClr val="EFF0F6"/>
          </a:solidFill>
          <a:ln/>
        </p:spPr>
      </p:sp>
      <p:sp>
        <p:nvSpPr>
          <p:cNvPr id="16" name="Shape 14"/>
          <p:cNvSpPr/>
          <p:nvPr/>
        </p:nvSpPr>
        <p:spPr>
          <a:xfrm>
            <a:off x="7315200" y="3905012"/>
            <a:ext cx="30480" cy="1669852"/>
          </a:xfrm>
          <a:prstGeom prst="roundRect">
            <a:avLst>
              <a:gd name="adj" fmla="val 669768"/>
            </a:avLst>
          </a:prstGeom>
          <a:solidFill>
            <a:srgbClr val="C5C7D2"/>
          </a:solidFill>
          <a:ln/>
        </p:spPr>
      </p:sp>
      <p:sp>
        <p:nvSpPr>
          <p:cNvPr id="17" name="Shape 15"/>
          <p:cNvSpPr/>
          <p:nvPr/>
        </p:nvSpPr>
        <p:spPr>
          <a:xfrm>
            <a:off x="7315200" y="3905012"/>
            <a:ext cx="6513790" cy="30480"/>
          </a:xfrm>
          <a:prstGeom prst="roundRect">
            <a:avLst>
              <a:gd name="adj" fmla="val 669768"/>
            </a:avLst>
          </a:prstGeom>
          <a:solidFill>
            <a:srgbClr val="C5C7D2"/>
          </a:solidFill>
          <a:ln/>
        </p:spPr>
      </p:sp>
      <p:sp>
        <p:nvSpPr>
          <p:cNvPr id="18" name="Text 16"/>
          <p:cNvSpPr/>
          <p:nvPr/>
        </p:nvSpPr>
        <p:spPr>
          <a:xfrm>
            <a:off x="7542014" y="413182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D3E44"/>
                </a:solidFill>
                <a:latin typeface="Montserrat Medium" pitchFamily="34" charset="0"/>
                <a:ea typeface="Montserrat Medium" pitchFamily="34" charset="-122"/>
                <a:cs typeface="Montserrat Medium" pitchFamily="34" charset="-120"/>
              </a:rPr>
              <a:t>Practical &amp; Scalable</a:t>
            </a:r>
            <a:endParaRPr lang="en-US" sz="2200" dirty="0"/>
          </a:p>
        </p:txBody>
      </p:sp>
      <p:sp>
        <p:nvSpPr>
          <p:cNvPr id="19" name="Text 17"/>
          <p:cNvSpPr/>
          <p:nvPr/>
        </p:nvSpPr>
        <p:spPr>
          <a:xfrm>
            <a:off x="7542014" y="4622244"/>
            <a:ext cx="6060162" cy="725805"/>
          </a:xfrm>
          <a:prstGeom prst="rect">
            <a:avLst/>
          </a:prstGeom>
          <a:noFill/>
          <a:ln/>
        </p:spPr>
        <p:txBody>
          <a:bodyPr wrap="square" lIns="0" tIns="0" rIns="0" bIns="0" rtlCol="0" anchor="t"/>
          <a:lstStyle/>
          <a:p>
            <a:pPr marL="0" indent="0" algn="l">
              <a:lnSpc>
                <a:spcPts val="2850"/>
              </a:lnSpc>
              <a:buNone/>
            </a:pPr>
            <a:r>
              <a:rPr lang="en-US" sz="1750" dirty="0">
                <a:solidFill>
                  <a:srgbClr val="3D3E44"/>
                </a:solidFill>
                <a:latin typeface="Inter Light" pitchFamily="34" charset="0"/>
                <a:ea typeface="Inter Light" pitchFamily="34" charset="-122"/>
                <a:cs typeface="Inter Light" pitchFamily="34" charset="-120"/>
              </a:rPr>
              <a:t>Easy to use now, with scope for mobile, cloud, and team features</a:t>
            </a:r>
            <a:endParaRPr lang="en-US" sz="1750" dirty="0"/>
          </a:p>
        </p:txBody>
      </p:sp>
      <p:sp>
        <p:nvSpPr>
          <p:cNvPr id="20" name="Shape 18"/>
          <p:cNvSpPr/>
          <p:nvPr/>
        </p:nvSpPr>
        <p:spPr>
          <a:xfrm>
            <a:off x="793790" y="5837634"/>
            <a:ext cx="13042821" cy="1326713"/>
          </a:xfrm>
          <a:prstGeom prst="roundRect">
            <a:avLst>
              <a:gd name="adj" fmla="val 15387"/>
            </a:avLst>
          </a:prstGeom>
          <a:solidFill>
            <a:srgbClr val="B6D6FC"/>
          </a:solidFill>
          <a:ln/>
        </p:spPr>
      </p:sp>
      <p:pic>
        <p:nvPicPr>
          <p:cNvPr id="21" name="Image 0" descr="preencoded.png"/>
          <p:cNvPicPr>
            <a:picLocks noChangeAspect="1"/>
          </p:cNvPicPr>
          <p:nvPr/>
        </p:nvPicPr>
        <p:blipFill>
          <a:blip r:embed="rId3"/>
          <a:stretch>
            <a:fillRect/>
          </a:stretch>
        </p:blipFill>
        <p:spPr>
          <a:xfrm>
            <a:off x="1020604" y="6181725"/>
            <a:ext cx="283488" cy="226814"/>
          </a:xfrm>
          <a:prstGeom prst="rect">
            <a:avLst/>
          </a:prstGeom>
        </p:spPr>
      </p:pic>
      <p:sp>
        <p:nvSpPr>
          <p:cNvPr id="22" name="Text 19"/>
          <p:cNvSpPr/>
          <p:nvPr/>
        </p:nvSpPr>
        <p:spPr>
          <a:xfrm>
            <a:off x="1530906" y="6121122"/>
            <a:ext cx="12078891"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Light" pitchFamily="34" charset="0"/>
                <a:ea typeface="Inter Light" pitchFamily="34" charset="-122"/>
                <a:cs typeface="Inter Light" pitchFamily="34" charset="-120"/>
              </a:rPr>
              <a:t>This project demonstrates a working Spring Boot web application with automated email reminders, task tracking, and a clean user interface — a practical solution for everyday productivity.</a:t>
            </a:r>
            <a:endParaRPr lang="en-US" sz="1750" dirty="0"/>
          </a:p>
        </p:txBody>
      </p:sp>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E9324812-6D1A-83F5-822F-B04B5AE74B97}"/>
                  </a:ext>
                </a:extLst>
              </p14:cNvPr>
              <p14:cNvContentPartPr/>
              <p14:nvPr/>
            </p14:nvContentPartPr>
            <p14:xfrm>
              <a:off x="12957638" y="7939203"/>
              <a:ext cx="386640" cy="23040"/>
            </p14:xfrm>
          </p:contentPart>
        </mc:Choice>
        <mc:Fallback xmlns="">
          <p:pic>
            <p:nvPicPr>
              <p:cNvPr id="23" name="Ink 22">
                <a:extLst>
                  <a:ext uri="{FF2B5EF4-FFF2-40B4-BE49-F238E27FC236}">
                    <a16:creationId xmlns:a16="http://schemas.microsoft.com/office/drawing/2014/main" id="{E9324812-6D1A-83F5-822F-B04B5AE74B97}"/>
                  </a:ext>
                </a:extLst>
              </p:cNvPr>
              <p:cNvPicPr/>
              <p:nvPr/>
            </p:nvPicPr>
            <p:blipFill>
              <a:blip r:embed="rId5"/>
              <a:stretch>
                <a:fillRect/>
              </a:stretch>
            </p:blipFill>
            <p:spPr>
              <a:xfrm>
                <a:off x="12894998" y="7876203"/>
                <a:ext cx="5122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 name="Ink 24">
                <a:extLst>
                  <a:ext uri="{FF2B5EF4-FFF2-40B4-BE49-F238E27FC236}">
                    <a16:creationId xmlns:a16="http://schemas.microsoft.com/office/drawing/2014/main" id="{2EFD0ED0-CC2B-255A-02D2-C2D48AD7D138}"/>
                  </a:ext>
                </a:extLst>
              </p14:cNvPr>
              <p14:cNvContentPartPr/>
              <p14:nvPr/>
            </p14:nvContentPartPr>
            <p14:xfrm>
              <a:off x="12935318" y="7836963"/>
              <a:ext cx="1427760" cy="185040"/>
            </p14:xfrm>
          </p:contentPart>
        </mc:Choice>
        <mc:Fallback xmlns="">
          <p:pic>
            <p:nvPicPr>
              <p:cNvPr id="25" name="Ink 24">
                <a:extLst>
                  <a:ext uri="{FF2B5EF4-FFF2-40B4-BE49-F238E27FC236}">
                    <a16:creationId xmlns:a16="http://schemas.microsoft.com/office/drawing/2014/main" id="{2EFD0ED0-CC2B-255A-02D2-C2D48AD7D138}"/>
                  </a:ext>
                </a:extLst>
              </p:cNvPr>
              <p:cNvPicPr/>
              <p:nvPr/>
            </p:nvPicPr>
            <p:blipFill>
              <a:blip r:embed="rId7"/>
              <a:stretch>
                <a:fillRect/>
              </a:stretch>
            </p:blipFill>
            <p:spPr>
              <a:xfrm>
                <a:off x="12872318" y="7773963"/>
                <a:ext cx="155340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123CAFDA-1519-9788-99EF-ABEE6F11F934}"/>
                  </a:ext>
                </a:extLst>
              </p14:cNvPr>
              <p14:cNvContentPartPr/>
              <p14:nvPr/>
            </p14:nvContentPartPr>
            <p14:xfrm>
              <a:off x="13224758" y="7794123"/>
              <a:ext cx="491040" cy="11880"/>
            </p14:xfrm>
          </p:contentPart>
        </mc:Choice>
        <mc:Fallback xmlns="">
          <p:pic>
            <p:nvPicPr>
              <p:cNvPr id="26" name="Ink 25">
                <a:extLst>
                  <a:ext uri="{FF2B5EF4-FFF2-40B4-BE49-F238E27FC236}">
                    <a16:creationId xmlns:a16="http://schemas.microsoft.com/office/drawing/2014/main" id="{123CAFDA-1519-9788-99EF-ABEE6F11F934}"/>
                  </a:ext>
                </a:extLst>
              </p:cNvPr>
              <p:cNvPicPr/>
              <p:nvPr/>
            </p:nvPicPr>
            <p:blipFill>
              <a:blip r:embed="rId9"/>
              <a:stretch>
                <a:fillRect/>
              </a:stretch>
            </p:blipFill>
            <p:spPr>
              <a:xfrm>
                <a:off x="13162118" y="7731483"/>
                <a:ext cx="6166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4" name="Ink 43">
                <a:extLst>
                  <a:ext uri="{FF2B5EF4-FFF2-40B4-BE49-F238E27FC236}">
                    <a16:creationId xmlns:a16="http://schemas.microsoft.com/office/drawing/2014/main" id="{D5B50708-9C96-C2D3-DEDA-488B06793E5D}"/>
                  </a:ext>
                </a:extLst>
              </p14:cNvPr>
              <p14:cNvContentPartPr/>
              <p14:nvPr/>
            </p14:nvContentPartPr>
            <p14:xfrm>
              <a:off x="13771238" y="8061963"/>
              <a:ext cx="513720" cy="22680"/>
            </p14:xfrm>
          </p:contentPart>
        </mc:Choice>
        <mc:Fallback xmlns="">
          <p:pic>
            <p:nvPicPr>
              <p:cNvPr id="44" name="Ink 43">
                <a:extLst>
                  <a:ext uri="{FF2B5EF4-FFF2-40B4-BE49-F238E27FC236}">
                    <a16:creationId xmlns:a16="http://schemas.microsoft.com/office/drawing/2014/main" id="{D5B50708-9C96-C2D3-DEDA-488B06793E5D}"/>
                  </a:ext>
                </a:extLst>
              </p:cNvPr>
              <p:cNvPicPr/>
              <p:nvPr/>
            </p:nvPicPr>
            <p:blipFill>
              <a:blip r:embed="rId11"/>
              <a:stretch>
                <a:fillRect/>
              </a:stretch>
            </p:blipFill>
            <p:spPr>
              <a:xfrm>
                <a:off x="13708598" y="7999323"/>
                <a:ext cx="639360" cy="148320"/>
              </a:xfrm>
              <a:prstGeom prst="rect">
                <a:avLst/>
              </a:prstGeom>
            </p:spPr>
          </p:pic>
        </mc:Fallback>
      </mc:AlternateContent>
      <p:grpSp>
        <p:nvGrpSpPr>
          <p:cNvPr id="46" name="Group 45">
            <a:extLst>
              <a:ext uri="{FF2B5EF4-FFF2-40B4-BE49-F238E27FC236}">
                <a16:creationId xmlns:a16="http://schemas.microsoft.com/office/drawing/2014/main" id="{BA996205-A3DB-68C5-3830-7B89AB4FEC1C}"/>
              </a:ext>
            </a:extLst>
          </p:cNvPr>
          <p:cNvGrpSpPr/>
          <p:nvPr/>
        </p:nvGrpSpPr>
        <p:grpSpPr>
          <a:xfrm>
            <a:off x="12957638" y="7917603"/>
            <a:ext cx="1528200" cy="200880"/>
            <a:chOff x="12957638" y="7917603"/>
            <a:chExt cx="1528200" cy="200880"/>
          </a:xfrm>
        </p:grpSpPr>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B384B591-A9FA-08E1-597D-015CF46B42B4}"/>
                    </a:ext>
                  </a:extLst>
                </p14:cNvPr>
                <p14:cNvContentPartPr/>
                <p14:nvPr/>
              </p14:nvContentPartPr>
              <p14:xfrm>
                <a:off x="12957638" y="7993923"/>
                <a:ext cx="1160640" cy="124560"/>
              </p14:xfrm>
            </p:contentPart>
          </mc:Choice>
          <mc:Fallback xmlns="">
            <p:pic>
              <p:nvPicPr>
                <p:cNvPr id="27" name="Ink 26">
                  <a:extLst>
                    <a:ext uri="{FF2B5EF4-FFF2-40B4-BE49-F238E27FC236}">
                      <a16:creationId xmlns:a16="http://schemas.microsoft.com/office/drawing/2014/main" id="{B384B591-A9FA-08E1-597D-015CF46B42B4}"/>
                    </a:ext>
                  </a:extLst>
                </p:cNvPr>
                <p:cNvPicPr/>
                <p:nvPr/>
              </p:nvPicPr>
              <p:blipFill>
                <a:blip r:embed="rId13"/>
                <a:stretch>
                  <a:fillRect/>
                </a:stretch>
              </p:blipFill>
              <p:spPr>
                <a:xfrm>
                  <a:off x="12894638" y="7931283"/>
                  <a:ext cx="128628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E3159D98-22F6-EC1E-6D9B-2094CD910E53}"/>
                    </a:ext>
                  </a:extLst>
                </p14:cNvPr>
                <p14:cNvContentPartPr/>
                <p14:nvPr/>
              </p14:nvContentPartPr>
              <p14:xfrm>
                <a:off x="14418518" y="7957203"/>
                <a:ext cx="2160" cy="4680"/>
              </p14:xfrm>
            </p:contentPart>
          </mc:Choice>
          <mc:Fallback xmlns="">
            <p:pic>
              <p:nvPicPr>
                <p:cNvPr id="28" name="Ink 27">
                  <a:extLst>
                    <a:ext uri="{FF2B5EF4-FFF2-40B4-BE49-F238E27FC236}">
                      <a16:creationId xmlns:a16="http://schemas.microsoft.com/office/drawing/2014/main" id="{E3159D98-22F6-EC1E-6D9B-2094CD910E53}"/>
                    </a:ext>
                  </a:extLst>
                </p:cNvPr>
                <p:cNvPicPr/>
                <p:nvPr/>
              </p:nvPicPr>
              <p:blipFill>
                <a:blip r:embed="rId15"/>
                <a:stretch>
                  <a:fillRect/>
                </a:stretch>
              </p:blipFill>
              <p:spPr>
                <a:xfrm>
                  <a:off x="14355518" y="7894563"/>
                  <a:ext cx="127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929F60D7-4D02-948E-9F0D-58894D6312B6}"/>
                    </a:ext>
                  </a:extLst>
                </p14:cNvPr>
                <p14:cNvContentPartPr/>
                <p14:nvPr/>
              </p14:nvContentPartPr>
              <p14:xfrm>
                <a:off x="14440478" y="7917603"/>
                <a:ext cx="360" cy="360"/>
              </p14:xfrm>
            </p:contentPart>
          </mc:Choice>
          <mc:Fallback xmlns="">
            <p:pic>
              <p:nvPicPr>
                <p:cNvPr id="29" name="Ink 28">
                  <a:extLst>
                    <a:ext uri="{FF2B5EF4-FFF2-40B4-BE49-F238E27FC236}">
                      <a16:creationId xmlns:a16="http://schemas.microsoft.com/office/drawing/2014/main" id="{929F60D7-4D02-948E-9F0D-58894D6312B6}"/>
                    </a:ext>
                  </a:extLst>
                </p:cNvPr>
                <p:cNvPicPr/>
                <p:nvPr/>
              </p:nvPicPr>
              <p:blipFill>
                <a:blip r:embed="rId17"/>
                <a:stretch>
                  <a:fillRect/>
                </a:stretch>
              </p:blipFill>
              <p:spPr>
                <a:xfrm>
                  <a:off x="14377838" y="7854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0" name="Ink 29">
                  <a:extLst>
                    <a:ext uri="{FF2B5EF4-FFF2-40B4-BE49-F238E27FC236}">
                      <a16:creationId xmlns:a16="http://schemas.microsoft.com/office/drawing/2014/main" id="{7190B219-D456-3979-E912-8CDA8348B168}"/>
                    </a:ext>
                  </a:extLst>
                </p14:cNvPr>
                <p14:cNvContentPartPr/>
                <p14:nvPr/>
              </p14:nvContentPartPr>
              <p14:xfrm>
                <a:off x="14440478" y="7917603"/>
                <a:ext cx="360" cy="360"/>
              </p14:xfrm>
            </p:contentPart>
          </mc:Choice>
          <mc:Fallback xmlns="">
            <p:pic>
              <p:nvPicPr>
                <p:cNvPr id="30" name="Ink 29">
                  <a:extLst>
                    <a:ext uri="{FF2B5EF4-FFF2-40B4-BE49-F238E27FC236}">
                      <a16:creationId xmlns:a16="http://schemas.microsoft.com/office/drawing/2014/main" id="{7190B219-D456-3979-E912-8CDA8348B168}"/>
                    </a:ext>
                  </a:extLst>
                </p:cNvPr>
                <p:cNvPicPr/>
                <p:nvPr/>
              </p:nvPicPr>
              <p:blipFill>
                <a:blip r:embed="rId17"/>
                <a:stretch>
                  <a:fillRect/>
                </a:stretch>
              </p:blipFill>
              <p:spPr>
                <a:xfrm>
                  <a:off x="14377838" y="78546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1" name="Ink 30">
                  <a:extLst>
                    <a:ext uri="{FF2B5EF4-FFF2-40B4-BE49-F238E27FC236}">
                      <a16:creationId xmlns:a16="http://schemas.microsoft.com/office/drawing/2014/main" id="{33588C2C-0A41-295D-E674-EF59BFD64550}"/>
                    </a:ext>
                  </a:extLst>
                </p14:cNvPr>
                <p14:cNvContentPartPr/>
                <p14:nvPr/>
              </p14:nvContentPartPr>
              <p14:xfrm>
                <a:off x="14429678" y="7961883"/>
                <a:ext cx="360" cy="6840"/>
              </p14:xfrm>
            </p:contentPart>
          </mc:Choice>
          <mc:Fallback xmlns="">
            <p:pic>
              <p:nvPicPr>
                <p:cNvPr id="31" name="Ink 30">
                  <a:extLst>
                    <a:ext uri="{FF2B5EF4-FFF2-40B4-BE49-F238E27FC236}">
                      <a16:creationId xmlns:a16="http://schemas.microsoft.com/office/drawing/2014/main" id="{33588C2C-0A41-295D-E674-EF59BFD64550}"/>
                    </a:ext>
                  </a:extLst>
                </p:cNvPr>
                <p:cNvPicPr/>
                <p:nvPr/>
              </p:nvPicPr>
              <p:blipFill>
                <a:blip r:embed="rId20"/>
                <a:stretch>
                  <a:fillRect/>
                </a:stretch>
              </p:blipFill>
              <p:spPr>
                <a:xfrm>
                  <a:off x="14366678" y="7898883"/>
                  <a:ext cx="126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2" name="Ink 31">
                  <a:extLst>
                    <a:ext uri="{FF2B5EF4-FFF2-40B4-BE49-F238E27FC236}">
                      <a16:creationId xmlns:a16="http://schemas.microsoft.com/office/drawing/2014/main" id="{59310202-2F58-F017-185A-81D4703F4A95}"/>
                    </a:ext>
                  </a:extLst>
                </p14:cNvPr>
                <p14:cNvContentPartPr/>
                <p14:nvPr/>
              </p14:nvContentPartPr>
              <p14:xfrm>
                <a:off x="14362718" y="8039643"/>
                <a:ext cx="360" cy="360"/>
              </p14:xfrm>
            </p:contentPart>
          </mc:Choice>
          <mc:Fallback xmlns="">
            <p:pic>
              <p:nvPicPr>
                <p:cNvPr id="32" name="Ink 31">
                  <a:extLst>
                    <a:ext uri="{FF2B5EF4-FFF2-40B4-BE49-F238E27FC236}">
                      <a16:creationId xmlns:a16="http://schemas.microsoft.com/office/drawing/2014/main" id="{59310202-2F58-F017-185A-81D4703F4A95}"/>
                    </a:ext>
                  </a:extLst>
                </p:cNvPr>
                <p:cNvPicPr/>
                <p:nvPr/>
              </p:nvPicPr>
              <p:blipFill>
                <a:blip r:embed="rId17"/>
                <a:stretch>
                  <a:fillRect/>
                </a:stretch>
              </p:blipFill>
              <p:spPr>
                <a:xfrm>
                  <a:off x="1429971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3" name="Ink 32">
                  <a:extLst>
                    <a:ext uri="{FF2B5EF4-FFF2-40B4-BE49-F238E27FC236}">
                      <a16:creationId xmlns:a16="http://schemas.microsoft.com/office/drawing/2014/main" id="{BE866EE1-7A5E-74FF-9DA4-03451A2D6990}"/>
                    </a:ext>
                  </a:extLst>
                </p14:cNvPr>
                <p14:cNvContentPartPr/>
                <p14:nvPr/>
              </p14:nvContentPartPr>
              <p14:xfrm>
                <a:off x="14362718" y="8039643"/>
                <a:ext cx="360" cy="360"/>
              </p14:xfrm>
            </p:contentPart>
          </mc:Choice>
          <mc:Fallback xmlns="">
            <p:pic>
              <p:nvPicPr>
                <p:cNvPr id="33" name="Ink 32">
                  <a:extLst>
                    <a:ext uri="{FF2B5EF4-FFF2-40B4-BE49-F238E27FC236}">
                      <a16:creationId xmlns:a16="http://schemas.microsoft.com/office/drawing/2014/main" id="{BE866EE1-7A5E-74FF-9DA4-03451A2D6990}"/>
                    </a:ext>
                  </a:extLst>
                </p:cNvPr>
                <p:cNvPicPr/>
                <p:nvPr/>
              </p:nvPicPr>
              <p:blipFill>
                <a:blip r:embed="rId17"/>
                <a:stretch>
                  <a:fillRect/>
                </a:stretch>
              </p:blipFill>
              <p:spPr>
                <a:xfrm>
                  <a:off x="14299718" y="797700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4" name="Ink 33">
                  <a:extLst>
                    <a:ext uri="{FF2B5EF4-FFF2-40B4-BE49-F238E27FC236}">
                      <a16:creationId xmlns:a16="http://schemas.microsoft.com/office/drawing/2014/main" id="{BB8062D8-79A3-CA1C-57F6-00ED3CBEAB5A}"/>
                    </a:ext>
                  </a:extLst>
                </p14:cNvPr>
                <p14:cNvContentPartPr/>
                <p14:nvPr/>
              </p14:nvContentPartPr>
              <p14:xfrm>
                <a:off x="14349758" y="8017683"/>
                <a:ext cx="2160" cy="360"/>
              </p14:xfrm>
            </p:contentPart>
          </mc:Choice>
          <mc:Fallback xmlns="">
            <p:pic>
              <p:nvPicPr>
                <p:cNvPr id="34" name="Ink 33">
                  <a:extLst>
                    <a:ext uri="{FF2B5EF4-FFF2-40B4-BE49-F238E27FC236}">
                      <a16:creationId xmlns:a16="http://schemas.microsoft.com/office/drawing/2014/main" id="{BB8062D8-79A3-CA1C-57F6-00ED3CBEAB5A}"/>
                    </a:ext>
                  </a:extLst>
                </p:cNvPr>
                <p:cNvPicPr/>
                <p:nvPr/>
              </p:nvPicPr>
              <p:blipFill>
                <a:blip r:embed="rId24"/>
                <a:stretch>
                  <a:fillRect/>
                </a:stretch>
              </p:blipFill>
              <p:spPr>
                <a:xfrm>
                  <a:off x="14286758" y="795468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5" name="Ink 34">
                  <a:extLst>
                    <a:ext uri="{FF2B5EF4-FFF2-40B4-BE49-F238E27FC236}">
                      <a16:creationId xmlns:a16="http://schemas.microsoft.com/office/drawing/2014/main" id="{4F792C9B-CA69-31D6-9E6D-7EF7A4E9B896}"/>
                    </a:ext>
                  </a:extLst>
                </p14:cNvPr>
                <p14:cNvContentPartPr/>
                <p14:nvPr/>
              </p14:nvContentPartPr>
              <p14:xfrm>
                <a:off x="14300438" y="8006523"/>
                <a:ext cx="6480" cy="360"/>
              </p14:xfrm>
            </p:contentPart>
          </mc:Choice>
          <mc:Fallback xmlns="">
            <p:pic>
              <p:nvPicPr>
                <p:cNvPr id="35" name="Ink 34">
                  <a:extLst>
                    <a:ext uri="{FF2B5EF4-FFF2-40B4-BE49-F238E27FC236}">
                      <a16:creationId xmlns:a16="http://schemas.microsoft.com/office/drawing/2014/main" id="{4F792C9B-CA69-31D6-9E6D-7EF7A4E9B896}"/>
                    </a:ext>
                  </a:extLst>
                </p:cNvPr>
                <p:cNvPicPr/>
                <p:nvPr/>
              </p:nvPicPr>
              <p:blipFill>
                <a:blip r:embed="rId26"/>
                <a:stretch>
                  <a:fillRect/>
                </a:stretch>
              </p:blipFill>
              <p:spPr>
                <a:xfrm>
                  <a:off x="14237798" y="7943523"/>
                  <a:ext cx="1321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6" name="Ink 35">
                  <a:extLst>
                    <a:ext uri="{FF2B5EF4-FFF2-40B4-BE49-F238E27FC236}">
                      <a16:creationId xmlns:a16="http://schemas.microsoft.com/office/drawing/2014/main" id="{40072A86-4B0A-BCF5-E17D-5F670A37347D}"/>
                    </a:ext>
                  </a:extLst>
                </p14:cNvPr>
                <p14:cNvContentPartPr/>
                <p14:nvPr/>
              </p14:nvContentPartPr>
              <p14:xfrm>
                <a:off x="14284598" y="8006523"/>
                <a:ext cx="360" cy="360"/>
              </p14:xfrm>
            </p:contentPart>
          </mc:Choice>
          <mc:Fallback xmlns="">
            <p:pic>
              <p:nvPicPr>
                <p:cNvPr id="36" name="Ink 35">
                  <a:extLst>
                    <a:ext uri="{FF2B5EF4-FFF2-40B4-BE49-F238E27FC236}">
                      <a16:creationId xmlns:a16="http://schemas.microsoft.com/office/drawing/2014/main" id="{40072A86-4B0A-BCF5-E17D-5F670A37347D}"/>
                    </a:ext>
                  </a:extLst>
                </p:cNvPr>
                <p:cNvPicPr/>
                <p:nvPr/>
              </p:nvPicPr>
              <p:blipFill>
                <a:blip r:embed="rId17"/>
                <a:stretch>
                  <a:fillRect/>
                </a:stretch>
              </p:blipFill>
              <p:spPr>
                <a:xfrm>
                  <a:off x="14221958" y="7943523"/>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7" name="Ink 36">
                  <a:extLst>
                    <a:ext uri="{FF2B5EF4-FFF2-40B4-BE49-F238E27FC236}">
                      <a16:creationId xmlns:a16="http://schemas.microsoft.com/office/drawing/2014/main" id="{64E06C22-2081-9847-A261-590A9438CAB0}"/>
                    </a:ext>
                  </a:extLst>
                </p14:cNvPr>
                <p14:cNvContentPartPr/>
                <p14:nvPr/>
              </p14:nvContentPartPr>
              <p14:xfrm>
                <a:off x="14282798" y="8006523"/>
                <a:ext cx="2160" cy="360"/>
              </p14:xfrm>
            </p:contentPart>
          </mc:Choice>
          <mc:Fallback xmlns="">
            <p:pic>
              <p:nvPicPr>
                <p:cNvPr id="37" name="Ink 36">
                  <a:extLst>
                    <a:ext uri="{FF2B5EF4-FFF2-40B4-BE49-F238E27FC236}">
                      <a16:creationId xmlns:a16="http://schemas.microsoft.com/office/drawing/2014/main" id="{64E06C22-2081-9847-A261-590A9438CAB0}"/>
                    </a:ext>
                  </a:extLst>
                </p:cNvPr>
                <p:cNvPicPr/>
                <p:nvPr/>
              </p:nvPicPr>
              <p:blipFill>
                <a:blip r:embed="rId24"/>
                <a:stretch>
                  <a:fillRect/>
                </a:stretch>
              </p:blipFill>
              <p:spPr>
                <a:xfrm>
                  <a:off x="1421979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8" name="Ink 37">
                  <a:extLst>
                    <a:ext uri="{FF2B5EF4-FFF2-40B4-BE49-F238E27FC236}">
                      <a16:creationId xmlns:a16="http://schemas.microsoft.com/office/drawing/2014/main" id="{0765E30C-8244-5109-D0FB-2763BAA735B0}"/>
                    </a:ext>
                  </a:extLst>
                </p14:cNvPr>
                <p14:cNvContentPartPr/>
                <p14:nvPr/>
              </p14:nvContentPartPr>
              <p14:xfrm>
                <a:off x="14248958" y="8006523"/>
                <a:ext cx="2160" cy="360"/>
              </p14:xfrm>
            </p:contentPart>
          </mc:Choice>
          <mc:Fallback xmlns="">
            <p:pic>
              <p:nvPicPr>
                <p:cNvPr id="38" name="Ink 37">
                  <a:extLst>
                    <a:ext uri="{FF2B5EF4-FFF2-40B4-BE49-F238E27FC236}">
                      <a16:creationId xmlns:a16="http://schemas.microsoft.com/office/drawing/2014/main" id="{0765E30C-8244-5109-D0FB-2763BAA735B0}"/>
                    </a:ext>
                  </a:extLst>
                </p:cNvPr>
                <p:cNvPicPr/>
                <p:nvPr/>
              </p:nvPicPr>
              <p:blipFill>
                <a:blip r:embed="rId24"/>
                <a:stretch>
                  <a:fillRect/>
                </a:stretch>
              </p:blipFill>
              <p:spPr>
                <a:xfrm>
                  <a:off x="1418631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9" name="Ink 38">
                  <a:extLst>
                    <a:ext uri="{FF2B5EF4-FFF2-40B4-BE49-F238E27FC236}">
                      <a16:creationId xmlns:a16="http://schemas.microsoft.com/office/drawing/2014/main" id="{2164EE99-DE2F-D260-00F2-7CFD10A6BF19}"/>
                    </a:ext>
                  </a:extLst>
                </p14:cNvPr>
                <p14:cNvContentPartPr/>
                <p14:nvPr/>
              </p14:nvContentPartPr>
              <p14:xfrm>
                <a:off x="14204678" y="8006523"/>
                <a:ext cx="2160" cy="360"/>
              </p14:xfrm>
            </p:contentPart>
          </mc:Choice>
          <mc:Fallback xmlns="">
            <p:pic>
              <p:nvPicPr>
                <p:cNvPr id="39" name="Ink 38">
                  <a:extLst>
                    <a:ext uri="{FF2B5EF4-FFF2-40B4-BE49-F238E27FC236}">
                      <a16:creationId xmlns:a16="http://schemas.microsoft.com/office/drawing/2014/main" id="{2164EE99-DE2F-D260-00F2-7CFD10A6BF19}"/>
                    </a:ext>
                  </a:extLst>
                </p:cNvPr>
                <p:cNvPicPr/>
                <p:nvPr/>
              </p:nvPicPr>
              <p:blipFill>
                <a:blip r:embed="rId24"/>
                <a:stretch>
                  <a:fillRect/>
                </a:stretch>
              </p:blipFill>
              <p:spPr>
                <a:xfrm>
                  <a:off x="14142038" y="7943523"/>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 name="Ink 39">
                  <a:extLst>
                    <a:ext uri="{FF2B5EF4-FFF2-40B4-BE49-F238E27FC236}">
                      <a16:creationId xmlns:a16="http://schemas.microsoft.com/office/drawing/2014/main" id="{51D329CA-7870-C9F3-DF3C-5D3B12CB4B1B}"/>
                    </a:ext>
                  </a:extLst>
                </p14:cNvPr>
                <p14:cNvContentPartPr/>
                <p14:nvPr/>
              </p14:nvContentPartPr>
              <p14:xfrm>
                <a:off x="14128718" y="8006523"/>
                <a:ext cx="22320" cy="360"/>
              </p14:xfrm>
            </p:contentPart>
          </mc:Choice>
          <mc:Fallback xmlns="">
            <p:pic>
              <p:nvPicPr>
                <p:cNvPr id="40" name="Ink 39">
                  <a:extLst>
                    <a:ext uri="{FF2B5EF4-FFF2-40B4-BE49-F238E27FC236}">
                      <a16:creationId xmlns:a16="http://schemas.microsoft.com/office/drawing/2014/main" id="{51D329CA-7870-C9F3-DF3C-5D3B12CB4B1B}"/>
                    </a:ext>
                  </a:extLst>
                </p:cNvPr>
                <p:cNvPicPr/>
                <p:nvPr/>
              </p:nvPicPr>
              <p:blipFill>
                <a:blip r:embed="rId32"/>
                <a:stretch>
                  <a:fillRect/>
                </a:stretch>
              </p:blipFill>
              <p:spPr>
                <a:xfrm>
                  <a:off x="14066078" y="7943523"/>
                  <a:ext cx="147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1" name="Ink 40">
                  <a:extLst>
                    <a:ext uri="{FF2B5EF4-FFF2-40B4-BE49-F238E27FC236}">
                      <a16:creationId xmlns:a16="http://schemas.microsoft.com/office/drawing/2014/main" id="{7D5D91ED-4E6B-AFEC-5FA6-BF788217FBA0}"/>
                    </a:ext>
                  </a:extLst>
                </p14:cNvPr>
                <p14:cNvContentPartPr/>
                <p14:nvPr/>
              </p14:nvContentPartPr>
              <p14:xfrm>
                <a:off x="14026118" y="8006523"/>
                <a:ext cx="13320" cy="360"/>
              </p14:xfrm>
            </p:contentPart>
          </mc:Choice>
          <mc:Fallback xmlns="">
            <p:pic>
              <p:nvPicPr>
                <p:cNvPr id="41" name="Ink 40">
                  <a:extLst>
                    <a:ext uri="{FF2B5EF4-FFF2-40B4-BE49-F238E27FC236}">
                      <a16:creationId xmlns:a16="http://schemas.microsoft.com/office/drawing/2014/main" id="{7D5D91ED-4E6B-AFEC-5FA6-BF788217FBA0}"/>
                    </a:ext>
                  </a:extLst>
                </p:cNvPr>
                <p:cNvPicPr/>
                <p:nvPr/>
              </p:nvPicPr>
              <p:blipFill>
                <a:blip r:embed="rId34"/>
                <a:stretch>
                  <a:fillRect/>
                </a:stretch>
              </p:blipFill>
              <p:spPr>
                <a:xfrm>
                  <a:off x="13963118" y="7943523"/>
                  <a:ext cx="138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5" name="Ink 44">
                  <a:extLst>
                    <a:ext uri="{FF2B5EF4-FFF2-40B4-BE49-F238E27FC236}">
                      <a16:creationId xmlns:a16="http://schemas.microsoft.com/office/drawing/2014/main" id="{D55C085D-1AAE-4E2A-FB20-E9744314D935}"/>
                    </a:ext>
                  </a:extLst>
                </p14:cNvPr>
                <p14:cNvContentPartPr/>
                <p14:nvPr/>
              </p14:nvContentPartPr>
              <p14:xfrm>
                <a:off x="14485478" y="8073483"/>
                <a:ext cx="360" cy="360"/>
              </p14:xfrm>
            </p:contentPart>
          </mc:Choice>
          <mc:Fallback xmlns="">
            <p:pic>
              <p:nvPicPr>
                <p:cNvPr id="45" name="Ink 44">
                  <a:extLst>
                    <a:ext uri="{FF2B5EF4-FFF2-40B4-BE49-F238E27FC236}">
                      <a16:creationId xmlns:a16="http://schemas.microsoft.com/office/drawing/2014/main" id="{D55C085D-1AAE-4E2A-FB20-E9744314D935}"/>
                    </a:ext>
                  </a:extLst>
                </p:cNvPr>
                <p:cNvPicPr/>
                <p:nvPr/>
              </p:nvPicPr>
              <p:blipFill>
                <a:blip r:embed="rId17"/>
                <a:stretch>
                  <a:fillRect/>
                </a:stretch>
              </p:blipFill>
              <p:spPr>
                <a:xfrm>
                  <a:off x="14422478" y="8010483"/>
                  <a:ext cx="126000" cy="126000"/>
                </a:xfrm>
                <a:prstGeom prst="rect">
                  <a:avLst/>
                </a:prstGeom>
              </p:spPr>
            </p:pic>
          </mc:Fallback>
        </mc:AlternateContent>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503</Words>
  <Application>Microsoft Office PowerPoint</Application>
  <PresentationFormat>Custom</PresentationFormat>
  <Paragraphs>113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Montserrat Medium</vt:lpstr>
      <vt:lpstr>Inter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Saransh Sharma</cp:lastModifiedBy>
  <cp:revision>5</cp:revision>
  <dcterms:created xsi:type="dcterms:W3CDTF">2026-04-13T18:14:24Z</dcterms:created>
  <dcterms:modified xsi:type="dcterms:W3CDTF">2026-04-14T13:52:29Z</dcterms:modified>
</cp:coreProperties>
</file>